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3"/>
    <p:sldMasterId id="2147483936" r:id="rId4"/>
  </p:sldMasterIdLst>
  <p:notesMasterIdLst>
    <p:notesMasterId r:id="rId79"/>
  </p:notesMasterIdLst>
  <p:handoutMasterIdLst>
    <p:handoutMasterId r:id="rId80"/>
  </p:handoutMasterIdLst>
  <p:sldIdLst>
    <p:sldId id="256" r:id="rId5"/>
    <p:sldId id="464" r:id="rId6"/>
    <p:sldId id="465" r:id="rId7"/>
    <p:sldId id="308" r:id="rId8"/>
    <p:sldId id="455" r:id="rId9"/>
    <p:sldId id="380" r:id="rId10"/>
    <p:sldId id="406" r:id="rId11"/>
    <p:sldId id="405" r:id="rId12"/>
    <p:sldId id="407" r:id="rId13"/>
    <p:sldId id="427" r:id="rId14"/>
    <p:sldId id="408" r:id="rId15"/>
    <p:sldId id="456" r:id="rId16"/>
    <p:sldId id="416" r:id="rId17"/>
    <p:sldId id="440" r:id="rId18"/>
    <p:sldId id="445" r:id="rId19"/>
    <p:sldId id="478" r:id="rId20"/>
    <p:sldId id="467" r:id="rId21"/>
    <p:sldId id="457" r:id="rId22"/>
    <p:sldId id="462" r:id="rId23"/>
    <p:sldId id="419" r:id="rId24"/>
    <p:sldId id="428" r:id="rId25"/>
    <p:sldId id="429" r:id="rId26"/>
    <p:sldId id="442" r:id="rId27"/>
    <p:sldId id="441" r:id="rId28"/>
    <p:sldId id="468" r:id="rId29"/>
    <p:sldId id="409" r:id="rId30"/>
    <p:sldId id="417" r:id="rId31"/>
    <p:sldId id="410" r:id="rId32"/>
    <p:sldId id="432" r:id="rId33"/>
    <p:sldId id="418" r:id="rId34"/>
    <p:sldId id="470" r:id="rId35"/>
    <p:sldId id="412" r:id="rId36"/>
    <p:sldId id="471" r:id="rId37"/>
    <p:sldId id="413" r:id="rId38"/>
    <p:sldId id="414" r:id="rId39"/>
    <p:sldId id="433" r:id="rId40"/>
    <p:sldId id="436" r:id="rId41"/>
    <p:sldId id="434" r:id="rId42"/>
    <p:sldId id="435" r:id="rId43"/>
    <p:sldId id="472" r:id="rId44"/>
    <p:sldId id="437" r:id="rId45"/>
    <p:sldId id="443" r:id="rId46"/>
    <p:sldId id="473" r:id="rId47"/>
    <p:sldId id="466" r:id="rId48"/>
    <p:sldId id="458" r:id="rId49"/>
    <p:sldId id="438" r:id="rId50"/>
    <p:sldId id="439" r:id="rId51"/>
    <p:sldId id="444" r:id="rId52"/>
    <p:sldId id="475" r:id="rId53"/>
    <p:sldId id="474" r:id="rId54"/>
    <p:sldId id="476" r:id="rId55"/>
    <p:sldId id="461" r:id="rId56"/>
    <p:sldId id="477" r:id="rId57"/>
    <p:sldId id="459" r:id="rId58"/>
    <p:sldId id="451" r:id="rId59"/>
    <p:sldId id="450" r:id="rId60"/>
    <p:sldId id="479" r:id="rId61"/>
    <p:sldId id="446" r:id="rId62"/>
    <p:sldId id="452" r:id="rId63"/>
    <p:sldId id="453" r:id="rId64"/>
    <p:sldId id="460" r:id="rId65"/>
    <p:sldId id="421" r:id="rId66"/>
    <p:sldId id="420" r:id="rId67"/>
    <p:sldId id="480" r:id="rId68"/>
    <p:sldId id="422" r:id="rId69"/>
    <p:sldId id="423" r:id="rId70"/>
    <p:sldId id="424" r:id="rId71"/>
    <p:sldId id="425" r:id="rId72"/>
    <p:sldId id="426" r:id="rId73"/>
    <p:sldId id="447" r:id="rId74"/>
    <p:sldId id="463" r:id="rId75"/>
    <p:sldId id="415" r:id="rId76"/>
    <p:sldId id="402" r:id="rId77"/>
    <p:sldId id="382" r:id="rId78"/>
  </p:sldIdLst>
  <p:sldSz cx="9144000" cy="6858000" type="screen4x3"/>
  <p:notesSz cx="7099300" cy="10234613"/>
  <p:defaultTextStyle>
    <a:defPPr>
      <a:defRPr lang="en-AU"/>
    </a:defPPr>
    <a:lvl1pPr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00A479"/>
    <a:srgbClr val="7F4D0D"/>
    <a:srgbClr val="0C3A80"/>
    <a:srgbClr val="4D4D4D"/>
    <a:srgbClr val="808080"/>
    <a:srgbClr val="FFFFFF"/>
    <a:srgbClr val="C0C0C0"/>
    <a:srgbClr val="7F0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6" autoAdjust="0"/>
    <p:restoredTop sz="87174" autoAdjust="0"/>
  </p:normalViewPr>
  <p:slideViewPr>
    <p:cSldViewPr showGuides="1">
      <p:cViewPr varScale="1">
        <p:scale>
          <a:sx n="68" d="100"/>
          <a:sy n="68" d="100"/>
        </p:scale>
        <p:origin x="168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51" d="100"/>
          <a:sy n="51" d="100"/>
        </p:scale>
        <p:origin x="-1848" y="-108"/>
      </p:cViewPr>
      <p:guideLst>
        <p:guide orient="horz" pos="3223"/>
        <p:guide pos="223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2.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AFC0523-83A7-C2DB-87A4-13821494A8FF}"/>
              </a:ext>
            </a:extLst>
          </p:cNvPr>
          <p:cNvSpPr>
            <a:spLocks noGrp="1" noChangeArrowheads="1"/>
          </p:cNvSpPr>
          <p:nvPr>
            <p:ph type="hdr" sz="quarter"/>
          </p:nvPr>
        </p:nvSpPr>
        <p:spPr bwMode="auto">
          <a:xfrm>
            <a:off x="0" y="0"/>
            <a:ext cx="4005263"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SWE30003 - Software Architectures and Design</a:t>
            </a:r>
          </a:p>
        </p:txBody>
      </p:sp>
      <p:sp>
        <p:nvSpPr>
          <p:cNvPr id="10243" name="Rectangle 3">
            <a:extLst>
              <a:ext uri="{FF2B5EF4-FFF2-40B4-BE49-F238E27FC236}">
                <a16:creationId xmlns:a16="http://schemas.microsoft.com/office/drawing/2014/main" id="{05B43ECD-AB2A-4407-630A-ACAB25C03652}"/>
              </a:ext>
            </a:extLst>
          </p:cNvPr>
          <p:cNvSpPr>
            <a:spLocks noGrp="1" noChangeArrowheads="1"/>
          </p:cNvSpPr>
          <p:nvPr>
            <p:ph type="dt" sz="quarter"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2022</a:t>
            </a:r>
            <a:endParaRPr lang="en-AU"/>
          </a:p>
        </p:txBody>
      </p:sp>
      <p:sp>
        <p:nvSpPr>
          <p:cNvPr id="10244" name="Rectangle 4">
            <a:extLst>
              <a:ext uri="{FF2B5EF4-FFF2-40B4-BE49-F238E27FC236}">
                <a16:creationId xmlns:a16="http://schemas.microsoft.com/office/drawing/2014/main" id="{8F5BE8AD-1444-C011-E018-4771D4E9B4DB}"/>
              </a:ext>
            </a:extLst>
          </p:cNvPr>
          <p:cNvSpPr>
            <a:spLocks noGrp="1" noChangeArrowheads="1"/>
          </p:cNvSpPr>
          <p:nvPr>
            <p:ph type="ftr" sz="quarter" idx="2"/>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10245" name="Rectangle 5">
            <a:extLst>
              <a:ext uri="{FF2B5EF4-FFF2-40B4-BE49-F238E27FC236}">
                <a16:creationId xmlns:a16="http://schemas.microsoft.com/office/drawing/2014/main" id="{75868B49-E99A-8D28-0356-611800E74E17}"/>
              </a:ext>
            </a:extLst>
          </p:cNvPr>
          <p:cNvSpPr>
            <a:spLocks noGrp="1" noChangeArrowheads="1"/>
          </p:cNvSpPr>
          <p:nvPr>
            <p:ph type="sldNum" sz="quarter" idx="3"/>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88C95207-6356-4852-B97A-D693D24B3F50}"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DF66E7D-EBE8-8FF2-65A4-C5DAA32E0AC6}"/>
              </a:ext>
            </a:extLst>
          </p:cNvPr>
          <p:cNvSpPr>
            <a:spLocks noGrp="1" noChangeArrowheads="1"/>
          </p:cNvSpPr>
          <p:nvPr>
            <p:ph type="hdr" sz="quarter"/>
          </p:nvPr>
        </p:nvSpPr>
        <p:spPr bwMode="auto">
          <a:xfrm>
            <a:off x="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SWE30003 - Software Architectures and Design</a:t>
            </a:r>
          </a:p>
        </p:txBody>
      </p:sp>
      <p:sp>
        <p:nvSpPr>
          <p:cNvPr id="9219" name="Rectangle 3">
            <a:extLst>
              <a:ext uri="{FF2B5EF4-FFF2-40B4-BE49-F238E27FC236}">
                <a16:creationId xmlns:a16="http://schemas.microsoft.com/office/drawing/2014/main" id="{13A82332-F806-9B8E-023B-6A560519DE02}"/>
              </a:ext>
            </a:extLst>
          </p:cNvPr>
          <p:cNvSpPr>
            <a:spLocks noGrp="1" noChangeArrowheads="1"/>
          </p:cNvSpPr>
          <p:nvPr>
            <p:ph type="dt"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2022</a:t>
            </a:r>
            <a:endParaRPr lang="en-AU"/>
          </a:p>
        </p:txBody>
      </p:sp>
      <p:sp>
        <p:nvSpPr>
          <p:cNvPr id="5124" name="Rectangle 4">
            <a:extLst>
              <a:ext uri="{FF2B5EF4-FFF2-40B4-BE49-F238E27FC236}">
                <a16:creationId xmlns:a16="http://schemas.microsoft.com/office/drawing/2014/main" id="{A1699A5C-C3DE-C5E8-4660-77784BEA45C1}"/>
              </a:ext>
            </a:extLst>
          </p:cNvPr>
          <p:cNvSpPr>
            <a:spLocks noGrp="1" noRot="1" noChangeAspect="1" noChangeArrowheads="1" noTextEdit="1"/>
          </p:cNvSpPr>
          <p:nvPr>
            <p:ph type="sldImg" idx="2"/>
          </p:nvPr>
        </p:nvSpPr>
        <p:spPr bwMode="auto">
          <a:xfrm>
            <a:off x="1011238" y="785813"/>
            <a:ext cx="5132387" cy="3849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76687F93-E1C9-41E4-B663-121FE7FF975A}"/>
              </a:ext>
            </a:extLst>
          </p:cNvPr>
          <p:cNvSpPr>
            <a:spLocks noGrp="1" noChangeArrowheads="1"/>
          </p:cNvSpPr>
          <p:nvPr>
            <p:ph type="body" sz="quarter" idx="3"/>
          </p:nvPr>
        </p:nvSpPr>
        <p:spPr bwMode="auto">
          <a:xfrm>
            <a:off x="965200" y="4870450"/>
            <a:ext cx="5224463" cy="4635500"/>
          </a:xfrm>
          <a:prstGeom prst="rect">
            <a:avLst/>
          </a:prstGeom>
          <a:noFill/>
          <a:ln>
            <a:noFill/>
          </a:ln>
          <a:effectLst/>
        </p:spPr>
        <p:txBody>
          <a:bodyPr vert="horz" wrap="square" lIns="95152" tIns="47576" rIns="95152" bIns="47576"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9222" name="Rectangle 6">
            <a:extLst>
              <a:ext uri="{FF2B5EF4-FFF2-40B4-BE49-F238E27FC236}">
                <a16:creationId xmlns:a16="http://schemas.microsoft.com/office/drawing/2014/main" id="{81346B35-8CF2-82F4-07EE-8D446764105D}"/>
              </a:ext>
            </a:extLst>
          </p:cNvPr>
          <p:cNvSpPr>
            <a:spLocks noGrp="1" noChangeArrowheads="1"/>
          </p:cNvSpPr>
          <p:nvPr>
            <p:ph type="ftr" sz="quarter" idx="4"/>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9223" name="Rectangle 7">
            <a:extLst>
              <a:ext uri="{FF2B5EF4-FFF2-40B4-BE49-F238E27FC236}">
                <a16:creationId xmlns:a16="http://schemas.microsoft.com/office/drawing/2014/main" id="{699D6F09-F9DC-A175-E0E7-23A025E28706}"/>
              </a:ext>
            </a:extLst>
          </p:cNvPr>
          <p:cNvSpPr>
            <a:spLocks noGrp="1" noChangeArrowheads="1"/>
          </p:cNvSpPr>
          <p:nvPr>
            <p:ph type="sldNum" sz="quarter" idx="5"/>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01C5A472-5D96-4FC5-943D-E6C90762449F}"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B884733-C167-1F60-C790-C0F7279641E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195" name="Rectangle 3">
            <a:extLst>
              <a:ext uri="{FF2B5EF4-FFF2-40B4-BE49-F238E27FC236}">
                <a16:creationId xmlns:a16="http://schemas.microsoft.com/office/drawing/2014/main" id="{6B5487CD-7728-148F-EAAE-598B4B59589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196" name="Rectangle 6">
            <a:extLst>
              <a:ext uri="{FF2B5EF4-FFF2-40B4-BE49-F238E27FC236}">
                <a16:creationId xmlns:a16="http://schemas.microsoft.com/office/drawing/2014/main" id="{159AEF95-3249-9107-279F-9179F14BA12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197" name="Rectangle 7">
            <a:extLst>
              <a:ext uri="{FF2B5EF4-FFF2-40B4-BE49-F238E27FC236}">
                <a16:creationId xmlns:a16="http://schemas.microsoft.com/office/drawing/2014/main" id="{6E683728-FFAE-A4C5-0395-F5805E47A0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4F2FCB3-76FF-4E0B-A46C-C7EDD113FF4B}" type="slidenum">
              <a:rPr lang="en-AU" altLang="en-US" sz="1200" smtClean="0">
                <a:latin typeface="Times New Roman" panose="02020603050405020304" pitchFamily="18" charset="0"/>
              </a:rPr>
              <a:pPr/>
              <a:t>1</a:t>
            </a:fld>
            <a:endParaRPr lang="en-AU" altLang="en-US" sz="1200">
              <a:latin typeface="Times New Roman" panose="02020603050405020304" pitchFamily="18" charset="0"/>
            </a:endParaRPr>
          </a:p>
        </p:txBody>
      </p:sp>
      <p:sp>
        <p:nvSpPr>
          <p:cNvPr id="8198" name="Rectangle 2">
            <a:extLst>
              <a:ext uri="{FF2B5EF4-FFF2-40B4-BE49-F238E27FC236}">
                <a16:creationId xmlns:a16="http://schemas.microsoft.com/office/drawing/2014/main" id="{783EB5BD-B5B8-9C02-0942-7AAA8E608B62}"/>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F3421236-966C-888D-9743-3A7CD6FA7A7A}"/>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F28D6E4-B0EF-3AC5-A585-0975FFB6DFD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0243" name="Rectangle 3">
            <a:extLst>
              <a:ext uri="{FF2B5EF4-FFF2-40B4-BE49-F238E27FC236}">
                <a16:creationId xmlns:a16="http://schemas.microsoft.com/office/drawing/2014/main" id="{33FC35DF-7FBD-04E5-0E9F-5C4FA05F1DF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0244" name="Rectangle 6">
            <a:extLst>
              <a:ext uri="{FF2B5EF4-FFF2-40B4-BE49-F238E27FC236}">
                <a16:creationId xmlns:a16="http://schemas.microsoft.com/office/drawing/2014/main" id="{1EC98847-4879-A4B2-57F5-925FB5F51D5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245" name="Rectangle 7">
            <a:extLst>
              <a:ext uri="{FF2B5EF4-FFF2-40B4-BE49-F238E27FC236}">
                <a16:creationId xmlns:a16="http://schemas.microsoft.com/office/drawing/2014/main" id="{A7EBB368-E85D-EC39-E7ED-81B32C54A3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D77CC6F-A240-43AC-896F-9A0077486FDA}" type="slidenum">
              <a:rPr lang="en-AU" altLang="en-US" sz="1200" smtClean="0">
                <a:latin typeface="Times New Roman" panose="02020603050405020304" pitchFamily="18" charset="0"/>
              </a:rPr>
              <a:pPr/>
              <a:t>2</a:t>
            </a:fld>
            <a:endParaRPr lang="en-AU" altLang="en-US" sz="1200">
              <a:latin typeface="Times New Roman" panose="02020603050405020304" pitchFamily="18" charset="0"/>
            </a:endParaRPr>
          </a:p>
        </p:txBody>
      </p:sp>
      <p:sp>
        <p:nvSpPr>
          <p:cNvPr id="10246" name="Rectangle 2">
            <a:extLst>
              <a:ext uri="{FF2B5EF4-FFF2-40B4-BE49-F238E27FC236}">
                <a16:creationId xmlns:a16="http://schemas.microsoft.com/office/drawing/2014/main" id="{03839B61-0CA5-0B72-A2EC-A73847559654}"/>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336899" name="Rectangle 3">
            <a:extLst>
              <a:ext uri="{FF2B5EF4-FFF2-40B4-BE49-F238E27FC236}">
                <a16:creationId xmlns:a16="http://schemas.microsoft.com/office/drawing/2014/main" id="{3767C37C-6C51-678B-C041-6EF73F899211}"/>
              </a:ext>
            </a:extLst>
          </p:cNvPr>
          <p:cNvSpPr>
            <a:spLocks noGrp="1" noChangeArrowheads="1"/>
          </p:cNvSpPr>
          <p:nvPr>
            <p:ph type="body" idx="1"/>
          </p:nvPr>
        </p:nvSpPr>
        <p:spPr>
          <a:xfrm>
            <a:off x="946150" y="4860925"/>
            <a:ext cx="5207000" cy="4605338"/>
          </a:xfrm>
          <a:solidFill>
            <a:srgbClr val="FFFFFF"/>
          </a:solidFill>
          <a:ln>
            <a:solidFill>
              <a:srgbClr val="000000"/>
            </a:solidFill>
          </a:ln>
        </p:spPr>
        <p:txBody>
          <a:bodyPr lIns="99032" tIns="49516" rIns="99032" bIns="49516"/>
          <a:lstStyle/>
          <a:p>
            <a:pPr eaLnBrk="1" hangingPunct="1">
              <a:defRPr/>
            </a:pPr>
            <a:endParaRPr lang="en-US">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E81D44E-6230-8EB8-421D-D8F108B84AE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291" name="Rectangle 3">
            <a:extLst>
              <a:ext uri="{FF2B5EF4-FFF2-40B4-BE49-F238E27FC236}">
                <a16:creationId xmlns:a16="http://schemas.microsoft.com/office/drawing/2014/main" id="{3331BC1F-F8F3-EAFB-7E08-B25812B1E87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292" name="Rectangle 6">
            <a:extLst>
              <a:ext uri="{FF2B5EF4-FFF2-40B4-BE49-F238E27FC236}">
                <a16:creationId xmlns:a16="http://schemas.microsoft.com/office/drawing/2014/main" id="{FE1411D5-4C3F-D6A8-6481-9105F19DB6A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293" name="Rectangle 7">
            <a:extLst>
              <a:ext uri="{FF2B5EF4-FFF2-40B4-BE49-F238E27FC236}">
                <a16:creationId xmlns:a16="http://schemas.microsoft.com/office/drawing/2014/main" id="{BE57A0E7-8419-6A78-D775-8E5B3AFBB1C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CD42D2E-1C39-4AC9-BE7C-0C3ABEB59363}" type="slidenum">
              <a:rPr lang="en-AU" altLang="en-US" sz="1200" smtClean="0">
                <a:latin typeface="Times New Roman" panose="02020603050405020304" pitchFamily="18" charset="0"/>
              </a:rPr>
              <a:pPr/>
              <a:t>3</a:t>
            </a:fld>
            <a:endParaRPr lang="en-AU" altLang="en-US" sz="1200">
              <a:latin typeface="Times New Roman" panose="02020603050405020304" pitchFamily="18" charset="0"/>
            </a:endParaRPr>
          </a:p>
        </p:txBody>
      </p:sp>
      <p:sp>
        <p:nvSpPr>
          <p:cNvPr id="12294" name="Rectangle 2">
            <a:extLst>
              <a:ext uri="{FF2B5EF4-FFF2-40B4-BE49-F238E27FC236}">
                <a16:creationId xmlns:a16="http://schemas.microsoft.com/office/drawing/2014/main" id="{B9E98F3E-CC46-84FC-4B37-12C7C390CEFE}"/>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462851" name="Rectangle 3">
            <a:extLst>
              <a:ext uri="{FF2B5EF4-FFF2-40B4-BE49-F238E27FC236}">
                <a16:creationId xmlns:a16="http://schemas.microsoft.com/office/drawing/2014/main" id="{634105C8-9068-C717-026C-E5AD555E764E}"/>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r>
              <a:rPr lang="en-US" dirty="0">
                <a:ea typeface="ＭＳ Ｐゴシック" charset="0"/>
                <a:cs typeface="+mn-cs"/>
              </a:rPr>
              <a:t>They all have identity and purpose,</a:t>
            </a:r>
          </a:p>
          <a:p>
            <a:pPr>
              <a:defRPr/>
            </a:pPr>
            <a:r>
              <a:rPr lang="en-US" dirty="0">
                <a:ea typeface="ＭＳ Ｐゴシック" charset="0"/>
                <a:cs typeface="+mn-cs"/>
              </a:rPr>
              <a:t>Connect/interact with others,</a:t>
            </a:r>
          </a:p>
          <a:p>
            <a:pPr>
              <a:defRPr/>
            </a:pPr>
            <a:r>
              <a:rPr lang="en-US" dirty="0">
                <a:ea typeface="ＭＳ Ｐゴシック" charset="0"/>
                <a:cs typeface="+mn-cs"/>
              </a:rPr>
              <a:t>Have state and </a:t>
            </a:r>
            <a:r>
              <a:rPr lang="en-US" dirty="0" err="1">
                <a:ea typeface="ＭＳ Ｐゴシック" charset="0"/>
                <a:cs typeface="+mn-cs"/>
              </a:rPr>
              <a:t>behaviour</a:t>
            </a:r>
            <a:r>
              <a:rPr lang="en-US" dirty="0">
                <a:ea typeface="ＭＳ Ｐゴシック" charset="0"/>
                <a:cs typeface="+mn-cs"/>
              </a:rPr>
              <a:t>;</a:t>
            </a:r>
          </a:p>
          <a:p>
            <a:pPr>
              <a:defRPr/>
            </a:pPr>
            <a:r>
              <a:rPr lang="en-US" dirty="0" err="1">
                <a:ea typeface="ＭＳ Ｐゴシック" charset="0"/>
                <a:cs typeface="+mn-cs"/>
              </a:rPr>
              <a:t>Composable</a:t>
            </a:r>
            <a:r>
              <a:rPr lang="en-US" dirty="0">
                <a:ea typeface="ＭＳ Ｐゴシック" charset="0"/>
                <a:cs typeface="+mn-cs"/>
              </a:rPr>
              <a:t> to form larger entities, eventually forming a “functioning whole”.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6415391-9FB8-1746-0B63-1E647E362CF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339" name="Rectangle 3">
            <a:extLst>
              <a:ext uri="{FF2B5EF4-FFF2-40B4-BE49-F238E27FC236}">
                <a16:creationId xmlns:a16="http://schemas.microsoft.com/office/drawing/2014/main" id="{04CC01B6-50E3-D32E-F7DE-19FF431C750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340" name="Rectangle 6">
            <a:extLst>
              <a:ext uri="{FF2B5EF4-FFF2-40B4-BE49-F238E27FC236}">
                <a16:creationId xmlns:a16="http://schemas.microsoft.com/office/drawing/2014/main" id="{1338D5E1-0C53-41BF-DCD1-B03BF0B16B8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341" name="Rectangle 7">
            <a:extLst>
              <a:ext uri="{FF2B5EF4-FFF2-40B4-BE49-F238E27FC236}">
                <a16:creationId xmlns:a16="http://schemas.microsoft.com/office/drawing/2014/main" id="{E6EA8E04-7B8A-8A3F-F169-098A59205A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83A2F1F-BD55-4CDD-B2B4-438B88A1BBD2}" type="slidenum">
              <a:rPr lang="en-AU" altLang="en-US" sz="1200" smtClean="0">
                <a:latin typeface="Times New Roman" panose="02020603050405020304" pitchFamily="18" charset="0"/>
              </a:rPr>
              <a:pPr/>
              <a:t>4</a:t>
            </a:fld>
            <a:endParaRPr lang="en-AU" altLang="en-US" sz="1200">
              <a:latin typeface="Times New Roman" panose="02020603050405020304" pitchFamily="18" charset="0"/>
            </a:endParaRPr>
          </a:p>
        </p:txBody>
      </p:sp>
      <p:sp>
        <p:nvSpPr>
          <p:cNvPr id="14342" name="Rectangle 2">
            <a:extLst>
              <a:ext uri="{FF2B5EF4-FFF2-40B4-BE49-F238E27FC236}">
                <a16:creationId xmlns:a16="http://schemas.microsoft.com/office/drawing/2014/main" id="{89F15E75-B053-95A7-A991-D41797619433}"/>
              </a:ext>
            </a:extLst>
          </p:cNvPr>
          <p:cNvSpPr>
            <a:spLocks noGrp="1" noRot="1" noChangeAspect="1" noChangeArrowheads="1" noTextEdit="1"/>
          </p:cNvSpPr>
          <p:nvPr>
            <p:ph type="sldImg"/>
          </p:nvPr>
        </p:nvSpPr>
        <p:spPr>
          <a:solidFill>
            <a:srgbClr val="FFFFFF"/>
          </a:solidFill>
          <a:ln/>
        </p:spPr>
      </p:sp>
      <p:sp>
        <p:nvSpPr>
          <p:cNvPr id="192515" name="Rectangle 3">
            <a:extLst>
              <a:ext uri="{FF2B5EF4-FFF2-40B4-BE49-F238E27FC236}">
                <a16:creationId xmlns:a16="http://schemas.microsoft.com/office/drawing/2014/main" id="{A9FCC965-3654-A23D-9D86-57D43920D25A}"/>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7B56511-1020-7DFE-63DC-8AD19C4BB0B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6387" name="Rectangle 3">
            <a:extLst>
              <a:ext uri="{FF2B5EF4-FFF2-40B4-BE49-F238E27FC236}">
                <a16:creationId xmlns:a16="http://schemas.microsoft.com/office/drawing/2014/main" id="{6A016247-B907-4013-B812-1C535FE0B4C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6388" name="Rectangle 6">
            <a:extLst>
              <a:ext uri="{FF2B5EF4-FFF2-40B4-BE49-F238E27FC236}">
                <a16:creationId xmlns:a16="http://schemas.microsoft.com/office/drawing/2014/main" id="{324207EF-861A-EAF6-B4B5-1A5E5B6FC7B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6389" name="Rectangle 7">
            <a:extLst>
              <a:ext uri="{FF2B5EF4-FFF2-40B4-BE49-F238E27FC236}">
                <a16:creationId xmlns:a16="http://schemas.microsoft.com/office/drawing/2014/main" id="{A471F7A8-87D7-552B-CF12-CE2DDACCF4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B7C5CA3-2AE4-4762-9802-884658DEA39E}" type="slidenum">
              <a:rPr lang="en-AU" altLang="en-US" sz="1200" smtClean="0">
                <a:latin typeface="Times New Roman" panose="02020603050405020304" pitchFamily="18" charset="0"/>
              </a:rPr>
              <a:pPr/>
              <a:t>5</a:t>
            </a:fld>
            <a:endParaRPr lang="en-AU" altLang="en-US" sz="1200">
              <a:latin typeface="Times New Roman" panose="02020603050405020304" pitchFamily="18" charset="0"/>
            </a:endParaRPr>
          </a:p>
        </p:txBody>
      </p:sp>
      <p:sp>
        <p:nvSpPr>
          <p:cNvPr id="16390" name="Rectangle 1026">
            <a:extLst>
              <a:ext uri="{FF2B5EF4-FFF2-40B4-BE49-F238E27FC236}">
                <a16:creationId xmlns:a16="http://schemas.microsoft.com/office/drawing/2014/main" id="{71375E8A-C155-D9B1-7BB7-DE7A7BFABAAB}"/>
              </a:ext>
            </a:extLst>
          </p:cNvPr>
          <p:cNvSpPr>
            <a:spLocks noGrp="1" noRot="1" noChangeAspect="1" noChangeArrowheads="1" noTextEdit="1"/>
          </p:cNvSpPr>
          <p:nvPr>
            <p:ph type="sldImg"/>
          </p:nvPr>
        </p:nvSpPr>
        <p:spPr>
          <a:solidFill>
            <a:srgbClr val="FFFFFF"/>
          </a:solidFill>
          <a:ln/>
        </p:spPr>
      </p:sp>
      <p:sp>
        <p:nvSpPr>
          <p:cNvPr id="568323" name="Rectangle 1027">
            <a:extLst>
              <a:ext uri="{FF2B5EF4-FFF2-40B4-BE49-F238E27FC236}">
                <a16:creationId xmlns:a16="http://schemas.microsoft.com/office/drawing/2014/main" id="{25BC653D-D9F2-13CC-ADA2-E6947DE4546D}"/>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C54DE32-A60F-C859-6C77-43556CB7A36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8435" name="Rectangle 3">
            <a:extLst>
              <a:ext uri="{FF2B5EF4-FFF2-40B4-BE49-F238E27FC236}">
                <a16:creationId xmlns:a16="http://schemas.microsoft.com/office/drawing/2014/main" id="{22AD6D14-4D50-4CF1-D74C-3D0CA0DE46B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8436" name="Rectangle 6">
            <a:extLst>
              <a:ext uri="{FF2B5EF4-FFF2-40B4-BE49-F238E27FC236}">
                <a16:creationId xmlns:a16="http://schemas.microsoft.com/office/drawing/2014/main" id="{9E2E17DC-EDFB-1A0A-9077-6F8FDE82A8A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8437" name="Rectangle 7">
            <a:extLst>
              <a:ext uri="{FF2B5EF4-FFF2-40B4-BE49-F238E27FC236}">
                <a16:creationId xmlns:a16="http://schemas.microsoft.com/office/drawing/2014/main" id="{1B8DD522-32FF-E438-5C0C-9A70C88240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8BE77D1-BE4B-4B3D-AE69-71BD99105AD6}" type="slidenum">
              <a:rPr lang="en-AU" altLang="en-US" sz="1200" smtClean="0">
                <a:latin typeface="Times New Roman" panose="02020603050405020304" pitchFamily="18" charset="0"/>
              </a:rPr>
              <a:pPr/>
              <a:t>6</a:t>
            </a:fld>
            <a:endParaRPr lang="en-AU" altLang="en-US" sz="1200">
              <a:latin typeface="Times New Roman" panose="02020603050405020304" pitchFamily="18" charset="0"/>
            </a:endParaRPr>
          </a:p>
        </p:txBody>
      </p:sp>
      <p:sp>
        <p:nvSpPr>
          <p:cNvPr id="18438" name="Rectangle 2">
            <a:extLst>
              <a:ext uri="{FF2B5EF4-FFF2-40B4-BE49-F238E27FC236}">
                <a16:creationId xmlns:a16="http://schemas.microsoft.com/office/drawing/2014/main" id="{A1E379AF-77A0-9B21-490C-7C2CB47F9AF5}"/>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362499" name="Rectangle 3">
            <a:extLst>
              <a:ext uri="{FF2B5EF4-FFF2-40B4-BE49-F238E27FC236}">
                <a16:creationId xmlns:a16="http://schemas.microsoft.com/office/drawing/2014/main" id="{5FA677D6-0E44-04AB-730A-F9BE70D35094}"/>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E6F4750-B33F-8834-D68E-9AA322E658B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0483" name="Rectangle 3">
            <a:extLst>
              <a:ext uri="{FF2B5EF4-FFF2-40B4-BE49-F238E27FC236}">
                <a16:creationId xmlns:a16="http://schemas.microsoft.com/office/drawing/2014/main" id="{D61BAE66-6DF8-691F-FF90-8DE9830DF94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20484" name="Rectangle 6">
            <a:extLst>
              <a:ext uri="{FF2B5EF4-FFF2-40B4-BE49-F238E27FC236}">
                <a16:creationId xmlns:a16="http://schemas.microsoft.com/office/drawing/2014/main" id="{50BB5CD5-93EE-5EA1-5960-00DE8AF61FF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0485" name="Rectangle 7">
            <a:extLst>
              <a:ext uri="{FF2B5EF4-FFF2-40B4-BE49-F238E27FC236}">
                <a16:creationId xmlns:a16="http://schemas.microsoft.com/office/drawing/2014/main" id="{83805DEF-D7FD-EB66-7E7F-DA835A0ADE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45E353A-B92C-40BD-9D66-F40934D6DD81}" type="slidenum">
              <a:rPr lang="en-AU" altLang="en-US" sz="1200" smtClean="0">
                <a:latin typeface="Times New Roman" panose="02020603050405020304" pitchFamily="18" charset="0"/>
              </a:rPr>
              <a:pPr/>
              <a:t>7</a:t>
            </a:fld>
            <a:endParaRPr lang="en-AU" altLang="en-US" sz="1200">
              <a:latin typeface="Times New Roman" panose="02020603050405020304" pitchFamily="18" charset="0"/>
            </a:endParaRPr>
          </a:p>
        </p:txBody>
      </p:sp>
      <p:sp>
        <p:nvSpPr>
          <p:cNvPr id="20486" name="Rectangle 2">
            <a:extLst>
              <a:ext uri="{FF2B5EF4-FFF2-40B4-BE49-F238E27FC236}">
                <a16:creationId xmlns:a16="http://schemas.microsoft.com/office/drawing/2014/main" id="{AC1AAC3B-1011-C5A8-A34D-3CF920CA4A37}"/>
              </a:ext>
            </a:extLst>
          </p:cNvPr>
          <p:cNvSpPr>
            <a:spLocks noGrp="1" noRot="1" noChangeAspect="1" noChangeArrowheads="1" noTextEdit="1"/>
          </p:cNvSpPr>
          <p:nvPr>
            <p:ph type="sldImg"/>
          </p:nvPr>
        </p:nvSpPr>
        <p:spPr>
          <a:ln/>
        </p:spPr>
      </p:sp>
      <p:sp>
        <p:nvSpPr>
          <p:cNvPr id="475139" name="Rectangle 3">
            <a:extLst>
              <a:ext uri="{FF2B5EF4-FFF2-40B4-BE49-F238E27FC236}">
                <a16:creationId xmlns:a16="http://schemas.microsoft.com/office/drawing/2014/main" id="{36E907EF-7E99-977A-DE0F-0D38A64AF14D}"/>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8672EF9-40B4-2ADC-0924-150525BA7C2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2531" name="Rectangle 3">
            <a:extLst>
              <a:ext uri="{FF2B5EF4-FFF2-40B4-BE49-F238E27FC236}">
                <a16:creationId xmlns:a16="http://schemas.microsoft.com/office/drawing/2014/main" id="{A818573F-9EB6-F556-C6BC-8844A839FFA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22532" name="Rectangle 6">
            <a:extLst>
              <a:ext uri="{FF2B5EF4-FFF2-40B4-BE49-F238E27FC236}">
                <a16:creationId xmlns:a16="http://schemas.microsoft.com/office/drawing/2014/main" id="{450521CA-C9AA-DA4E-AC44-5AACAB76E5D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2533" name="Rectangle 7">
            <a:extLst>
              <a:ext uri="{FF2B5EF4-FFF2-40B4-BE49-F238E27FC236}">
                <a16:creationId xmlns:a16="http://schemas.microsoft.com/office/drawing/2014/main" id="{39F41E18-F388-3A2A-6229-0FCA617A54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75D2483-C101-4318-93C1-3138211664F4}" type="slidenum">
              <a:rPr lang="en-AU" altLang="en-US" sz="1200" smtClean="0">
                <a:latin typeface="Times New Roman" panose="02020603050405020304" pitchFamily="18" charset="0"/>
              </a:rPr>
              <a:pPr/>
              <a:t>8</a:t>
            </a:fld>
            <a:endParaRPr lang="en-AU" altLang="en-US" sz="1200">
              <a:latin typeface="Times New Roman" panose="02020603050405020304" pitchFamily="18" charset="0"/>
            </a:endParaRPr>
          </a:p>
        </p:txBody>
      </p:sp>
      <p:sp>
        <p:nvSpPr>
          <p:cNvPr id="22534" name="Rectangle 2">
            <a:extLst>
              <a:ext uri="{FF2B5EF4-FFF2-40B4-BE49-F238E27FC236}">
                <a16:creationId xmlns:a16="http://schemas.microsoft.com/office/drawing/2014/main" id="{8EF78549-AA43-D4E1-8282-558443DD0F61}"/>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68995" name="Rectangle 3">
            <a:extLst>
              <a:ext uri="{FF2B5EF4-FFF2-40B4-BE49-F238E27FC236}">
                <a16:creationId xmlns:a16="http://schemas.microsoft.com/office/drawing/2014/main" id="{9E056F41-9553-1E4F-389A-B6E9AEE51D09}"/>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5791F55-6A4E-C456-697A-A91E47D9C73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4579" name="Rectangle 3">
            <a:extLst>
              <a:ext uri="{FF2B5EF4-FFF2-40B4-BE49-F238E27FC236}">
                <a16:creationId xmlns:a16="http://schemas.microsoft.com/office/drawing/2014/main" id="{F56B837A-B313-AA3C-4AB1-293F5F76C3B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24580" name="Rectangle 6">
            <a:extLst>
              <a:ext uri="{FF2B5EF4-FFF2-40B4-BE49-F238E27FC236}">
                <a16:creationId xmlns:a16="http://schemas.microsoft.com/office/drawing/2014/main" id="{B52DC800-763E-5412-1687-734EA6717C7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4581" name="Rectangle 7">
            <a:extLst>
              <a:ext uri="{FF2B5EF4-FFF2-40B4-BE49-F238E27FC236}">
                <a16:creationId xmlns:a16="http://schemas.microsoft.com/office/drawing/2014/main" id="{36530574-94AB-8203-60F6-ACCCF65BE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9FB0DEF-5056-49B0-92FA-F72F80EFA74F}" type="slidenum">
              <a:rPr lang="en-AU" altLang="en-US" sz="1200" smtClean="0">
                <a:latin typeface="Times New Roman" panose="02020603050405020304" pitchFamily="18" charset="0"/>
              </a:rPr>
              <a:pPr/>
              <a:t>9</a:t>
            </a:fld>
            <a:endParaRPr lang="en-AU" altLang="en-US" sz="1200">
              <a:latin typeface="Times New Roman" panose="02020603050405020304" pitchFamily="18" charset="0"/>
            </a:endParaRPr>
          </a:p>
        </p:txBody>
      </p:sp>
      <p:sp>
        <p:nvSpPr>
          <p:cNvPr id="24582" name="Rectangle 2">
            <a:extLst>
              <a:ext uri="{FF2B5EF4-FFF2-40B4-BE49-F238E27FC236}">
                <a16:creationId xmlns:a16="http://schemas.microsoft.com/office/drawing/2014/main" id="{DE5FFAD6-CB86-DD20-E7F5-3401A459D310}"/>
              </a:ext>
            </a:extLst>
          </p:cNvPr>
          <p:cNvSpPr>
            <a:spLocks noGrp="1" noRot="1" noChangeAspect="1" noChangeArrowheads="1" noTextEdit="1"/>
          </p:cNvSpPr>
          <p:nvPr>
            <p:ph type="sldImg"/>
          </p:nvPr>
        </p:nvSpPr>
        <p:spPr>
          <a:ln/>
        </p:spPr>
      </p:sp>
      <p:sp>
        <p:nvSpPr>
          <p:cNvPr id="476163" name="Rectangle 3">
            <a:extLst>
              <a:ext uri="{FF2B5EF4-FFF2-40B4-BE49-F238E27FC236}">
                <a16:creationId xmlns:a16="http://schemas.microsoft.com/office/drawing/2014/main" id="{7024E0CB-BACD-E747-2AF9-66389AD0936E}"/>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F3A63C2-6B89-7DE2-3586-FE57262D709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6627" name="Rectangle 3">
            <a:extLst>
              <a:ext uri="{FF2B5EF4-FFF2-40B4-BE49-F238E27FC236}">
                <a16:creationId xmlns:a16="http://schemas.microsoft.com/office/drawing/2014/main" id="{E25AFEC2-9351-22DC-1016-D0F13ABB66F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26628" name="Rectangle 6">
            <a:extLst>
              <a:ext uri="{FF2B5EF4-FFF2-40B4-BE49-F238E27FC236}">
                <a16:creationId xmlns:a16="http://schemas.microsoft.com/office/drawing/2014/main" id="{CE70D31E-9001-301A-D734-347E225C1F8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6629" name="Rectangle 7">
            <a:extLst>
              <a:ext uri="{FF2B5EF4-FFF2-40B4-BE49-F238E27FC236}">
                <a16:creationId xmlns:a16="http://schemas.microsoft.com/office/drawing/2014/main" id="{20A7BE1A-A17D-7230-C55F-3ADFD1D9B5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C72AD56-3B5C-4558-9B5C-659EB5A156C7}" type="slidenum">
              <a:rPr lang="en-AU" altLang="en-US" sz="1200" smtClean="0">
                <a:latin typeface="Times New Roman" panose="02020603050405020304" pitchFamily="18" charset="0"/>
              </a:rPr>
              <a:pPr/>
              <a:t>10</a:t>
            </a:fld>
            <a:endParaRPr lang="en-AU" altLang="en-US" sz="1200">
              <a:latin typeface="Times New Roman" panose="02020603050405020304" pitchFamily="18" charset="0"/>
            </a:endParaRPr>
          </a:p>
        </p:txBody>
      </p:sp>
      <p:sp>
        <p:nvSpPr>
          <p:cNvPr id="26630" name="Rectangle 2">
            <a:extLst>
              <a:ext uri="{FF2B5EF4-FFF2-40B4-BE49-F238E27FC236}">
                <a16:creationId xmlns:a16="http://schemas.microsoft.com/office/drawing/2014/main" id="{1D43423E-7396-858E-7DF1-A691DE9DBB1D}"/>
              </a:ext>
            </a:extLst>
          </p:cNvPr>
          <p:cNvSpPr>
            <a:spLocks noGrp="1" noRot="1" noChangeAspect="1" noChangeArrowheads="1" noTextEdit="1"/>
          </p:cNvSpPr>
          <p:nvPr>
            <p:ph type="sldImg"/>
          </p:nvPr>
        </p:nvSpPr>
        <p:spPr>
          <a:ln/>
        </p:spPr>
      </p:sp>
      <p:sp>
        <p:nvSpPr>
          <p:cNvPr id="518147" name="Rectangle 3">
            <a:extLst>
              <a:ext uri="{FF2B5EF4-FFF2-40B4-BE49-F238E27FC236}">
                <a16:creationId xmlns:a16="http://schemas.microsoft.com/office/drawing/2014/main" id="{41540C30-A128-F8B8-37D1-509936691CE9}"/>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DB59B3E-8478-F9CF-2A4C-FB0B4A1CCFC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28675" name="Rectangle 3">
            <a:extLst>
              <a:ext uri="{FF2B5EF4-FFF2-40B4-BE49-F238E27FC236}">
                <a16:creationId xmlns:a16="http://schemas.microsoft.com/office/drawing/2014/main" id="{8ECB3375-BCC9-FF57-D7CD-D2CA80CD639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28676" name="Rectangle 6">
            <a:extLst>
              <a:ext uri="{FF2B5EF4-FFF2-40B4-BE49-F238E27FC236}">
                <a16:creationId xmlns:a16="http://schemas.microsoft.com/office/drawing/2014/main" id="{0C298BE8-5366-A31C-01EB-FF2D89AC874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8677" name="Rectangle 7">
            <a:extLst>
              <a:ext uri="{FF2B5EF4-FFF2-40B4-BE49-F238E27FC236}">
                <a16:creationId xmlns:a16="http://schemas.microsoft.com/office/drawing/2014/main" id="{724CD655-FA04-A8C4-0891-19806F2797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D486156-4275-445C-AB97-CF26D7B42B1E}" type="slidenum">
              <a:rPr lang="en-AU" altLang="en-US" sz="1200" smtClean="0">
                <a:latin typeface="Times New Roman" panose="02020603050405020304" pitchFamily="18" charset="0"/>
              </a:rPr>
              <a:pPr/>
              <a:t>11</a:t>
            </a:fld>
            <a:endParaRPr lang="en-AU" altLang="en-US" sz="1200">
              <a:latin typeface="Times New Roman" panose="02020603050405020304" pitchFamily="18" charset="0"/>
            </a:endParaRPr>
          </a:p>
        </p:txBody>
      </p:sp>
      <p:sp>
        <p:nvSpPr>
          <p:cNvPr id="28678" name="Rectangle 2">
            <a:extLst>
              <a:ext uri="{FF2B5EF4-FFF2-40B4-BE49-F238E27FC236}">
                <a16:creationId xmlns:a16="http://schemas.microsoft.com/office/drawing/2014/main" id="{C020F048-2B1E-75F3-03CA-6ADAA4707F70}"/>
              </a:ext>
            </a:extLst>
          </p:cNvPr>
          <p:cNvSpPr>
            <a:spLocks noGrp="1" noRot="1" noChangeAspect="1" noChangeArrowheads="1" noTextEdit="1"/>
          </p:cNvSpPr>
          <p:nvPr>
            <p:ph type="sldImg"/>
          </p:nvPr>
        </p:nvSpPr>
        <p:spPr>
          <a:ln/>
        </p:spPr>
      </p:sp>
      <p:sp>
        <p:nvSpPr>
          <p:cNvPr id="477187" name="Rectangle 3">
            <a:extLst>
              <a:ext uri="{FF2B5EF4-FFF2-40B4-BE49-F238E27FC236}">
                <a16:creationId xmlns:a16="http://schemas.microsoft.com/office/drawing/2014/main" id="{50563E91-2B94-BC07-ADCC-41739772EA5B}"/>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8677122-DFD9-1836-FCC7-8AE8295AF8B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0723" name="Rectangle 3">
            <a:extLst>
              <a:ext uri="{FF2B5EF4-FFF2-40B4-BE49-F238E27FC236}">
                <a16:creationId xmlns:a16="http://schemas.microsoft.com/office/drawing/2014/main" id="{A76DE2BC-066D-1900-6BA5-DAB406D0EE6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30724" name="Rectangle 6">
            <a:extLst>
              <a:ext uri="{FF2B5EF4-FFF2-40B4-BE49-F238E27FC236}">
                <a16:creationId xmlns:a16="http://schemas.microsoft.com/office/drawing/2014/main" id="{CB0B3886-C495-02E2-1FB1-25070ECEC85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0725" name="Rectangle 7">
            <a:extLst>
              <a:ext uri="{FF2B5EF4-FFF2-40B4-BE49-F238E27FC236}">
                <a16:creationId xmlns:a16="http://schemas.microsoft.com/office/drawing/2014/main" id="{8E56657E-07F2-3BD9-3246-265164F21F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A27E528-B580-4150-93C3-04F94FD20EC4}" type="slidenum">
              <a:rPr lang="en-AU" altLang="en-US" sz="1200" smtClean="0">
                <a:latin typeface="Times New Roman" panose="02020603050405020304" pitchFamily="18" charset="0"/>
              </a:rPr>
              <a:pPr/>
              <a:t>12</a:t>
            </a:fld>
            <a:endParaRPr lang="en-AU" altLang="en-US" sz="1200">
              <a:latin typeface="Times New Roman" panose="02020603050405020304" pitchFamily="18" charset="0"/>
            </a:endParaRPr>
          </a:p>
        </p:txBody>
      </p:sp>
      <p:sp>
        <p:nvSpPr>
          <p:cNvPr id="30726" name="Rectangle 2">
            <a:extLst>
              <a:ext uri="{FF2B5EF4-FFF2-40B4-BE49-F238E27FC236}">
                <a16:creationId xmlns:a16="http://schemas.microsoft.com/office/drawing/2014/main" id="{554F432D-5F91-992B-2CF4-C641E25C7178}"/>
              </a:ext>
            </a:extLst>
          </p:cNvPr>
          <p:cNvSpPr>
            <a:spLocks noGrp="1" noRot="1" noChangeAspect="1" noChangeArrowheads="1" noTextEdit="1"/>
          </p:cNvSpPr>
          <p:nvPr>
            <p:ph type="sldImg"/>
          </p:nvPr>
        </p:nvSpPr>
        <p:spPr>
          <a:solidFill>
            <a:srgbClr val="FFFFFF"/>
          </a:solidFill>
          <a:ln/>
        </p:spPr>
      </p:sp>
      <p:sp>
        <p:nvSpPr>
          <p:cNvPr id="570371" name="Rectangle 3">
            <a:extLst>
              <a:ext uri="{FF2B5EF4-FFF2-40B4-BE49-F238E27FC236}">
                <a16:creationId xmlns:a16="http://schemas.microsoft.com/office/drawing/2014/main" id="{81C672FE-58A0-08BA-A3DD-0DD9BAE881D9}"/>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55909E-5EF4-6106-CA6D-0C33D1391FB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2771" name="Rectangle 3">
            <a:extLst>
              <a:ext uri="{FF2B5EF4-FFF2-40B4-BE49-F238E27FC236}">
                <a16:creationId xmlns:a16="http://schemas.microsoft.com/office/drawing/2014/main" id="{35AD5734-6EA8-55E2-1EF4-165B6E88F85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32772" name="Rectangle 6">
            <a:extLst>
              <a:ext uri="{FF2B5EF4-FFF2-40B4-BE49-F238E27FC236}">
                <a16:creationId xmlns:a16="http://schemas.microsoft.com/office/drawing/2014/main" id="{1663F00A-DC89-ADB0-75E0-E2AA2F2E308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2773" name="Rectangle 7">
            <a:extLst>
              <a:ext uri="{FF2B5EF4-FFF2-40B4-BE49-F238E27FC236}">
                <a16:creationId xmlns:a16="http://schemas.microsoft.com/office/drawing/2014/main" id="{136CA6A5-4C7C-6A8F-0BE5-18D912E48A5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62654A7-72A6-420A-9DBF-BD3A40B14D2D}" type="slidenum">
              <a:rPr lang="en-AU" altLang="en-US" sz="1200" smtClean="0">
                <a:latin typeface="Times New Roman" panose="02020603050405020304" pitchFamily="18" charset="0"/>
              </a:rPr>
              <a:pPr/>
              <a:t>13</a:t>
            </a:fld>
            <a:endParaRPr lang="en-AU" altLang="en-US" sz="1200">
              <a:latin typeface="Times New Roman" panose="02020603050405020304" pitchFamily="18" charset="0"/>
            </a:endParaRPr>
          </a:p>
        </p:txBody>
      </p:sp>
      <p:sp>
        <p:nvSpPr>
          <p:cNvPr id="32774" name="Rectangle 2">
            <a:extLst>
              <a:ext uri="{FF2B5EF4-FFF2-40B4-BE49-F238E27FC236}">
                <a16:creationId xmlns:a16="http://schemas.microsoft.com/office/drawing/2014/main" id="{C05E3AC1-0E1B-6433-1D4B-D8BC52AE7C41}"/>
              </a:ext>
            </a:extLst>
          </p:cNvPr>
          <p:cNvSpPr>
            <a:spLocks noGrp="1" noRot="1" noChangeAspect="1" noChangeArrowheads="1" noTextEdit="1"/>
          </p:cNvSpPr>
          <p:nvPr>
            <p:ph type="sldImg"/>
          </p:nvPr>
        </p:nvSpPr>
        <p:spPr>
          <a:ln/>
        </p:spPr>
      </p:sp>
      <p:sp>
        <p:nvSpPr>
          <p:cNvPr id="494595" name="Rectangle 3">
            <a:extLst>
              <a:ext uri="{FF2B5EF4-FFF2-40B4-BE49-F238E27FC236}">
                <a16:creationId xmlns:a16="http://schemas.microsoft.com/office/drawing/2014/main" id="{C37DED17-719D-8296-6F38-0F01F58BA7C7}"/>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FEC4E49-780D-EB67-47CE-DDF911679F8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4819" name="Rectangle 3">
            <a:extLst>
              <a:ext uri="{FF2B5EF4-FFF2-40B4-BE49-F238E27FC236}">
                <a16:creationId xmlns:a16="http://schemas.microsoft.com/office/drawing/2014/main" id="{51A02416-40ED-3A1A-E726-1784B6AFF74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34820" name="Rectangle 6">
            <a:extLst>
              <a:ext uri="{FF2B5EF4-FFF2-40B4-BE49-F238E27FC236}">
                <a16:creationId xmlns:a16="http://schemas.microsoft.com/office/drawing/2014/main" id="{0B284AD8-8C86-56AB-FAAB-B0A0A6B536E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4821" name="Rectangle 7">
            <a:extLst>
              <a:ext uri="{FF2B5EF4-FFF2-40B4-BE49-F238E27FC236}">
                <a16:creationId xmlns:a16="http://schemas.microsoft.com/office/drawing/2014/main" id="{90D72EB3-2015-9635-69E1-2C98520B84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35F20D7-8A48-4B90-8EC5-24C94BF9BFDA}" type="slidenum">
              <a:rPr lang="en-AU" altLang="en-US" sz="1200" smtClean="0">
                <a:latin typeface="Times New Roman" panose="02020603050405020304" pitchFamily="18" charset="0"/>
              </a:rPr>
              <a:pPr/>
              <a:t>14</a:t>
            </a:fld>
            <a:endParaRPr lang="en-AU" altLang="en-US" sz="1200">
              <a:latin typeface="Times New Roman" panose="02020603050405020304" pitchFamily="18" charset="0"/>
            </a:endParaRPr>
          </a:p>
        </p:txBody>
      </p:sp>
      <p:sp>
        <p:nvSpPr>
          <p:cNvPr id="34822" name="Rectangle 2">
            <a:extLst>
              <a:ext uri="{FF2B5EF4-FFF2-40B4-BE49-F238E27FC236}">
                <a16:creationId xmlns:a16="http://schemas.microsoft.com/office/drawing/2014/main" id="{4DEB8F17-0FAC-E300-D676-A23DEF41FE7D}"/>
              </a:ext>
            </a:extLst>
          </p:cNvPr>
          <p:cNvSpPr>
            <a:spLocks noGrp="1" noRot="1" noChangeAspect="1" noChangeArrowheads="1" noTextEdit="1"/>
          </p:cNvSpPr>
          <p:nvPr>
            <p:ph type="sldImg"/>
          </p:nvPr>
        </p:nvSpPr>
        <p:spPr>
          <a:solidFill>
            <a:srgbClr val="FFFFFF"/>
          </a:solidFill>
          <a:ln/>
        </p:spPr>
      </p:sp>
      <p:sp>
        <p:nvSpPr>
          <p:cNvPr id="542723" name="Rectangle 3">
            <a:extLst>
              <a:ext uri="{FF2B5EF4-FFF2-40B4-BE49-F238E27FC236}">
                <a16:creationId xmlns:a16="http://schemas.microsoft.com/office/drawing/2014/main" id="{4083622C-AEA4-99ED-7AA7-FF850584C18F}"/>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D1F47D1-D85A-FCC2-F1B9-02BBB561A38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6867" name="Rectangle 3">
            <a:extLst>
              <a:ext uri="{FF2B5EF4-FFF2-40B4-BE49-F238E27FC236}">
                <a16:creationId xmlns:a16="http://schemas.microsoft.com/office/drawing/2014/main" id="{A06BE458-38DD-BB90-0866-5D5452E36E5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36868" name="Rectangle 6">
            <a:extLst>
              <a:ext uri="{FF2B5EF4-FFF2-40B4-BE49-F238E27FC236}">
                <a16:creationId xmlns:a16="http://schemas.microsoft.com/office/drawing/2014/main" id="{E917B2A4-661B-D243-CFAC-EAE4DE1E460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6869" name="Rectangle 7">
            <a:extLst>
              <a:ext uri="{FF2B5EF4-FFF2-40B4-BE49-F238E27FC236}">
                <a16:creationId xmlns:a16="http://schemas.microsoft.com/office/drawing/2014/main" id="{5D00B719-18E5-4078-9EDA-C1944FF64A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37D0894-7AAB-45B8-891C-37DD42098E6D}" type="slidenum">
              <a:rPr lang="en-AU" altLang="en-US" sz="1200" smtClean="0">
                <a:latin typeface="Times New Roman" panose="02020603050405020304" pitchFamily="18" charset="0"/>
              </a:rPr>
              <a:pPr/>
              <a:t>15</a:t>
            </a:fld>
            <a:endParaRPr lang="en-AU" altLang="en-US" sz="1200">
              <a:latin typeface="Times New Roman" panose="02020603050405020304" pitchFamily="18" charset="0"/>
            </a:endParaRPr>
          </a:p>
        </p:txBody>
      </p:sp>
      <p:sp>
        <p:nvSpPr>
          <p:cNvPr id="36870" name="Rectangle 2">
            <a:extLst>
              <a:ext uri="{FF2B5EF4-FFF2-40B4-BE49-F238E27FC236}">
                <a16:creationId xmlns:a16="http://schemas.microsoft.com/office/drawing/2014/main" id="{AA2946B6-4887-B7D0-6DC9-D39FC46C9140}"/>
              </a:ext>
            </a:extLst>
          </p:cNvPr>
          <p:cNvSpPr>
            <a:spLocks noGrp="1" noRot="1" noChangeAspect="1" noChangeArrowheads="1" noTextEdit="1"/>
          </p:cNvSpPr>
          <p:nvPr>
            <p:ph type="sldImg"/>
          </p:nvPr>
        </p:nvSpPr>
        <p:spPr>
          <a:solidFill>
            <a:srgbClr val="FFFFFF"/>
          </a:solidFill>
          <a:ln/>
        </p:spPr>
      </p:sp>
      <p:sp>
        <p:nvSpPr>
          <p:cNvPr id="552963" name="Rectangle 3">
            <a:extLst>
              <a:ext uri="{FF2B5EF4-FFF2-40B4-BE49-F238E27FC236}">
                <a16:creationId xmlns:a16="http://schemas.microsoft.com/office/drawing/2014/main" id="{C0E6581A-1FDD-6E0D-B48C-E7DF8892B127}"/>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6AAB968-FAC0-5455-D6BE-28ABB955E08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38915" name="Rectangle 3">
            <a:extLst>
              <a:ext uri="{FF2B5EF4-FFF2-40B4-BE49-F238E27FC236}">
                <a16:creationId xmlns:a16="http://schemas.microsoft.com/office/drawing/2014/main" id="{31FBED65-4DA8-20F4-54DB-94B563E515C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38916" name="Rectangle 6">
            <a:extLst>
              <a:ext uri="{FF2B5EF4-FFF2-40B4-BE49-F238E27FC236}">
                <a16:creationId xmlns:a16="http://schemas.microsoft.com/office/drawing/2014/main" id="{623F2392-13FD-FE30-13D1-AEC01FACBFD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8917" name="Rectangle 7">
            <a:extLst>
              <a:ext uri="{FF2B5EF4-FFF2-40B4-BE49-F238E27FC236}">
                <a16:creationId xmlns:a16="http://schemas.microsoft.com/office/drawing/2014/main" id="{F945924E-BCFB-0976-D005-F574D02D6B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DF788AC-E589-4848-BD67-D4A9F6983028}" type="slidenum">
              <a:rPr lang="en-AU" altLang="en-US" sz="1200" smtClean="0">
                <a:latin typeface="Times New Roman" panose="02020603050405020304" pitchFamily="18" charset="0"/>
              </a:rPr>
              <a:pPr/>
              <a:t>16</a:t>
            </a:fld>
            <a:endParaRPr lang="en-AU" altLang="en-US" sz="1200">
              <a:latin typeface="Times New Roman" panose="02020603050405020304" pitchFamily="18" charset="0"/>
            </a:endParaRPr>
          </a:p>
        </p:txBody>
      </p:sp>
      <p:sp>
        <p:nvSpPr>
          <p:cNvPr id="38918" name="Rectangle 2">
            <a:extLst>
              <a:ext uri="{FF2B5EF4-FFF2-40B4-BE49-F238E27FC236}">
                <a16:creationId xmlns:a16="http://schemas.microsoft.com/office/drawing/2014/main" id="{F13BEEA6-656B-9637-1354-403F80DF0F7A}"/>
              </a:ext>
            </a:extLst>
          </p:cNvPr>
          <p:cNvSpPr>
            <a:spLocks noGrp="1" noRot="1" noChangeAspect="1" noChangeArrowheads="1" noTextEdit="1"/>
          </p:cNvSpPr>
          <p:nvPr>
            <p:ph type="sldImg"/>
          </p:nvPr>
        </p:nvSpPr>
        <p:spPr>
          <a:solidFill>
            <a:srgbClr val="FFFFFF"/>
          </a:solidFill>
          <a:ln/>
        </p:spPr>
      </p:sp>
      <p:sp>
        <p:nvSpPr>
          <p:cNvPr id="552963" name="Rectangle 3">
            <a:extLst>
              <a:ext uri="{FF2B5EF4-FFF2-40B4-BE49-F238E27FC236}">
                <a16:creationId xmlns:a16="http://schemas.microsoft.com/office/drawing/2014/main" id="{4F96B852-FB6F-8B5F-210C-DD816C8F3F5B}"/>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C396F7E-02E4-D9CD-A215-8B0519D1761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1987" name="Rectangle 3">
            <a:extLst>
              <a:ext uri="{FF2B5EF4-FFF2-40B4-BE49-F238E27FC236}">
                <a16:creationId xmlns:a16="http://schemas.microsoft.com/office/drawing/2014/main" id="{A35E9CD0-9D76-B9AB-E498-C32D8431139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41988" name="Rectangle 6">
            <a:extLst>
              <a:ext uri="{FF2B5EF4-FFF2-40B4-BE49-F238E27FC236}">
                <a16:creationId xmlns:a16="http://schemas.microsoft.com/office/drawing/2014/main" id="{D9206EC3-A02F-31FB-82A2-16CFD625087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1989" name="Rectangle 7">
            <a:extLst>
              <a:ext uri="{FF2B5EF4-FFF2-40B4-BE49-F238E27FC236}">
                <a16:creationId xmlns:a16="http://schemas.microsoft.com/office/drawing/2014/main" id="{C091F0F3-5CBE-1118-181D-C291A0698B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F71B18C-E454-4AA4-8964-FD2C60CE4ED6}" type="slidenum">
              <a:rPr lang="en-AU" altLang="en-US" sz="1200" smtClean="0">
                <a:latin typeface="Times New Roman" panose="02020603050405020304" pitchFamily="18" charset="0"/>
              </a:rPr>
              <a:pPr/>
              <a:t>18</a:t>
            </a:fld>
            <a:endParaRPr lang="en-AU" altLang="en-US" sz="1200">
              <a:latin typeface="Times New Roman" panose="02020603050405020304" pitchFamily="18" charset="0"/>
            </a:endParaRPr>
          </a:p>
        </p:txBody>
      </p:sp>
      <p:sp>
        <p:nvSpPr>
          <p:cNvPr id="41990" name="Rectangle 2">
            <a:extLst>
              <a:ext uri="{FF2B5EF4-FFF2-40B4-BE49-F238E27FC236}">
                <a16:creationId xmlns:a16="http://schemas.microsoft.com/office/drawing/2014/main" id="{DAF22175-877C-4F92-DB8E-84D6559D74FC}"/>
              </a:ext>
            </a:extLst>
          </p:cNvPr>
          <p:cNvSpPr>
            <a:spLocks noGrp="1" noRot="1" noChangeAspect="1" noChangeArrowheads="1" noTextEdit="1"/>
          </p:cNvSpPr>
          <p:nvPr>
            <p:ph type="sldImg"/>
          </p:nvPr>
        </p:nvSpPr>
        <p:spPr>
          <a:solidFill>
            <a:srgbClr val="FFFFFF"/>
          </a:solidFill>
          <a:ln/>
        </p:spPr>
      </p:sp>
      <p:sp>
        <p:nvSpPr>
          <p:cNvPr id="572419" name="Rectangle 3">
            <a:extLst>
              <a:ext uri="{FF2B5EF4-FFF2-40B4-BE49-F238E27FC236}">
                <a16:creationId xmlns:a16="http://schemas.microsoft.com/office/drawing/2014/main" id="{7B5285CF-BD33-C5FE-0AA8-042309785012}"/>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7622976-2EE5-698A-A824-32BB467A63E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4035" name="Rectangle 3">
            <a:extLst>
              <a:ext uri="{FF2B5EF4-FFF2-40B4-BE49-F238E27FC236}">
                <a16:creationId xmlns:a16="http://schemas.microsoft.com/office/drawing/2014/main" id="{611115A2-0035-0AED-2C41-D7E896679D8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44036" name="Rectangle 6">
            <a:extLst>
              <a:ext uri="{FF2B5EF4-FFF2-40B4-BE49-F238E27FC236}">
                <a16:creationId xmlns:a16="http://schemas.microsoft.com/office/drawing/2014/main" id="{357F46FC-CBBE-03BA-74A5-8CD3AC454AC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4037" name="Rectangle 7">
            <a:extLst>
              <a:ext uri="{FF2B5EF4-FFF2-40B4-BE49-F238E27FC236}">
                <a16:creationId xmlns:a16="http://schemas.microsoft.com/office/drawing/2014/main" id="{CE2563C0-ECC9-ECCB-73EF-1AE387E148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EF2463F-405F-48F7-90E1-0F945C174DE0}" type="slidenum">
              <a:rPr lang="en-AU" altLang="en-US" sz="1200" smtClean="0">
                <a:latin typeface="Times New Roman" panose="02020603050405020304" pitchFamily="18" charset="0"/>
              </a:rPr>
              <a:pPr/>
              <a:t>19</a:t>
            </a:fld>
            <a:endParaRPr lang="en-AU" altLang="en-US" sz="1200">
              <a:latin typeface="Times New Roman" panose="02020603050405020304" pitchFamily="18" charset="0"/>
            </a:endParaRPr>
          </a:p>
        </p:txBody>
      </p:sp>
      <p:sp>
        <p:nvSpPr>
          <p:cNvPr id="44038" name="Rectangle 2">
            <a:extLst>
              <a:ext uri="{FF2B5EF4-FFF2-40B4-BE49-F238E27FC236}">
                <a16:creationId xmlns:a16="http://schemas.microsoft.com/office/drawing/2014/main" id="{B499C602-09C8-9AD4-52F0-A99797B4F1D0}"/>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44039" name="Rectangle 3">
            <a:extLst>
              <a:ext uri="{FF2B5EF4-FFF2-40B4-BE49-F238E27FC236}">
                <a16:creationId xmlns:a16="http://schemas.microsoft.com/office/drawing/2014/main" id="{4DCEC4D9-9B86-B157-BEFC-BCA1D4CFB52F}"/>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r>
              <a:rPr lang="en-US" altLang="en-US">
                <a:latin typeface="Times New Roman" panose="02020603050405020304" pitchFamily="18" charset="0"/>
              </a:rPr>
              <a:t>I need to discuss here what inheritance ACTUALLY is -&gt; incremental derivation: change some ‘</a:t>
            </a:r>
            <a:r>
              <a:rPr lang="en-US" altLang="ja-JP">
                <a:latin typeface="Times New Roman" panose="02020603050405020304" pitchFamily="18" charset="0"/>
              </a:rPr>
              <a:t>behaviour</a:t>
            </a:r>
            <a:r>
              <a:rPr lang="en-US" altLang="en-US">
                <a:latin typeface="Times New Roman" panose="02020603050405020304" pitchFamily="18" charset="0"/>
              </a:rPr>
              <a:t>’</a:t>
            </a:r>
            <a:r>
              <a:rPr lang="en-US" altLang="ja-JP">
                <a:latin typeface="Times New Roman" panose="02020603050405020304" pitchFamily="18" charset="0"/>
              </a:rPr>
              <a:t> and adding new </a:t>
            </a:r>
            <a:r>
              <a:rPr lang="en-US" altLang="en-US">
                <a:latin typeface="Times New Roman" panose="02020603050405020304" pitchFamily="18" charset="0"/>
              </a:rPr>
              <a:t>‘</a:t>
            </a:r>
            <a:r>
              <a:rPr lang="en-US" altLang="ja-JP">
                <a:latin typeface="Times New Roman" panose="02020603050405020304" pitchFamily="18" charset="0"/>
              </a:rPr>
              <a:t>behaviour</a:t>
            </a:r>
            <a:r>
              <a:rPr lang="en-US" altLang="en-US">
                <a:latin typeface="Times New Roman" panose="02020603050405020304" pitchFamily="18" charset="0"/>
              </a:rPr>
              <a:t>’</a:t>
            </a:r>
            <a:r>
              <a:rPr lang="en-US" altLang="ja-JP">
                <a:latin typeface="Times New Roman" panose="02020603050405020304" pitchFamily="18" charset="0"/>
              </a:rPr>
              <a:t>…</a:t>
            </a:r>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2F2E76B-3496-AD89-B418-262FE8F95E5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6083" name="Rectangle 3">
            <a:extLst>
              <a:ext uri="{FF2B5EF4-FFF2-40B4-BE49-F238E27FC236}">
                <a16:creationId xmlns:a16="http://schemas.microsoft.com/office/drawing/2014/main" id="{412BD824-2F6D-CCD0-83D8-F53C3523370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46084" name="Rectangle 6">
            <a:extLst>
              <a:ext uri="{FF2B5EF4-FFF2-40B4-BE49-F238E27FC236}">
                <a16:creationId xmlns:a16="http://schemas.microsoft.com/office/drawing/2014/main" id="{22BE8F89-36BD-AE62-4B0B-D2B8FAF5B22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6085" name="Rectangle 7">
            <a:extLst>
              <a:ext uri="{FF2B5EF4-FFF2-40B4-BE49-F238E27FC236}">
                <a16:creationId xmlns:a16="http://schemas.microsoft.com/office/drawing/2014/main" id="{6C8EC3D2-42B3-62FE-C223-FFC2E71172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8A953B2-1AC7-4E92-831E-8BA7AD05C9E1}" type="slidenum">
              <a:rPr lang="en-AU" altLang="en-US" sz="1200" smtClean="0">
                <a:latin typeface="Times New Roman" panose="02020603050405020304" pitchFamily="18" charset="0"/>
              </a:rPr>
              <a:pPr/>
              <a:t>20</a:t>
            </a:fld>
            <a:endParaRPr lang="en-AU" altLang="en-US" sz="1200">
              <a:latin typeface="Times New Roman" panose="02020603050405020304" pitchFamily="18" charset="0"/>
            </a:endParaRPr>
          </a:p>
        </p:txBody>
      </p:sp>
      <p:sp>
        <p:nvSpPr>
          <p:cNvPr id="46086" name="Rectangle 2">
            <a:extLst>
              <a:ext uri="{FF2B5EF4-FFF2-40B4-BE49-F238E27FC236}">
                <a16:creationId xmlns:a16="http://schemas.microsoft.com/office/drawing/2014/main" id="{ACFD129C-9479-C29F-F0B9-7728824B5E07}"/>
              </a:ext>
            </a:extLst>
          </p:cNvPr>
          <p:cNvSpPr>
            <a:spLocks noGrp="1" noRot="1" noChangeAspect="1" noChangeArrowheads="1" noTextEdit="1"/>
          </p:cNvSpPr>
          <p:nvPr>
            <p:ph type="sldImg"/>
          </p:nvPr>
        </p:nvSpPr>
        <p:spPr>
          <a:ln/>
        </p:spPr>
      </p:sp>
      <p:sp>
        <p:nvSpPr>
          <p:cNvPr id="504835" name="Rectangle 3">
            <a:extLst>
              <a:ext uri="{FF2B5EF4-FFF2-40B4-BE49-F238E27FC236}">
                <a16:creationId xmlns:a16="http://schemas.microsoft.com/office/drawing/2014/main" id="{FAB35E4E-1465-3D47-4F37-870E0863CAA8}"/>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AE2695A-EF2D-67D6-71AD-0EC32AABE4F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48131" name="Rectangle 3">
            <a:extLst>
              <a:ext uri="{FF2B5EF4-FFF2-40B4-BE49-F238E27FC236}">
                <a16:creationId xmlns:a16="http://schemas.microsoft.com/office/drawing/2014/main" id="{B9FE43A1-63EB-304B-EF22-5D7C4C3231B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48132" name="Rectangle 6">
            <a:extLst>
              <a:ext uri="{FF2B5EF4-FFF2-40B4-BE49-F238E27FC236}">
                <a16:creationId xmlns:a16="http://schemas.microsoft.com/office/drawing/2014/main" id="{FB6EF978-32AB-5A78-E36F-D78879D8051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8133" name="Rectangle 7">
            <a:extLst>
              <a:ext uri="{FF2B5EF4-FFF2-40B4-BE49-F238E27FC236}">
                <a16:creationId xmlns:a16="http://schemas.microsoft.com/office/drawing/2014/main" id="{32146459-EE71-3944-E964-95C6E115B6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507E69D-6B5F-47B8-98A4-5E199142AC89}" type="slidenum">
              <a:rPr lang="en-AU" altLang="en-US" sz="1200" smtClean="0">
                <a:latin typeface="Times New Roman" panose="02020603050405020304" pitchFamily="18" charset="0"/>
              </a:rPr>
              <a:pPr/>
              <a:t>21</a:t>
            </a:fld>
            <a:endParaRPr lang="en-AU" altLang="en-US" sz="1200">
              <a:latin typeface="Times New Roman" panose="02020603050405020304" pitchFamily="18" charset="0"/>
            </a:endParaRPr>
          </a:p>
        </p:txBody>
      </p:sp>
      <p:sp>
        <p:nvSpPr>
          <p:cNvPr id="48134" name="Rectangle 2">
            <a:extLst>
              <a:ext uri="{FF2B5EF4-FFF2-40B4-BE49-F238E27FC236}">
                <a16:creationId xmlns:a16="http://schemas.microsoft.com/office/drawing/2014/main" id="{DE4BE681-D2EB-5B67-B6A1-331318010B65}"/>
              </a:ext>
            </a:extLst>
          </p:cNvPr>
          <p:cNvSpPr>
            <a:spLocks noGrp="1" noRot="1" noChangeAspect="1" noChangeArrowheads="1" noTextEdit="1"/>
          </p:cNvSpPr>
          <p:nvPr>
            <p:ph type="sldImg"/>
          </p:nvPr>
        </p:nvSpPr>
        <p:spPr>
          <a:ln/>
        </p:spPr>
      </p:sp>
      <p:sp>
        <p:nvSpPr>
          <p:cNvPr id="519171" name="Rectangle 3">
            <a:extLst>
              <a:ext uri="{FF2B5EF4-FFF2-40B4-BE49-F238E27FC236}">
                <a16:creationId xmlns:a16="http://schemas.microsoft.com/office/drawing/2014/main" id="{E51C67DC-5DB4-6C20-DDFB-C87857093C51}"/>
              </a:ext>
            </a:extLst>
          </p:cNvPr>
          <p:cNvSpPr>
            <a:spLocks noGrp="1" noChangeArrowheads="1"/>
          </p:cNvSpPr>
          <p:nvPr>
            <p:ph type="body" idx="1"/>
          </p:nvPr>
        </p:nvSpPr>
        <p:spPr/>
        <p:txBody>
          <a:bodyPr/>
          <a:lstStyle/>
          <a:p>
            <a:pPr>
              <a:defRPr/>
            </a:pPr>
            <a:endParaRPr lang="en-US" dirty="0">
              <a:ea typeface="ＭＳ Ｐゴシック" charset="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48F9343-553D-48E8-E136-E0E37446DD0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0179" name="Rectangle 3">
            <a:extLst>
              <a:ext uri="{FF2B5EF4-FFF2-40B4-BE49-F238E27FC236}">
                <a16:creationId xmlns:a16="http://schemas.microsoft.com/office/drawing/2014/main" id="{532FBF17-94F2-A0E0-68FA-E07826C835D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50180" name="Rectangle 6">
            <a:extLst>
              <a:ext uri="{FF2B5EF4-FFF2-40B4-BE49-F238E27FC236}">
                <a16:creationId xmlns:a16="http://schemas.microsoft.com/office/drawing/2014/main" id="{26842F19-9348-E1F3-292B-A12C3DE65E6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0181" name="Rectangle 7">
            <a:extLst>
              <a:ext uri="{FF2B5EF4-FFF2-40B4-BE49-F238E27FC236}">
                <a16:creationId xmlns:a16="http://schemas.microsoft.com/office/drawing/2014/main" id="{9D62D2AB-2EBD-DCF6-2183-0FBDC31D8E8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1095EA3-F83C-4F54-8D5E-2D885AD27E19}" type="slidenum">
              <a:rPr lang="en-AU" altLang="en-US" sz="1200" smtClean="0">
                <a:latin typeface="Times New Roman" panose="02020603050405020304" pitchFamily="18" charset="0"/>
              </a:rPr>
              <a:pPr/>
              <a:t>22</a:t>
            </a:fld>
            <a:endParaRPr lang="en-AU" altLang="en-US" sz="1200">
              <a:latin typeface="Times New Roman" panose="02020603050405020304" pitchFamily="18" charset="0"/>
            </a:endParaRPr>
          </a:p>
        </p:txBody>
      </p:sp>
      <p:sp>
        <p:nvSpPr>
          <p:cNvPr id="50182" name="Rectangle 2">
            <a:extLst>
              <a:ext uri="{FF2B5EF4-FFF2-40B4-BE49-F238E27FC236}">
                <a16:creationId xmlns:a16="http://schemas.microsoft.com/office/drawing/2014/main" id="{B12C014F-D683-C95E-F9D7-B50287EBB4C3}"/>
              </a:ext>
            </a:extLst>
          </p:cNvPr>
          <p:cNvSpPr>
            <a:spLocks noGrp="1" noRot="1" noChangeAspect="1" noChangeArrowheads="1" noTextEdit="1"/>
          </p:cNvSpPr>
          <p:nvPr>
            <p:ph type="sldImg"/>
          </p:nvPr>
        </p:nvSpPr>
        <p:spPr>
          <a:ln/>
        </p:spPr>
      </p:sp>
      <p:sp>
        <p:nvSpPr>
          <p:cNvPr id="520195" name="Rectangle 3">
            <a:extLst>
              <a:ext uri="{FF2B5EF4-FFF2-40B4-BE49-F238E27FC236}">
                <a16:creationId xmlns:a16="http://schemas.microsoft.com/office/drawing/2014/main" id="{92470016-1E6E-E165-F2AC-859CCCADFA52}"/>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043FB2A-FC26-52C9-7F3A-C3A13836E42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2227" name="Rectangle 3">
            <a:extLst>
              <a:ext uri="{FF2B5EF4-FFF2-40B4-BE49-F238E27FC236}">
                <a16:creationId xmlns:a16="http://schemas.microsoft.com/office/drawing/2014/main" id="{495560F0-9C04-F85E-A2CC-5793A3A72E5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52228" name="Rectangle 6">
            <a:extLst>
              <a:ext uri="{FF2B5EF4-FFF2-40B4-BE49-F238E27FC236}">
                <a16:creationId xmlns:a16="http://schemas.microsoft.com/office/drawing/2014/main" id="{75BFA1FE-389A-69B1-EDE8-DD9B0540BBF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2229" name="Rectangle 7">
            <a:extLst>
              <a:ext uri="{FF2B5EF4-FFF2-40B4-BE49-F238E27FC236}">
                <a16:creationId xmlns:a16="http://schemas.microsoft.com/office/drawing/2014/main" id="{58A48C41-282B-AA43-7D7F-8503BFAEF0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599A840-7149-44EB-9C2B-CE7FDE9FEBBA}" type="slidenum">
              <a:rPr lang="en-AU" altLang="en-US" sz="1200" smtClean="0">
                <a:latin typeface="Times New Roman" panose="02020603050405020304" pitchFamily="18" charset="0"/>
              </a:rPr>
              <a:pPr/>
              <a:t>23</a:t>
            </a:fld>
            <a:endParaRPr lang="en-AU" altLang="en-US" sz="1200">
              <a:latin typeface="Times New Roman" panose="02020603050405020304" pitchFamily="18" charset="0"/>
            </a:endParaRPr>
          </a:p>
        </p:txBody>
      </p:sp>
      <p:sp>
        <p:nvSpPr>
          <p:cNvPr id="52230" name="Rectangle 2">
            <a:extLst>
              <a:ext uri="{FF2B5EF4-FFF2-40B4-BE49-F238E27FC236}">
                <a16:creationId xmlns:a16="http://schemas.microsoft.com/office/drawing/2014/main" id="{4A700A8E-4387-2F7F-AE8F-ED9F1AE58AD3}"/>
              </a:ext>
            </a:extLst>
          </p:cNvPr>
          <p:cNvSpPr>
            <a:spLocks noGrp="1" noRot="1" noChangeAspect="1" noChangeArrowheads="1" noTextEdit="1"/>
          </p:cNvSpPr>
          <p:nvPr>
            <p:ph type="sldImg"/>
          </p:nvPr>
        </p:nvSpPr>
        <p:spPr>
          <a:solidFill>
            <a:srgbClr val="FFFFFF"/>
          </a:solidFill>
          <a:ln/>
        </p:spPr>
      </p:sp>
      <p:sp>
        <p:nvSpPr>
          <p:cNvPr id="546819" name="Rectangle 3">
            <a:extLst>
              <a:ext uri="{FF2B5EF4-FFF2-40B4-BE49-F238E27FC236}">
                <a16:creationId xmlns:a16="http://schemas.microsoft.com/office/drawing/2014/main" id="{FDB7091E-444D-B561-4E7A-4AC2B3D90D02}"/>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A93EEA5-E1B9-C34E-D7B3-F6E262FBC66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4275" name="Rectangle 3">
            <a:extLst>
              <a:ext uri="{FF2B5EF4-FFF2-40B4-BE49-F238E27FC236}">
                <a16:creationId xmlns:a16="http://schemas.microsoft.com/office/drawing/2014/main" id="{03ABA19E-B7A8-9ECC-09EF-F63E1478F4C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54276" name="Rectangle 6">
            <a:extLst>
              <a:ext uri="{FF2B5EF4-FFF2-40B4-BE49-F238E27FC236}">
                <a16:creationId xmlns:a16="http://schemas.microsoft.com/office/drawing/2014/main" id="{E7A0650A-7BF4-F4FB-C090-A01AEF80EBD2}"/>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4277" name="Rectangle 7">
            <a:extLst>
              <a:ext uri="{FF2B5EF4-FFF2-40B4-BE49-F238E27FC236}">
                <a16:creationId xmlns:a16="http://schemas.microsoft.com/office/drawing/2014/main" id="{E4FF944C-CC08-F186-1D79-B8421FB22C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4473FC2-2958-4C70-B8DD-1FB5DEC79380}" type="slidenum">
              <a:rPr lang="en-AU" altLang="en-US" sz="1200" smtClean="0">
                <a:latin typeface="Times New Roman" panose="02020603050405020304" pitchFamily="18" charset="0"/>
              </a:rPr>
              <a:pPr/>
              <a:t>24</a:t>
            </a:fld>
            <a:endParaRPr lang="en-AU" altLang="en-US" sz="1200">
              <a:latin typeface="Times New Roman" panose="02020603050405020304" pitchFamily="18" charset="0"/>
            </a:endParaRPr>
          </a:p>
        </p:txBody>
      </p:sp>
      <p:sp>
        <p:nvSpPr>
          <p:cNvPr id="54278" name="Rectangle 2">
            <a:extLst>
              <a:ext uri="{FF2B5EF4-FFF2-40B4-BE49-F238E27FC236}">
                <a16:creationId xmlns:a16="http://schemas.microsoft.com/office/drawing/2014/main" id="{D03131E0-E94A-32AA-3503-D88EE2F6F1FB}"/>
              </a:ext>
            </a:extLst>
          </p:cNvPr>
          <p:cNvSpPr>
            <a:spLocks noGrp="1" noRot="1" noChangeAspect="1" noChangeArrowheads="1" noTextEdit="1"/>
          </p:cNvSpPr>
          <p:nvPr>
            <p:ph type="sldImg"/>
          </p:nvPr>
        </p:nvSpPr>
        <p:spPr>
          <a:solidFill>
            <a:srgbClr val="FFFFFF"/>
          </a:solidFill>
          <a:ln/>
        </p:spPr>
      </p:sp>
      <p:sp>
        <p:nvSpPr>
          <p:cNvPr id="544771" name="Rectangle 3">
            <a:extLst>
              <a:ext uri="{FF2B5EF4-FFF2-40B4-BE49-F238E27FC236}">
                <a16:creationId xmlns:a16="http://schemas.microsoft.com/office/drawing/2014/main" id="{E290C197-42E3-BF32-B273-ACFBB2534C7F}"/>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06F1525-CE28-7B1E-76F4-9B08C3BAFEA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6323" name="Rectangle 3">
            <a:extLst>
              <a:ext uri="{FF2B5EF4-FFF2-40B4-BE49-F238E27FC236}">
                <a16:creationId xmlns:a16="http://schemas.microsoft.com/office/drawing/2014/main" id="{EE753FC5-7571-C178-E517-BF4BDDAD96E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56324" name="Rectangle 6">
            <a:extLst>
              <a:ext uri="{FF2B5EF4-FFF2-40B4-BE49-F238E27FC236}">
                <a16:creationId xmlns:a16="http://schemas.microsoft.com/office/drawing/2014/main" id="{374448CF-878D-B6AC-7831-184B126737D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6325" name="Rectangle 7">
            <a:extLst>
              <a:ext uri="{FF2B5EF4-FFF2-40B4-BE49-F238E27FC236}">
                <a16:creationId xmlns:a16="http://schemas.microsoft.com/office/drawing/2014/main" id="{9BC799F2-3C39-D9D3-3AD8-F16C7E1301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33B8797-68CD-4B1A-ACA0-C9F496E76333}" type="slidenum">
              <a:rPr lang="en-AU" altLang="en-US" sz="1200" smtClean="0">
                <a:latin typeface="Times New Roman" panose="02020603050405020304" pitchFamily="18" charset="0"/>
              </a:rPr>
              <a:pPr/>
              <a:t>25</a:t>
            </a:fld>
            <a:endParaRPr lang="en-AU" altLang="en-US" sz="1200">
              <a:latin typeface="Times New Roman" panose="02020603050405020304" pitchFamily="18" charset="0"/>
            </a:endParaRPr>
          </a:p>
        </p:txBody>
      </p:sp>
      <p:sp>
        <p:nvSpPr>
          <p:cNvPr id="56326" name="Rectangle 2">
            <a:extLst>
              <a:ext uri="{FF2B5EF4-FFF2-40B4-BE49-F238E27FC236}">
                <a16:creationId xmlns:a16="http://schemas.microsoft.com/office/drawing/2014/main" id="{9360F176-BE8E-6160-FCA6-3B905D0DFFDD}"/>
              </a:ext>
            </a:extLst>
          </p:cNvPr>
          <p:cNvSpPr>
            <a:spLocks noGrp="1" noRot="1" noChangeAspect="1" noChangeArrowheads="1" noTextEdit="1"/>
          </p:cNvSpPr>
          <p:nvPr>
            <p:ph type="sldImg"/>
          </p:nvPr>
        </p:nvSpPr>
        <p:spPr>
          <a:solidFill>
            <a:srgbClr val="FFFFFF"/>
          </a:solidFill>
          <a:ln/>
        </p:spPr>
      </p:sp>
      <p:sp>
        <p:nvSpPr>
          <p:cNvPr id="544771" name="Rectangle 3">
            <a:extLst>
              <a:ext uri="{FF2B5EF4-FFF2-40B4-BE49-F238E27FC236}">
                <a16:creationId xmlns:a16="http://schemas.microsoft.com/office/drawing/2014/main" id="{F5B4CEA1-8374-AA43-7DA2-9CF6382DFCC4}"/>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8580DBC-CAF4-0A23-A943-38B61B9010A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58371" name="Rectangle 3">
            <a:extLst>
              <a:ext uri="{FF2B5EF4-FFF2-40B4-BE49-F238E27FC236}">
                <a16:creationId xmlns:a16="http://schemas.microsoft.com/office/drawing/2014/main" id="{C3F78603-1372-71CD-E80B-1BC9D88E2BB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58372" name="Rectangle 6">
            <a:extLst>
              <a:ext uri="{FF2B5EF4-FFF2-40B4-BE49-F238E27FC236}">
                <a16:creationId xmlns:a16="http://schemas.microsoft.com/office/drawing/2014/main" id="{9706F871-7CBA-7CF6-BB83-459499A3253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8373" name="Rectangle 7">
            <a:extLst>
              <a:ext uri="{FF2B5EF4-FFF2-40B4-BE49-F238E27FC236}">
                <a16:creationId xmlns:a16="http://schemas.microsoft.com/office/drawing/2014/main" id="{0A0D79E3-E485-7228-9402-C0165C6D82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6DDE201-46EB-4E59-98EB-D16388C1F56B}" type="slidenum">
              <a:rPr lang="en-AU" altLang="en-US" sz="1200" smtClean="0">
                <a:latin typeface="Times New Roman" panose="02020603050405020304" pitchFamily="18" charset="0"/>
              </a:rPr>
              <a:pPr/>
              <a:t>26</a:t>
            </a:fld>
            <a:endParaRPr lang="en-AU" altLang="en-US" sz="1200">
              <a:latin typeface="Times New Roman" panose="02020603050405020304" pitchFamily="18" charset="0"/>
            </a:endParaRPr>
          </a:p>
        </p:txBody>
      </p:sp>
      <p:sp>
        <p:nvSpPr>
          <p:cNvPr id="58374" name="Rectangle 2">
            <a:extLst>
              <a:ext uri="{FF2B5EF4-FFF2-40B4-BE49-F238E27FC236}">
                <a16:creationId xmlns:a16="http://schemas.microsoft.com/office/drawing/2014/main" id="{5C4BB2D3-C3FC-7EF0-91A5-F1EDC3321EDA}"/>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79235" name="Rectangle 3">
            <a:extLst>
              <a:ext uri="{FF2B5EF4-FFF2-40B4-BE49-F238E27FC236}">
                <a16:creationId xmlns:a16="http://schemas.microsoft.com/office/drawing/2014/main" id="{41B7ACA4-1ED9-A0C3-12ED-0AF76C848B8A}"/>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59891FCF-FD0B-8DD1-F94E-8643CD499BC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0419" name="Rectangle 3">
            <a:extLst>
              <a:ext uri="{FF2B5EF4-FFF2-40B4-BE49-F238E27FC236}">
                <a16:creationId xmlns:a16="http://schemas.microsoft.com/office/drawing/2014/main" id="{D1393BA0-95AD-6382-A295-441CD6E4E26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60420" name="Rectangle 6">
            <a:extLst>
              <a:ext uri="{FF2B5EF4-FFF2-40B4-BE49-F238E27FC236}">
                <a16:creationId xmlns:a16="http://schemas.microsoft.com/office/drawing/2014/main" id="{3601F10C-5AB9-7B68-0CF8-CA3B43E0594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0421" name="Rectangle 7">
            <a:extLst>
              <a:ext uri="{FF2B5EF4-FFF2-40B4-BE49-F238E27FC236}">
                <a16:creationId xmlns:a16="http://schemas.microsoft.com/office/drawing/2014/main" id="{C3430CA1-D74D-F0FB-AD2C-2CB1DBCFD3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0FA7ED9-E7A2-4716-A942-D0634A317EE5}" type="slidenum">
              <a:rPr lang="en-AU" altLang="en-US" sz="1200" smtClean="0">
                <a:latin typeface="Times New Roman" panose="02020603050405020304" pitchFamily="18" charset="0"/>
              </a:rPr>
              <a:pPr/>
              <a:t>27</a:t>
            </a:fld>
            <a:endParaRPr lang="en-AU" altLang="en-US" sz="1200">
              <a:latin typeface="Times New Roman" panose="02020603050405020304" pitchFamily="18" charset="0"/>
            </a:endParaRPr>
          </a:p>
        </p:txBody>
      </p:sp>
      <p:sp>
        <p:nvSpPr>
          <p:cNvPr id="60422" name="Rectangle 1026">
            <a:extLst>
              <a:ext uri="{FF2B5EF4-FFF2-40B4-BE49-F238E27FC236}">
                <a16:creationId xmlns:a16="http://schemas.microsoft.com/office/drawing/2014/main" id="{02139759-7472-9664-A665-E8D7F76012B2}"/>
              </a:ext>
            </a:extLst>
          </p:cNvPr>
          <p:cNvSpPr>
            <a:spLocks noGrp="1" noRot="1" noChangeAspect="1" noChangeArrowheads="1" noTextEdit="1"/>
          </p:cNvSpPr>
          <p:nvPr>
            <p:ph type="sldImg"/>
          </p:nvPr>
        </p:nvSpPr>
        <p:spPr>
          <a:ln/>
        </p:spPr>
      </p:sp>
      <p:sp>
        <p:nvSpPr>
          <p:cNvPr id="495619" name="Rectangle 1027">
            <a:extLst>
              <a:ext uri="{FF2B5EF4-FFF2-40B4-BE49-F238E27FC236}">
                <a16:creationId xmlns:a16="http://schemas.microsoft.com/office/drawing/2014/main" id="{49E4CDF9-2E81-8B4B-255A-5A2F28A3681E}"/>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8DF6CF82-9CAE-3209-9D75-13D3671FEAF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2467" name="Rectangle 3">
            <a:extLst>
              <a:ext uri="{FF2B5EF4-FFF2-40B4-BE49-F238E27FC236}">
                <a16:creationId xmlns:a16="http://schemas.microsoft.com/office/drawing/2014/main" id="{397FEDDC-74E9-9FA6-C0E5-719D90D6DA0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62468" name="Rectangle 6">
            <a:extLst>
              <a:ext uri="{FF2B5EF4-FFF2-40B4-BE49-F238E27FC236}">
                <a16:creationId xmlns:a16="http://schemas.microsoft.com/office/drawing/2014/main" id="{B7E7F4B0-3E20-C2CD-752A-20792094562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2469" name="Rectangle 7">
            <a:extLst>
              <a:ext uri="{FF2B5EF4-FFF2-40B4-BE49-F238E27FC236}">
                <a16:creationId xmlns:a16="http://schemas.microsoft.com/office/drawing/2014/main" id="{3FFFDD49-EFB5-1269-0FCC-2046D725EA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B4A4511-6BE4-464B-9022-E37CA5173E7B}" type="slidenum">
              <a:rPr lang="en-AU" altLang="en-US" sz="1200" smtClean="0">
                <a:latin typeface="Times New Roman" panose="02020603050405020304" pitchFamily="18" charset="0"/>
              </a:rPr>
              <a:pPr/>
              <a:t>28</a:t>
            </a:fld>
            <a:endParaRPr lang="en-AU" altLang="en-US" sz="1200">
              <a:latin typeface="Times New Roman" panose="02020603050405020304" pitchFamily="18" charset="0"/>
            </a:endParaRPr>
          </a:p>
        </p:txBody>
      </p:sp>
      <p:sp>
        <p:nvSpPr>
          <p:cNvPr id="62470" name="Rectangle 2">
            <a:extLst>
              <a:ext uri="{FF2B5EF4-FFF2-40B4-BE49-F238E27FC236}">
                <a16:creationId xmlns:a16="http://schemas.microsoft.com/office/drawing/2014/main" id="{59CE6710-AC79-5B74-EF35-8CA71585FBD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81283" name="Rectangle 3">
            <a:extLst>
              <a:ext uri="{FF2B5EF4-FFF2-40B4-BE49-F238E27FC236}">
                <a16:creationId xmlns:a16="http://schemas.microsoft.com/office/drawing/2014/main" id="{9CADEE5D-3A5F-9C28-408B-4186083653A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FF1DA3C4-2F02-F732-C36C-3DFF0DB09AD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4515" name="Rectangle 3">
            <a:extLst>
              <a:ext uri="{FF2B5EF4-FFF2-40B4-BE49-F238E27FC236}">
                <a16:creationId xmlns:a16="http://schemas.microsoft.com/office/drawing/2014/main" id="{C8958ED0-891F-44EA-97F9-89173117394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64516" name="Rectangle 6">
            <a:extLst>
              <a:ext uri="{FF2B5EF4-FFF2-40B4-BE49-F238E27FC236}">
                <a16:creationId xmlns:a16="http://schemas.microsoft.com/office/drawing/2014/main" id="{FC288E07-5DC1-B474-BFCB-90A1AC5E701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4517" name="Rectangle 7">
            <a:extLst>
              <a:ext uri="{FF2B5EF4-FFF2-40B4-BE49-F238E27FC236}">
                <a16:creationId xmlns:a16="http://schemas.microsoft.com/office/drawing/2014/main" id="{EC49659E-6D31-137D-269D-3E501B14BE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FDEDDA7-C54A-4783-869C-32E24EA070BC}" type="slidenum">
              <a:rPr lang="en-AU" altLang="en-US" sz="1200" smtClean="0">
                <a:latin typeface="Times New Roman" panose="02020603050405020304" pitchFamily="18" charset="0"/>
              </a:rPr>
              <a:pPr/>
              <a:t>29</a:t>
            </a:fld>
            <a:endParaRPr lang="en-AU" altLang="en-US" sz="1200">
              <a:latin typeface="Times New Roman" panose="02020603050405020304" pitchFamily="18" charset="0"/>
            </a:endParaRPr>
          </a:p>
        </p:txBody>
      </p:sp>
      <p:sp>
        <p:nvSpPr>
          <p:cNvPr id="64518" name="Rectangle 2">
            <a:extLst>
              <a:ext uri="{FF2B5EF4-FFF2-40B4-BE49-F238E27FC236}">
                <a16:creationId xmlns:a16="http://schemas.microsoft.com/office/drawing/2014/main" id="{EF87DF15-3706-1DA4-18FE-C16C1735C31B}"/>
              </a:ext>
            </a:extLst>
          </p:cNvPr>
          <p:cNvSpPr>
            <a:spLocks noGrp="1" noRot="1" noChangeAspect="1" noChangeArrowheads="1" noTextEdit="1"/>
          </p:cNvSpPr>
          <p:nvPr>
            <p:ph type="sldImg"/>
          </p:nvPr>
        </p:nvSpPr>
        <p:spPr>
          <a:ln/>
        </p:spPr>
      </p:sp>
      <p:sp>
        <p:nvSpPr>
          <p:cNvPr id="528387" name="Rectangle 3">
            <a:extLst>
              <a:ext uri="{FF2B5EF4-FFF2-40B4-BE49-F238E27FC236}">
                <a16:creationId xmlns:a16="http://schemas.microsoft.com/office/drawing/2014/main" id="{DFE932D3-47B1-F4DC-49E6-F4E18BE9A67B}"/>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7AA09BA-911F-C0F6-8B44-3BA1E793805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6563" name="Rectangle 3">
            <a:extLst>
              <a:ext uri="{FF2B5EF4-FFF2-40B4-BE49-F238E27FC236}">
                <a16:creationId xmlns:a16="http://schemas.microsoft.com/office/drawing/2014/main" id="{134A4C84-E28D-1272-A406-5871C90EDBA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66564" name="Rectangle 6">
            <a:extLst>
              <a:ext uri="{FF2B5EF4-FFF2-40B4-BE49-F238E27FC236}">
                <a16:creationId xmlns:a16="http://schemas.microsoft.com/office/drawing/2014/main" id="{B421CEAD-9623-D093-1936-EF747EC659F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6565" name="Rectangle 7">
            <a:extLst>
              <a:ext uri="{FF2B5EF4-FFF2-40B4-BE49-F238E27FC236}">
                <a16:creationId xmlns:a16="http://schemas.microsoft.com/office/drawing/2014/main" id="{CAC8AB23-CD0D-131D-948C-37D1A340741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1237886-5CFD-4621-9F14-AC11B2D763F6}" type="slidenum">
              <a:rPr lang="en-AU" altLang="en-US" sz="1200" smtClean="0">
                <a:latin typeface="Times New Roman" panose="02020603050405020304" pitchFamily="18" charset="0"/>
              </a:rPr>
              <a:pPr/>
              <a:t>30</a:t>
            </a:fld>
            <a:endParaRPr lang="en-AU" altLang="en-US" sz="1200">
              <a:latin typeface="Times New Roman" panose="02020603050405020304" pitchFamily="18" charset="0"/>
            </a:endParaRPr>
          </a:p>
        </p:txBody>
      </p:sp>
      <p:sp>
        <p:nvSpPr>
          <p:cNvPr id="66566" name="Rectangle 2">
            <a:extLst>
              <a:ext uri="{FF2B5EF4-FFF2-40B4-BE49-F238E27FC236}">
                <a16:creationId xmlns:a16="http://schemas.microsoft.com/office/drawing/2014/main" id="{748B10A2-2647-393B-011B-178A77B03BF3}"/>
              </a:ext>
            </a:extLst>
          </p:cNvPr>
          <p:cNvSpPr>
            <a:spLocks noGrp="1" noRot="1" noChangeAspect="1" noChangeArrowheads="1" noTextEdit="1"/>
          </p:cNvSpPr>
          <p:nvPr>
            <p:ph type="sldImg"/>
          </p:nvPr>
        </p:nvSpPr>
        <p:spPr>
          <a:ln/>
        </p:spPr>
      </p:sp>
      <p:sp>
        <p:nvSpPr>
          <p:cNvPr id="496643" name="Rectangle 3">
            <a:extLst>
              <a:ext uri="{FF2B5EF4-FFF2-40B4-BE49-F238E27FC236}">
                <a16:creationId xmlns:a16="http://schemas.microsoft.com/office/drawing/2014/main" id="{9D4E92B6-13F5-14A1-1025-A5FF322B319F}"/>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7AD3A6A-202B-A701-CD69-704F689961C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68611" name="Rectangle 3">
            <a:extLst>
              <a:ext uri="{FF2B5EF4-FFF2-40B4-BE49-F238E27FC236}">
                <a16:creationId xmlns:a16="http://schemas.microsoft.com/office/drawing/2014/main" id="{21A447AD-0FC8-A799-3AD2-74A4019FBCF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68612" name="Rectangle 6">
            <a:extLst>
              <a:ext uri="{FF2B5EF4-FFF2-40B4-BE49-F238E27FC236}">
                <a16:creationId xmlns:a16="http://schemas.microsoft.com/office/drawing/2014/main" id="{63DEB629-3E6F-6FD2-DAEE-8C3BCB1E22B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8613" name="Rectangle 7">
            <a:extLst>
              <a:ext uri="{FF2B5EF4-FFF2-40B4-BE49-F238E27FC236}">
                <a16:creationId xmlns:a16="http://schemas.microsoft.com/office/drawing/2014/main" id="{4C11A40D-650C-F68E-5AD3-C467FA6223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2C68221-2EDA-4112-BD61-90635D5690FA}" type="slidenum">
              <a:rPr lang="en-AU" altLang="en-US" sz="1200" smtClean="0">
                <a:latin typeface="Times New Roman" panose="02020603050405020304" pitchFamily="18" charset="0"/>
              </a:rPr>
              <a:pPr/>
              <a:t>31</a:t>
            </a:fld>
            <a:endParaRPr lang="en-AU" altLang="en-US" sz="1200">
              <a:latin typeface="Times New Roman" panose="02020603050405020304" pitchFamily="18" charset="0"/>
            </a:endParaRPr>
          </a:p>
        </p:txBody>
      </p:sp>
      <p:sp>
        <p:nvSpPr>
          <p:cNvPr id="68614" name="Rectangle 2">
            <a:extLst>
              <a:ext uri="{FF2B5EF4-FFF2-40B4-BE49-F238E27FC236}">
                <a16:creationId xmlns:a16="http://schemas.microsoft.com/office/drawing/2014/main" id="{F48E7D59-DD0D-0166-F964-3AC34BB65FB3}"/>
              </a:ext>
            </a:extLst>
          </p:cNvPr>
          <p:cNvSpPr>
            <a:spLocks noGrp="1" noRot="1" noChangeAspect="1" noChangeArrowheads="1" noTextEdit="1"/>
          </p:cNvSpPr>
          <p:nvPr>
            <p:ph type="sldImg"/>
          </p:nvPr>
        </p:nvSpPr>
        <p:spPr>
          <a:ln/>
        </p:spPr>
      </p:sp>
      <p:sp>
        <p:nvSpPr>
          <p:cNvPr id="496643" name="Rectangle 3">
            <a:extLst>
              <a:ext uri="{FF2B5EF4-FFF2-40B4-BE49-F238E27FC236}">
                <a16:creationId xmlns:a16="http://schemas.microsoft.com/office/drawing/2014/main" id="{85928BF8-42AA-6056-69C5-F99C118F6198}"/>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533DC11-7AA8-9492-543F-8FE2873F0FE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0659" name="Rectangle 3">
            <a:extLst>
              <a:ext uri="{FF2B5EF4-FFF2-40B4-BE49-F238E27FC236}">
                <a16:creationId xmlns:a16="http://schemas.microsoft.com/office/drawing/2014/main" id="{C0EA341E-14D1-8689-413F-F623AE2E9CF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70660" name="Rectangle 6">
            <a:extLst>
              <a:ext uri="{FF2B5EF4-FFF2-40B4-BE49-F238E27FC236}">
                <a16:creationId xmlns:a16="http://schemas.microsoft.com/office/drawing/2014/main" id="{FDCCAE59-0E60-1FDE-F765-2318000C619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0661" name="Rectangle 7">
            <a:extLst>
              <a:ext uri="{FF2B5EF4-FFF2-40B4-BE49-F238E27FC236}">
                <a16:creationId xmlns:a16="http://schemas.microsoft.com/office/drawing/2014/main" id="{A7C1E9E4-6673-6C7D-4FE0-BD343AE365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97E9DA5-4FE1-42A3-BF02-649B5069D252}" type="slidenum">
              <a:rPr lang="en-AU" altLang="en-US" sz="1200" smtClean="0">
                <a:latin typeface="Times New Roman" panose="02020603050405020304" pitchFamily="18" charset="0"/>
              </a:rPr>
              <a:pPr/>
              <a:t>32</a:t>
            </a:fld>
            <a:endParaRPr lang="en-AU" altLang="en-US" sz="1200">
              <a:latin typeface="Times New Roman" panose="02020603050405020304" pitchFamily="18" charset="0"/>
            </a:endParaRPr>
          </a:p>
        </p:txBody>
      </p:sp>
      <p:sp>
        <p:nvSpPr>
          <p:cNvPr id="70662" name="Rectangle 2">
            <a:extLst>
              <a:ext uri="{FF2B5EF4-FFF2-40B4-BE49-F238E27FC236}">
                <a16:creationId xmlns:a16="http://schemas.microsoft.com/office/drawing/2014/main" id="{F62E2D37-6FEA-E687-D889-9D5092647650}"/>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85379" name="Rectangle 3">
            <a:extLst>
              <a:ext uri="{FF2B5EF4-FFF2-40B4-BE49-F238E27FC236}">
                <a16:creationId xmlns:a16="http://schemas.microsoft.com/office/drawing/2014/main" id="{C36ABD6C-9B09-D145-6533-123762938E0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3B1EA6E-87C6-C72C-6AD8-4BC6320EB1F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2707" name="Rectangle 3">
            <a:extLst>
              <a:ext uri="{FF2B5EF4-FFF2-40B4-BE49-F238E27FC236}">
                <a16:creationId xmlns:a16="http://schemas.microsoft.com/office/drawing/2014/main" id="{CCC8B55A-9537-5713-F9E6-0B5EB176C1C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72708" name="Rectangle 6">
            <a:extLst>
              <a:ext uri="{FF2B5EF4-FFF2-40B4-BE49-F238E27FC236}">
                <a16:creationId xmlns:a16="http://schemas.microsoft.com/office/drawing/2014/main" id="{E4030511-8957-F65C-5FAE-A0577F585D2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2709" name="Rectangle 7">
            <a:extLst>
              <a:ext uri="{FF2B5EF4-FFF2-40B4-BE49-F238E27FC236}">
                <a16:creationId xmlns:a16="http://schemas.microsoft.com/office/drawing/2014/main" id="{D4CACAC3-BEAF-1CCC-E661-ABB7666012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B36CBB8-EA85-4FB3-B2B2-C2C2B5CE55F0}" type="slidenum">
              <a:rPr lang="en-AU" altLang="en-US" sz="1200" smtClean="0">
                <a:latin typeface="Times New Roman" panose="02020603050405020304" pitchFamily="18" charset="0"/>
              </a:rPr>
              <a:pPr/>
              <a:t>33</a:t>
            </a:fld>
            <a:endParaRPr lang="en-AU" altLang="en-US" sz="1200">
              <a:latin typeface="Times New Roman" panose="02020603050405020304" pitchFamily="18" charset="0"/>
            </a:endParaRPr>
          </a:p>
        </p:txBody>
      </p:sp>
      <p:sp>
        <p:nvSpPr>
          <p:cNvPr id="72710" name="Rectangle 2">
            <a:extLst>
              <a:ext uri="{FF2B5EF4-FFF2-40B4-BE49-F238E27FC236}">
                <a16:creationId xmlns:a16="http://schemas.microsoft.com/office/drawing/2014/main" id="{A8407036-057A-FB0F-D9D8-9C24F3F4B29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85379" name="Rectangle 3">
            <a:extLst>
              <a:ext uri="{FF2B5EF4-FFF2-40B4-BE49-F238E27FC236}">
                <a16:creationId xmlns:a16="http://schemas.microsoft.com/office/drawing/2014/main" id="{B730258B-F62C-8EBC-FD73-C54E5D54BFA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0995A59-0F51-94AC-2112-6DAED94909B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4755" name="Rectangle 3">
            <a:extLst>
              <a:ext uri="{FF2B5EF4-FFF2-40B4-BE49-F238E27FC236}">
                <a16:creationId xmlns:a16="http://schemas.microsoft.com/office/drawing/2014/main" id="{42AC99E2-DCB3-AE9C-3C08-BA6A62758B5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74756" name="Rectangle 6">
            <a:extLst>
              <a:ext uri="{FF2B5EF4-FFF2-40B4-BE49-F238E27FC236}">
                <a16:creationId xmlns:a16="http://schemas.microsoft.com/office/drawing/2014/main" id="{CBBF2331-E6CE-30EF-863B-CCD1EC56D48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4757" name="Rectangle 7">
            <a:extLst>
              <a:ext uri="{FF2B5EF4-FFF2-40B4-BE49-F238E27FC236}">
                <a16:creationId xmlns:a16="http://schemas.microsoft.com/office/drawing/2014/main" id="{B97EC1E5-6AD6-E354-9CF6-864C31970F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245A83E-0ADE-4F65-AA98-8D5C2BD4775F}" type="slidenum">
              <a:rPr lang="en-AU" altLang="en-US" sz="1200" smtClean="0">
                <a:latin typeface="Times New Roman" panose="02020603050405020304" pitchFamily="18" charset="0"/>
              </a:rPr>
              <a:pPr/>
              <a:t>34</a:t>
            </a:fld>
            <a:endParaRPr lang="en-AU" altLang="en-US" sz="1200">
              <a:latin typeface="Times New Roman" panose="02020603050405020304" pitchFamily="18" charset="0"/>
            </a:endParaRPr>
          </a:p>
        </p:txBody>
      </p:sp>
      <p:sp>
        <p:nvSpPr>
          <p:cNvPr id="74758" name="Rectangle 2">
            <a:extLst>
              <a:ext uri="{FF2B5EF4-FFF2-40B4-BE49-F238E27FC236}">
                <a16:creationId xmlns:a16="http://schemas.microsoft.com/office/drawing/2014/main" id="{6263564A-7F04-6811-CC2B-9E8A3EE36BAE}"/>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87427" name="Rectangle 3">
            <a:extLst>
              <a:ext uri="{FF2B5EF4-FFF2-40B4-BE49-F238E27FC236}">
                <a16:creationId xmlns:a16="http://schemas.microsoft.com/office/drawing/2014/main" id="{D5251FA0-F00D-C2F7-E09D-A1976887B35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29C97BF-BA26-DC0C-583A-FBDBDBE83DF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6803" name="Rectangle 3">
            <a:extLst>
              <a:ext uri="{FF2B5EF4-FFF2-40B4-BE49-F238E27FC236}">
                <a16:creationId xmlns:a16="http://schemas.microsoft.com/office/drawing/2014/main" id="{50E0092D-F8F9-0F72-BC33-F0C4405CA6D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76804" name="Rectangle 6">
            <a:extLst>
              <a:ext uri="{FF2B5EF4-FFF2-40B4-BE49-F238E27FC236}">
                <a16:creationId xmlns:a16="http://schemas.microsoft.com/office/drawing/2014/main" id="{B0359860-724B-E687-AAC9-C09087D9E3F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6805" name="Rectangle 7">
            <a:extLst>
              <a:ext uri="{FF2B5EF4-FFF2-40B4-BE49-F238E27FC236}">
                <a16:creationId xmlns:a16="http://schemas.microsoft.com/office/drawing/2014/main" id="{165A138E-A3F4-902B-2252-DD9038D200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1ED2EBC-0486-4DAE-BAE3-86BFBB744BB0}" type="slidenum">
              <a:rPr lang="en-AU" altLang="en-US" sz="1200" smtClean="0">
                <a:latin typeface="Times New Roman" panose="02020603050405020304" pitchFamily="18" charset="0"/>
              </a:rPr>
              <a:pPr/>
              <a:t>35</a:t>
            </a:fld>
            <a:endParaRPr lang="en-AU" altLang="en-US" sz="1200">
              <a:latin typeface="Times New Roman" panose="02020603050405020304" pitchFamily="18" charset="0"/>
            </a:endParaRPr>
          </a:p>
        </p:txBody>
      </p:sp>
      <p:sp>
        <p:nvSpPr>
          <p:cNvPr id="76806" name="Rectangle 2">
            <a:extLst>
              <a:ext uri="{FF2B5EF4-FFF2-40B4-BE49-F238E27FC236}">
                <a16:creationId xmlns:a16="http://schemas.microsoft.com/office/drawing/2014/main" id="{4651EF20-D607-5692-CB9C-EAEA0C07B39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489475" name="Rectangle 3">
            <a:extLst>
              <a:ext uri="{FF2B5EF4-FFF2-40B4-BE49-F238E27FC236}">
                <a16:creationId xmlns:a16="http://schemas.microsoft.com/office/drawing/2014/main" id="{92C2E533-0758-C55D-7935-6786C4991698}"/>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18B1F1C1-F7B2-8ED3-0D0D-CA2C83246D9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78851" name="Rectangle 3">
            <a:extLst>
              <a:ext uri="{FF2B5EF4-FFF2-40B4-BE49-F238E27FC236}">
                <a16:creationId xmlns:a16="http://schemas.microsoft.com/office/drawing/2014/main" id="{BB472750-76B1-9E6D-F500-19F8457ED0C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78852" name="Rectangle 6">
            <a:extLst>
              <a:ext uri="{FF2B5EF4-FFF2-40B4-BE49-F238E27FC236}">
                <a16:creationId xmlns:a16="http://schemas.microsoft.com/office/drawing/2014/main" id="{C3B34BC6-9447-33F8-572A-0D32C9F161E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8853" name="Rectangle 7">
            <a:extLst>
              <a:ext uri="{FF2B5EF4-FFF2-40B4-BE49-F238E27FC236}">
                <a16:creationId xmlns:a16="http://schemas.microsoft.com/office/drawing/2014/main" id="{7FC8F996-E664-721C-1BE5-53AECA4644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59397D6-B7A0-401F-9ABA-7EDE5CF576C6}" type="slidenum">
              <a:rPr lang="en-AU" altLang="en-US" sz="1200" smtClean="0">
                <a:latin typeface="Times New Roman" panose="02020603050405020304" pitchFamily="18" charset="0"/>
              </a:rPr>
              <a:pPr/>
              <a:t>36</a:t>
            </a:fld>
            <a:endParaRPr lang="en-AU" altLang="en-US" sz="1200">
              <a:latin typeface="Times New Roman" panose="02020603050405020304" pitchFamily="18" charset="0"/>
            </a:endParaRPr>
          </a:p>
        </p:txBody>
      </p:sp>
      <p:sp>
        <p:nvSpPr>
          <p:cNvPr id="78854" name="Rectangle 2">
            <a:extLst>
              <a:ext uri="{FF2B5EF4-FFF2-40B4-BE49-F238E27FC236}">
                <a16:creationId xmlns:a16="http://schemas.microsoft.com/office/drawing/2014/main" id="{B01CACF4-687F-8827-3C69-80D0C0A187F7}"/>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27363" name="Rectangle 3">
            <a:extLst>
              <a:ext uri="{FF2B5EF4-FFF2-40B4-BE49-F238E27FC236}">
                <a16:creationId xmlns:a16="http://schemas.microsoft.com/office/drawing/2014/main" id="{C279C656-D23C-6FF3-E15C-032D6AD1D2D1}"/>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D5F352B-2F6E-5E24-BBC4-2788F39429D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0899" name="Rectangle 3">
            <a:extLst>
              <a:ext uri="{FF2B5EF4-FFF2-40B4-BE49-F238E27FC236}">
                <a16:creationId xmlns:a16="http://schemas.microsoft.com/office/drawing/2014/main" id="{43D1637B-2D75-E231-338D-776A3AC6D66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0900" name="Rectangle 6">
            <a:extLst>
              <a:ext uri="{FF2B5EF4-FFF2-40B4-BE49-F238E27FC236}">
                <a16:creationId xmlns:a16="http://schemas.microsoft.com/office/drawing/2014/main" id="{448B36A5-8664-5265-DB4B-532473E6C0A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0901" name="Rectangle 7">
            <a:extLst>
              <a:ext uri="{FF2B5EF4-FFF2-40B4-BE49-F238E27FC236}">
                <a16:creationId xmlns:a16="http://schemas.microsoft.com/office/drawing/2014/main" id="{FF2E9955-E8B9-FDB3-AC5D-1196D2AD40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44CC001-C2E4-4439-B00E-4AE584292492}" type="slidenum">
              <a:rPr lang="en-AU" altLang="en-US" sz="1200" smtClean="0">
                <a:latin typeface="Times New Roman" panose="02020603050405020304" pitchFamily="18" charset="0"/>
              </a:rPr>
              <a:pPr/>
              <a:t>37</a:t>
            </a:fld>
            <a:endParaRPr lang="en-AU" altLang="en-US" sz="1200">
              <a:latin typeface="Times New Roman" panose="02020603050405020304" pitchFamily="18" charset="0"/>
            </a:endParaRPr>
          </a:p>
        </p:txBody>
      </p:sp>
      <p:sp>
        <p:nvSpPr>
          <p:cNvPr id="80902" name="Rectangle 2">
            <a:extLst>
              <a:ext uri="{FF2B5EF4-FFF2-40B4-BE49-F238E27FC236}">
                <a16:creationId xmlns:a16="http://schemas.microsoft.com/office/drawing/2014/main" id="{C34C48E1-FB30-CAB1-3C49-CE6EE8C14A6A}"/>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34531" name="Rectangle 3">
            <a:extLst>
              <a:ext uri="{FF2B5EF4-FFF2-40B4-BE49-F238E27FC236}">
                <a16:creationId xmlns:a16="http://schemas.microsoft.com/office/drawing/2014/main" id="{8AE5289D-1C63-BB3D-D764-58DCE74735FA}"/>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dirty="0">
                <a:ea typeface="ＭＳ Ｐゴシック" charset="0"/>
                <a:cs typeface="+mn-cs"/>
              </a:rPr>
              <a:t>This approach (move “line capability to base class) violates Heuristic 5.1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5F70D9F0-B23F-597E-1F84-4615F75110B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2947" name="Rectangle 3">
            <a:extLst>
              <a:ext uri="{FF2B5EF4-FFF2-40B4-BE49-F238E27FC236}">
                <a16:creationId xmlns:a16="http://schemas.microsoft.com/office/drawing/2014/main" id="{1F953072-958D-D6F0-288F-1EEFF18D5DA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2948" name="Rectangle 6">
            <a:extLst>
              <a:ext uri="{FF2B5EF4-FFF2-40B4-BE49-F238E27FC236}">
                <a16:creationId xmlns:a16="http://schemas.microsoft.com/office/drawing/2014/main" id="{693B4A5A-9120-6650-22FA-C31B08529E2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2949" name="Rectangle 7">
            <a:extLst>
              <a:ext uri="{FF2B5EF4-FFF2-40B4-BE49-F238E27FC236}">
                <a16:creationId xmlns:a16="http://schemas.microsoft.com/office/drawing/2014/main" id="{C748D11D-EE31-7380-C9E7-662ECB6EB4A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B31D7BE-AF65-4518-B69E-E334C993007B}" type="slidenum">
              <a:rPr lang="en-AU" altLang="en-US" sz="1200" smtClean="0">
                <a:latin typeface="Times New Roman" panose="02020603050405020304" pitchFamily="18" charset="0"/>
              </a:rPr>
              <a:pPr/>
              <a:t>38</a:t>
            </a:fld>
            <a:endParaRPr lang="en-AU" altLang="en-US" sz="1200">
              <a:latin typeface="Times New Roman" panose="02020603050405020304" pitchFamily="18" charset="0"/>
            </a:endParaRPr>
          </a:p>
        </p:txBody>
      </p:sp>
      <p:sp>
        <p:nvSpPr>
          <p:cNvPr id="82950" name="Rectangle 2">
            <a:extLst>
              <a:ext uri="{FF2B5EF4-FFF2-40B4-BE49-F238E27FC236}">
                <a16:creationId xmlns:a16="http://schemas.microsoft.com/office/drawing/2014/main" id="{0DD3FBB7-6DD2-2C43-4B3C-FCC44E8810F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30435" name="Rectangle 3">
            <a:extLst>
              <a:ext uri="{FF2B5EF4-FFF2-40B4-BE49-F238E27FC236}">
                <a16:creationId xmlns:a16="http://schemas.microsoft.com/office/drawing/2014/main" id="{DC419B4D-8257-60D3-0B05-7F5D6FE1B055}"/>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D83D979-9E48-7140-13AF-DAFF2ED5976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4995" name="Rectangle 3">
            <a:extLst>
              <a:ext uri="{FF2B5EF4-FFF2-40B4-BE49-F238E27FC236}">
                <a16:creationId xmlns:a16="http://schemas.microsoft.com/office/drawing/2014/main" id="{39463614-8D8B-EB68-3C5D-B50A85A67E2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4996" name="Rectangle 6">
            <a:extLst>
              <a:ext uri="{FF2B5EF4-FFF2-40B4-BE49-F238E27FC236}">
                <a16:creationId xmlns:a16="http://schemas.microsoft.com/office/drawing/2014/main" id="{FF501004-0865-5B23-2A3F-0ECC9175A5F2}"/>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4997" name="Rectangle 7">
            <a:extLst>
              <a:ext uri="{FF2B5EF4-FFF2-40B4-BE49-F238E27FC236}">
                <a16:creationId xmlns:a16="http://schemas.microsoft.com/office/drawing/2014/main" id="{66B83906-B665-214D-C0B8-0B8F94091F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2B5D477-4543-4DD3-9123-4BF83D1C44EB}" type="slidenum">
              <a:rPr lang="en-AU" altLang="en-US" sz="1200" smtClean="0">
                <a:latin typeface="Times New Roman" panose="02020603050405020304" pitchFamily="18" charset="0"/>
              </a:rPr>
              <a:pPr/>
              <a:t>39</a:t>
            </a:fld>
            <a:endParaRPr lang="en-AU" altLang="en-US" sz="1200">
              <a:latin typeface="Times New Roman" panose="02020603050405020304" pitchFamily="18" charset="0"/>
            </a:endParaRPr>
          </a:p>
        </p:txBody>
      </p:sp>
      <p:sp>
        <p:nvSpPr>
          <p:cNvPr id="84998" name="Rectangle 2">
            <a:extLst>
              <a:ext uri="{FF2B5EF4-FFF2-40B4-BE49-F238E27FC236}">
                <a16:creationId xmlns:a16="http://schemas.microsoft.com/office/drawing/2014/main" id="{76D8BB0C-38C6-9A2B-4358-D00490FDBF28}"/>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32483" name="Rectangle 3">
            <a:extLst>
              <a:ext uri="{FF2B5EF4-FFF2-40B4-BE49-F238E27FC236}">
                <a16:creationId xmlns:a16="http://schemas.microsoft.com/office/drawing/2014/main" id="{7BA0CA14-1715-2B2B-F27F-D77C3ADF99B1}"/>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7B79BD2-5CB3-A48A-C265-6CF97822A2B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7043" name="Rectangle 3">
            <a:extLst>
              <a:ext uri="{FF2B5EF4-FFF2-40B4-BE49-F238E27FC236}">
                <a16:creationId xmlns:a16="http://schemas.microsoft.com/office/drawing/2014/main" id="{FDFF5C3B-4469-102F-9962-C7D06DE99B2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7044" name="Rectangle 6">
            <a:extLst>
              <a:ext uri="{FF2B5EF4-FFF2-40B4-BE49-F238E27FC236}">
                <a16:creationId xmlns:a16="http://schemas.microsoft.com/office/drawing/2014/main" id="{04D0E845-AE64-5818-8AA6-168CE2D4E81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7045" name="Rectangle 7">
            <a:extLst>
              <a:ext uri="{FF2B5EF4-FFF2-40B4-BE49-F238E27FC236}">
                <a16:creationId xmlns:a16="http://schemas.microsoft.com/office/drawing/2014/main" id="{ED09E482-8675-089B-0732-7B57C38C7C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07F6A2A-F233-47E6-B605-9EE5F3705AF4}" type="slidenum">
              <a:rPr lang="en-AU" altLang="en-US" sz="1200" smtClean="0">
                <a:latin typeface="Times New Roman" panose="02020603050405020304" pitchFamily="18" charset="0"/>
              </a:rPr>
              <a:pPr/>
              <a:t>40</a:t>
            </a:fld>
            <a:endParaRPr lang="en-AU" altLang="en-US" sz="1200">
              <a:latin typeface="Times New Roman" panose="02020603050405020304" pitchFamily="18" charset="0"/>
            </a:endParaRPr>
          </a:p>
        </p:txBody>
      </p:sp>
      <p:sp>
        <p:nvSpPr>
          <p:cNvPr id="87046" name="Rectangle 1026">
            <a:extLst>
              <a:ext uri="{FF2B5EF4-FFF2-40B4-BE49-F238E27FC236}">
                <a16:creationId xmlns:a16="http://schemas.microsoft.com/office/drawing/2014/main" id="{1E5E48A2-94DF-94C5-1FD6-5A244C31D9A2}"/>
              </a:ext>
            </a:extLst>
          </p:cNvPr>
          <p:cNvSpPr>
            <a:spLocks noGrp="1" noRot="1" noChangeAspect="1" noChangeArrowheads="1" noTextEdit="1"/>
          </p:cNvSpPr>
          <p:nvPr>
            <p:ph type="sldImg"/>
          </p:nvPr>
        </p:nvSpPr>
        <p:spPr>
          <a:ln/>
        </p:spPr>
      </p:sp>
      <p:sp>
        <p:nvSpPr>
          <p:cNvPr id="87047" name="Rectangle 1027">
            <a:extLst>
              <a:ext uri="{FF2B5EF4-FFF2-40B4-BE49-F238E27FC236}">
                <a16:creationId xmlns:a16="http://schemas.microsoft.com/office/drawing/2014/main" id="{E5276B16-0E55-457F-D2DD-7E19C27BF4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The deeper a hierarchy, the more complex it  is, the harder it is to understand. Hence some trade-off between factoring out common responsibilities and understandability will have to be made…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7B365A8F-4AA4-E636-40CD-845B270B1CA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89091" name="Rectangle 3">
            <a:extLst>
              <a:ext uri="{FF2B5EF4-FFF2-40B4-BE49-F238E27FC236}">
                <a16:creationId xmlns:a16="http://schemas.microsoft.com/office/drawing/2014/main" id="{1A925A35-3FF0-4CCC-81B5-1547B20EF46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89092" name="Rectangle 6">
            <a:extLst>
              <a:ext uri="{FF2B5EF4-FFF2-40B4-BE49-F238E27FC236}">
                <a16:creationId xmlns:a16="http://schemas.microsoft.com/office/drawing/2014/main" id="{BC7DD7EE-D619-1D99-4F7B-0B79F7374EC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9093" name="Rectangle 7">
            <a:extLst>
              <a:ext uri="{FF2B5EF4-FFF2-40B4-BE49-F238E27FC236}">
                <a16:creationId xmlns:a16="http://schemas.microsoft.com/office/drawing/2014/main" id="{6CD230EF-6938-1FC1-549A-9F2926D727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7A20FFF-FADD-40C3-9208-F91B4DACE901}" type="slidenum">
              <a:rPr lang="en-AU" altLang="en-US" sz="1200" smtClean="0">
                <a:latin typeface="Times New Roman" panose="02020603050405020304" pitchFamily="18" charset="0"/>
              </a:rPr>
              <a:pPr/>
              <a:t>41</a:t>
            </a:fld>
            <a:endParaRPr lang="en-AU" altLang="en-US" sz="1200">
              <a:latin typeface="Times New Roman" panose="02020603050405020304" pitchFamily="18" charset="0"/>
            </a:endParaRPr>
          </a:p>
        </p:txBody>
      </p:sp>
      <p:sp>
        <p:nvSpPr>
          <p:cNvPr id="89094" name="Rectangle 1026">
            <a:extLst>
              <a:ext uri="{FF2B5EF4-FFF2-40B4-BE49-F238E27FC236}">
                <a16:creationId xmlns:a16="http://schemas.microsoft.com/office/drawing/2014/main" id="{CCF58D0B-39C5-11D3-B080-6B8D89730610}"/>
              </a:ext>
            </a:extLst>
          </p:cNvPr>
          <p:cNvSpPr>
            <a:spLocks noGrp="1" noRot="1" noChangeAspect="1" noChangeArrowheads="1" noTextEdit="1"/>
          </p:cNvSpPr>
          <p:nvPr>
            <p:ph type="sldImg"/>
          </p:nvPr>
        </p:nvSpPr>
        <p:spPr>
          <a:ln/>
        </p:spPr>
      </p:sp>
      <p:sp>
        <p:nvSpPr>
          <p:cNvPr id="89095" name="Rectangle 1027">
            <a:extLst>
              <a:ext uri="{FF2B5EF4-FFF2-40B4-BE49-F238E27FC236}">
                <a16:creationId xmlns:a16="http://schemas.microsoft.com/office/drawing/2014/main" id="{187ED17A-929E-A363-1663-7EB4053C942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The deeper a hierarchy, the more complex it  is, the harder it is to understand. Hence some trade-off between factoring out common responsibilities and understandability will have to be made…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19A7D20-A1E1-68EF-8BBB-C3231BFC3FA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1139" name="Rectangle 3">
            <a:extLst>
              <a:ext uri="{FF2B5EF4-FFF2-40B4-BE49-F238E27FC236}">
                <a16:creationId xmlns:a16="http://schemas.microsoft.com/office/drawing/2014/main" id="{1A2952D2-3EAF-3F24-E838-6682727EF9C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91140" name="Rectangle 6">
            <a:extLst>
              <a:ext uri="{FF2B5EF4-FFF2-40B4-BE49-F238E27FC236}">
                <a16:creationId xmlns:a16="http://schemas.microsoft.com/office/drawing/2014/main" id="{9FAEB34B-328D-4985-FB7F-0D1AA89D43D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1141" name="Rectangle 7">
            <a:extLst>
              <a:ext uri="{FF2B5EF4-FFF2-40B4-BE49-F238E27FC236}">
                <a16:creationId xmlns:a16="http://schemas.microsoft.com/office/drawing/2014/main" id="{3531C55F-1068-7C68-EDFA-9CEAC92CB2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1132EA5-9F2F-4BFA-82E8-DFA3F199946A}" type="slidenum">
              <a:rPr lang="en-AU" altLang="en-US" sz="1200" smtClean="0">
                <a:latin typeface="Times New Roman" panose="02020603050405020304" pitchFamily="18" charset="0"/>
              </a:rPr>
              <a:pPr/>
              <a:t>42</a:t>
            </a:fld>
            <a:endParaRPr lang="en-AU" altLang="en-US" sz="1200">
              <a:latin typeface="Times New Roman" panose="02020603050405020304" pitchFamily="18" charset="0"/>
            </a:endParaRPr>
          </a:p>
        </p:txBody>
      </p:sp>
      <p:sp>
        <p:nvSpPr>
          <p:cNvPr id="91142" name="Rectangle 1026">
            <a:extLst>
              <a:ext uri="{FF2B5EF4-FFF2-40B4-BE49-F238E27FC236}">
                <a16:creationId xmlns:a16="http://schemas.microsoft.com/office/drawing/2014/main" id="{38D85D75-4FA1-1FF1-44FE-172BC9FAB72C}"/>
              </a:ext>
            </a:extLst>
          </p:cNvPr>
          <p:cNvSpPr>
            <a:spLocks noGrp="1" noRot="1" noChangeAspect="1" noChangeArrowheads="1" noTextEdit="1"/>
          </p:cNvSpPr>
          <p:nvPr>
            <p:ph type="sldImg"/>
          </p:nvPr>
        </p:nvSpPr>
        <p:spPr>
          <a:ln/>
        </p:spPr>
      </p:sp>
      <p:sp>
        <p:nvSpPr>
          <p:cNvPr id="91143" name="Rectangle 1027">
            <a:extLst>
              <a:ext uri="{FF2B5EF4-FFF2-40B4-BE49-F238E27FC236}">
                <a16:creationId xmlns:a16="http://schemas.microsoft.com/office/drawing/2014/main" id="{65A2DC3E-15C1-40C5-F6C9-A6568F6FD1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Explicit case analysis -&gt; down casts</a:t>
            </a:r>
          </a:p>
          <a:p>
            <a:r>
              <a:rPr lang="en-US" altLang="en-US">
                <a:latin typeface="Times New Roman" panose="02020603050405020304" pitchFamily="18" charset="0"/>
              </a:rPr>
              <a:t>One could talk about the concept of “double dispatch” here…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2B303FDB-1026-A83F-E295-F4CD80DA3D9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3187" name="Rectangle 3">
            <a:extLst>
              <a:ext uri="{FF2B5EF4-FFF2-40B4-BE49-F238E27FC236}">
                <a16:creationId xmlns:a16="http://schemas.microsoft.com/office/drawing/2014/main" id="{379EAFA9-2DC2-16B0-1F55-75F59841919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93188" name="Rectangle 6">
            <a:extLst>
              <a:ext uri="{FF2B5EF4-FFF2-40B4-BE49-F238E27FC236}">
                <a16:creationId xmlns:a16="http://schemas.microsoft.com/office/drawing/2014/main" id="{A93D5441-8176-5DB1-8189-0AAA20BBCBA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3189" name="Rectangle 7">
            <a:extLst>
              <a:ext uri="{FF2B5EF4-FFF2-40B4-BE49-F238E27FC236}">
                <a16:creationId xmlns:a16="http://schemas.microsoft.com/office/drawing/2014/main" id="{B25B488E-90D0-0BF2-69AA-0C34FF8C58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8AEADF1-9B1D-498C-B84D-97A3AE4C648B}" type="slidenum">
              <a:rPr lang="en-AU" altLang="en-US" sz="1200" smtClean="0">
                <a:latin typeface="Times New Roman" panose="02020603050405020304" pitchFamily="18" charset="0"/>
              </a:rPr>
              <a:pPr/>
              <a:t>43</a:t>
            </a:fld>
            <a:endParaRPr lang="en-AU" altLang="en-US" sz="1200">
              <a:latin typeface="Times New Roman" panose="02020603050405020304" pitchFamily="18" charset="0"/>
            </a:endParaRPr>
          </a:p>
        </p:txBody>
      </p:sp>
      <p:sp>
        <p:nvSpPr>
          <p:cNvPr id="93190" name="Rectangle 1026">
            <a:extLst>
              <a:ext uri="{FF2B5EF4-FFF2-40B4-BE49-F238E27FC236}">
                <a16:creationId xmlns:a16="http://schemas.microsoft.com/office/drawing/2014/main" id="{E83AE646-B7AE-18D2-0BAA-64FCECAE6C7F}"/>
              </a:ext>
            </a:extLst>
          </p:cNvPr>
          <p:cNvSpPr>
            <a:spLocks noGrp="1" noRot="1" noChangeAspect="1" noChangeArrowheads="1" noTextEdit="1"/>
          </p:cNvSpPr>
          <p:nvPr>
            <p:ph type="sldImg"/>
          </p:nvPr>
        </p:nvSpPr>
        <p:spPr>
          <a:ln/>
        </p:spPr>
      </p:sp>
      <p:sp>
        <p:nvSpPr>
          <p:cNvPr id="93191" name="Rectangle 1027">
            <a:extLst>
              <a:ext uri="{FF2B5EF4-FFF2-40B4-BE49-F238E27FC236}">
                <a16:creationId xmlns:a16="http://schemas.microsoft.com/office/drawing/2014/main" id="{040699B0-1E04-B2AF-97A2-B3FCD41F25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Explicit case analysis -&gt; down casts</a:t>
            </a:r>
          </a:p>
          <a:p>
            <a:r>
              <a:rPr lang="en-US" altLang="en-US">
                <a:latin typeface="Times New Roman" panose="02020603050405020304" pitchFamily="18" charset="0"/>
              </a:rPr>
              <a:t>One could talk about the concept of “double dispatch” here…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F7094130-4B53-3F6A-A44F-3FF845007B5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6259" name="Rectangle 3">
            <a:extLst>
              <a:ext uri="{FF2B5EF4-FFF2-40B4-BE49-F238E27FC236}">
                <a16:creationId xmlns:a16="http://schemas.microsoft.com/office/drawing/2014/main" id="{737A876C-BDE5-0FD8-9908-C176492B3E3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96260" name="Rectangle 6">
            <a:extLst>
              <a:ext uri="{FF2B5EF4-FFF2-40B4-BE49-F238E27FC236}">
                <a16:creationId xmlns:a16="http://schemas.microsoft.com/office/drawing/2014/main" id="{9494F325-9610-E3BC-FE77-51505EC46E2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6261" name="Rectangle 7">
            <a:extLst>
              <a:ext uri="{FF2B5EF4-FFF2-40B4-BE49-F238E27FC236}">
                <a16:creationId xmlns:a16="http://schemas.microsoft.com/office/drawing/2014/main" id="{3C05D2EA-2364-33C2-528A-4F3AD7CA2A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E8E9926-19FD-41EE-8D48-32B7290B4492}" type="slidenum">
              <a:rPr lang="en-AU" altLang="en-US" sz="1200" smtClean="0">
                <a:latin typeface="Times New Roman" panose="02020603050405020304" pitchFamily="18" charset="0"/>
              </a:rPr>
              <a:pPr/>
              <a:t>45</a:t>
            </a:fld>
            <a:endParaRPr lang="en-AU" altLang="en-US" sz="1200">
              <a:latin typeface="Times New Roman" panose="02020603050405020304" pitchFamily="18" charset="0"/>
            </a:endParaRPr>
          </a:p>
        </p:txBody>
      </p:sp>
      <p:sp>
        <p:nvSpPr>
          <p:cNvPr id="96262" name="Rectangle 2">
            <a:extLst>
              <a:ext uri="{FF2B5EF4-FFF2-40B4-BE49-F238E27FC236}">
                <a16:creationId xmlns:a16="http://schemas.microsoft.com/office/drawing/2014/main" id="{50FA4B46-F45B-CF48-18E5-905D1F81F23A}"/>
              </a:ext>
            </a:extLst>
          </p:cNvPr>
          <p:cNvSpPr>
            <a:spLocks noGrp="1" noRot="1" noChangeAspect="1" noChangeArrowheads="1" noTextEdit="1"/>
          </p:cNvSpPr>
          <p:nvPr>
            <p:ph type="sldImg"/>
          </p:nvPr>
        </p:nvSpPr>
        <p:spPr>
          <a:solidFill>
            <a:srgbClr val="FFFFFF"/>
          </a:solidFill>
          <a:ln/>
        </p:spPr>
      </p:sp>
      <p:sp>
        <p:nvSpPr>
          <p:cNvPr id="574467" name="Rectangle 3">
            <a:extLst>
              <a:ext uri="{FF2B5EF4-FFF2-40B4-BE49-F238E27FC236}">
                <a16:creationId xmlns:a16="http://schemas.microsoft.com/office/drawing/2014/main" id="{88440B43-E15D-3A72-8142-0E6DE5D5F28D}"/>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D12605A-2140-6217-F483-8BBD0C56C5E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98307" name="Rectangle 3">
            <a:extLst>
              <a:ext uri="{FF2B5EF4-FFF2-40B4-BE49-F238E27FC236}">
                <a16:creationId xmlns:a16="http://schemas.microsoft.com/office/drawing/2014/main" id="{4D11638B-23DC-9B89-714C-6FCB7F02161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98308" name="Rectangle 6">
            <a:extLst>
              <a:ext uri="{FF2B5EF4-FFF2-40B4-BE49-F238E27FC236}">
                <a16:creationId xmlns:a16="http://schemas.microsoft.com/office/drawing/2014/main" id="{12D0736B-995B-4B27-4DC2-1722C01D844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8309" name="Rectangle 7">
            <a:extLst>
              <a:ext uri="{FF2B5EF4-FFF2-40B4-BE49-F238E27FC236}">
                <a16:creationId xmlns:a16="http://schemas.microsoft.com/office/drawing/2014/main" id="{F8728D43-E96D-15AD-AD12-E38109AC9B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DF56356-8F5A-45C1-B3EE-D72D0464F49D}" type="slidenum">
              <a:rPr lang="en-AU" altLang="en-US" sz="1200" smtClean="0">
                <a:latin typeface="Times New Roman" panose="02020603050405020304" pitchFamily="18" charset="0"/>
              </a:rPr>
              <a:pPr/>
              <a:t>46</a:t>
            </a:fld>
            <a:endParaRPr lang="en-AU" altLang="en-US" sz="1200">
              <a:latin typeface="Times New Roman" panose="02020603050405020304" pitchFamily="18" charset="0"/>
            </a:endParaRPr>
          </a:p>
        </p:txBody>
      </p:sp>
      <p:sp>
        <p:nvSpPr>
          <p:cNvPr id="98310" name="Rectangle 2">
            <a:extLst>
              <a:ext uri="{FF2B5EF4-FFF2-40B4-BE49-F238E27FC236}">
                <a16:creationId xmlns:a16="http://schemas.microsoft.com/office/drawing/2014/main" id="{881C869E-D62E-EF1C-CAF0-FAD5220199B9}"/>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538627" name="Rectangle 3">
            <a:extLst>
              <a:ext uri="{FF2B5EF4-FFF2-40B4-BE49-F238E27FC236}">
                <a16:creationId xmlns:a16="http://schemas.microsoft.com/office/drawing/2014/main" id="{F50EE9E1-3722-EF83-9EA5-E80F634109A9}"/>
              </a:ext>
            </a:extLst>
          </p:cNvPr>
          <p:cNvSpPr>
            <a:spLocks noGrp="1" noChangeArrowheads="1"/>
          </p:cNvSpPr>
          <p:nvPr>
            <p:ph type="body" idx="1"/>
          </p:nvPr>
        </p:nvSpPr>
        <p:spPr>
          <a:solidFill>
            <a:srgbClr val="FFFFFF"/>
          </a:solidFill>
          <a:ln>
            <a:solidFill>
              <a:srgbClr val="000000"/>
            </a:solidFill>
            <a:miter lim="800000"/>
            <a:headEnd/>
            <a:tailEnd/>
          </a:ln>
        </p:spPr>
        <p:txBody>
          <a:bodyPr lIns="91438" tIns="45719" rIns="91438" bIns="45719"/>
          <a:lstStyle/>
          <a:p>
            <a:pPr>
              <a:defRPr/>
            </a:pPr>
            <a:endParaRPr lang="en-US">
              <a:ea typeface="ＭＳ Ｐゴシック" charset="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67C82414-8FF3-498E-6E39-9A6506EBB5A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0355" name="Rectangle 3">
            <a:extLst>
              <a:ext uri="{FF2B5EF4-FFF2-40B4-BE49-F238E27FC236}">
                <a16:creationId xmlns:a16="http://schemas.microsoft.com/office/drawing/2014/main" id="{D4373A71-5AFB-CEA2-65FF-6C49F73C9A5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00356" name="Rectangle 6">
            <a:extLst>
              <a:ext uri="{FF2B5EF4-FFF2-40B4-BE49-F238E27FC236}">
                <a16:creationId xmlns:a16="http://schemas.microsoft.com/office/drawing/2014/main" id="{B34C3421-EC99-0B61-E7EE-E8D19355812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0357" name="Rectangle 7">
            <a:extLst>
              <a:ext uri="{FF2B5EF4-FFF2-40B4-BE49-F238E27FC236}">
                <a16:creationId xmlns:a16="http://schemas.microsoft.com/office/drawing/2014/main" id="{3AEEB9BA-3231-2CCB-A146-B8F9D8FDED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93965FB-3B12-4920-9F25-CAF8AF321CAF}" type="slidenum">
              <a:rPr lang="en-AU" altLang="en-US" sz="1200" smtClean="0">
                <a:latin typeface="Times New Roman" panose="02020603050405020304" pitchFamily="18" charset="0"/>
              </a:rPr>
              <a:pPr/>
              <a:t>47</a:t>
            </a:fld>
            <a:endParaRPr lang="en-AU" altLang="en-US" sz="1200">
              <a:latin typeface="Times New Roman" panose="02020603050405020304" pitchFamily="18" charset="0"/>
            </a:endParaRPr>
          </a:p>
        </p:txBody>
      </p:sp>
      <p:sp>
        <p:nvSpPr>
          <p:cNvPr id="100358" name="Rectangle 2">
            <a:extLst>
              <a:ext uri="{FF2B5EF4-FFF2-40B4-BE49-F238E27FC236}">
                <a16:creationId xmlns:a16="http://schemas.microsoft.com/office/drawing/2014/main" id="{256634E4-1B92-0157-3D4D-49DC842EB92D}"/>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540675" name="Rectangle 3">
            <a:extLst>
              <a:ext uri="{FF2B5EF4-FFF2-40B4-BE49-F238E27FC236}">
                <a16:creationId xmlns:a16="http://schemas.microsoft.com/office/drawing/2014/main" id="{88948BF2-57AB-3C6D-9A84-BD9C664B4E48}"/>
              </a:ext>
            </a:extLst>
          </p:cNvPr>
          <p:cNvSpPr>
            <a:spLocks noGrp="1" noChangeArrowheads="1"/>
          </p:cNvSpPr>
          <p:nvPr>
            <p:ph type="body" idx="1"/>
          </p:nvPr>
        </p:nvSpPr>
        <p:spPr>
          <a:solidFill>
            <a:srgbClr val="FFFFFF"/>
          </a:solidFill>
          <a:ln>
            <a:solidFill>
              <a:srgbClr val="000000"/>
            </a:solidFill>
            <a:miter lim="800000"/>
            <a:headEnd/>
            <a:tailEnd/>
          </a:ln>
        </p:spPr>
        <p:txBody>
          <a:bodyPr lIns="91438" tIns="45719" rIns="91438" bIns="45719"/>
          <a:lstStyle/>
          <a:p>
            <a:pPr>
              <a:defRPr/>
            </a:pPr>
            <a:endParaRPr lang="en-US">
              <a:ea typeface="ＭＳ Ｐゴシック" charset="0"/>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188C9D9D-D171-5B9E-80B6-7AEC4F9F727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2403" name="Rectangle 3">
            <a:extLst>
              <a:ext uri="{FF2B5EF4-FFF2-40B4-BE49-F238E27FC236}">
                <a16:creationId xmlns:a16="http://schemas.microsoft.com/office/drawing/2014/main" id="{E829E20A-B585-F3FC-3AA0-0037749ED34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02404" name="Rectangle 6">
            <a:extLst>
              <a:ext uri="{FF2B5EF4-FFF2-40B4-BE49-F238E27FC236}">
                <a16:creationId xmlns:a16="http://schemas.microsoft.com/office/drawing/2014/main" id="{53704250-2125-76FD-2834-CC71516E0ED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2405" name="Rectangle 7">
            <a:extLst>
              <a:ext uri="{FF2B5EF4-FFF2-40B4-BE49-F238E27FC236}">
                <a16:creationId xmlns:a16="http://schemas.microsoft.com/office/drawing/2014/main" id="{752EF0F3-5526-9E5E-70B4-CF6B049AAE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0DED082-BCBC-41BC-85D1-85784C6DB004}" type="slidenum">
              <a:rPr lang="en-AU" altLang="en-US" sz="1200" smtClean="0">
                <a:latin typeface="Times New Roman" panose="02020603050405020304" pitchFamily="18" charset="0"/>
              </a:rPr>
              <a:pPr/>
              <a:t>48</a:t>
            </a:fld>
            <a:endParaRPr lang="en-AU" altLang="en-US" sz="1200">
              <a:latin typeface="Times New Roman" panose="02020603050405020304" pitchFamily="18" charset="0"/>
            </a:endParaRPr>
          </a:p>
        </p:txBody>
      </p:sp>
      <p:sp>
        <p:nvSpPr>
          <p:cNvPr id="102406" name="Rectangle 2">
            <a:extLst>
              <a:ext uri="{FF2B5EF4-FFF2-40B4-BE49-F238E27FC236}">
                <a16:creationId xmlns:a16="http://schemas.microsoft.com/office/drawing/2014/main" id="{5032C4C0-3C45-BD31-7BA6-DC9C790799DB}"/>
              </a:ext>
            </a:extLst>
          </p:cNvPr>
          <p:cNvSpPr>
            <a:spLocks noGrp="1" noRot="1" noChangeAspect="1" noChangeArrowheads="1" noTextEdit="1"/>
          </p:cNvSpPr>
          <p:nvPr>
            <p:ph type="sldImg"/>
          </p:nvPr>
        </p:nvSpPr>
        <p:spPr>
          <a:solidFill>
            <a:srgbClr val="FFFFFF"/>
          </a:solidFill>
          <a:ln/>
        </p:spPr>
      </p:sp>
      <p:sp>
        <p:nvSpPr>
          <p:cNvPr id="550915" name="Rectangle 3">
            <a:extLst>
              <a:ext uri="{FF2B5EF4-FFF2-40B4-BE49-F238E27FC236}">
                <a16:creationId xmlns:a16="http://schemas.microsoft.com/office/drawing/2014/main" id="{ABBF230E-45DD-2E83-30D2-E373D4B1066B}"/>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96E26168-43B6-F26F-018D-319ED100180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5475" name="Rectangle 3">
            <a:extLst>
              <a:ext uri="{FF2B5EF4-FFF2-40B4-BE49-F238E27FC236}">
                <a16:creationId xmlns:a16="http://schemas.microsoft.com/office/drawing/2014/main" id="{2644486A-4841-2ECC-E2C3-9045C58B246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05476" name="Rectangle 6">
            <a:extLst>
              <a:ext uri="{FF2B5EF4-FFF2-40B4-BE49-F238E27FC236}">
                <a16:creationId xmlns:a16="http://schemas.microsoft.com/office/drawing/2014/main" id="{C0154C17-9438-6715-0EF8-CAA515BA48B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5477" name="Rectangle 7">
            <a:extLst>
              <a:ext uri="{FF2B5EF4-FFF2-40B4-BE49-F238E27FC236}">
                <a16:creationId xmlns:a16="http://schemas.microsoft.com/office/drawing/2014/main" id="{1B7CD9B0-7D83-07C8-6AB3-DCD769CA46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9947D16-2BBD-4609-B41C-121ED005C64D}" type="slidenum">
              <a:rPr lang="en-AU" altLang="en-US" sz="1200" smtClean="0">
                <a:latin typeface="Times New Roman" panose="02020603050405020304" pitchFamily="18" charset="0"/>
              </a:rPr>
              <a:pPr/>
              <a:t>50</a:t>
            </a:fld>
            <a:endParaRPr lang="en-AU" altLang="en-US" sz="1200">
              <a:latin typeface="Times New Roman" panose="02020603050405020304" pitchFamily="18" charset="0"/>
            </a:endParaRPr>
          </a:p>
        </p:txBody>
      </p:sp>
      <p:sp>
        <p:nvSpPr>
          <p:cNvPr id="105478" name="Rectangle 2">
            <a:extLst>
              <a:ext uri="{FF2B5EF4-FFF2-40B4-BE49-F238E27FC236}">
                <a16:creationId xmlns:a16="http://schemas.microsoft.com/office/drawing/2014/main" id="{C8D185A2-BF50-E47D-4ACE-F6F6FC3C89AD}"/>
              </a:ext>
            </a:extLst>
          </p:cNvPr>
          <p:cNvSpPr>
            <a:spLocks noGrp="1" noRot="1" noChangeAspect="1" noChangeArrowheads="1" noTextEdit="1"/>
          </p:cNvSpPr>
          <p:nvPr>
            <p:ph type="sldImg"/>
          </p:nvPr>
        </p:nvSpPr>
        <p:spPr>
          <a:solidFill>
            <a:srgbClr val="FFFFFF"/>
          </a:solidFill>
          <a:ln/>
        </p:spPr>
      </p:sp>
      <p:sp>
        <p:nvSpPr>
          <p:cNvPr id="550915" name="Rectangle 3">
            <a:extLst>
              <a:ext uri="{FF2B5EF4-FFF2-40B4-BE49-F238E27FC236}">
                <a16:creationId xmlns:a16="http://schemas.microsoft.com/office/drawing/2014/main" id="{B66D23EC-9274-8AA1-122B-9B99275ED19E}"/>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E2FE6F8D-C933-9376-6972-983FCC29DE8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08547" name="Rectangle 3">
            <a:extLst>
              <a:ext uri="{FF2B5EF4-FFF2-40B4-BE49-F238E27FC236}">
                <a16:creationId xmlns:a16="http://schemas.microsoft.com/office/drawing/2014/main" id="{FFE21672-7EAF-2C2B-46F9-A806D4C0386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08548" name="Rectangle 6">
            <a:extLst>
              <a:ext uri="{FF2B5EF4-FFF2-40B4-BE49-F238E27FC236}">
                <a16:creationId xmlns:a16="http://schemas.microsoft.com/office/drawing/2014/main" id="{7FE1BE57-6D0A-3642-A9F2-BC2B342EA83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08549" name="Rectangle 7">
            <a:extLst>
              <a:ext uri="{FF2B5EF4-FFF2-40B4-BE49-F238E27FC236}">
                <a16:creationId xmlns:a16="http://schemas.microsoft.com/office/drawing/2014/main" id="{F16450E8-798F-7EB6-87C4-313E1558B3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FFF64DC-CEFF-4463-A26C-D26C12FCA23B}" type="slidenum">
              <a:rPr lang="en-AU" altLang="en-US" sz="1200" smtClean="0">
                <a:latin typeface="Times New Roman" panose="02020603050405020304" pitchFamily="18" charset="0"/>
              </a:rPr>
              <a:pPr/>
              <a:t>52</a:t>
            </a:fld>
            <a:endParaRPr lang="en-AU" altLang="en-US" sz="1200">
              <a:latin typeface="Times New Roman" panose="02020603050405020304" pitchFamily="18" charset="0"/>
            </a:endParaRPr>
          </a:p>
        </p:txBody>
      </p:sp>
      <p:sp>
        <p:nvSpPr>
          <p:cNvPr id="108550" name="Rectangle 2">
            <a:extLst>
              <a:ext uri="{FF2B5EF4-FFF2-40B4-BE49-F238E27FC236}">
                <a16:creationId xmlns:a16="http://schemas.microsoft.com/office/drawing/2014/main" id="{06758480-8F42-3A7E-508A-75A0AF7F65FA}"/>
              </a:ext>
            </a:extLst>
          </p:cNvPr>
          <p:cNvSpPr>
            <a:spLocks noGrp="1" noRot="1" noChangeAspect="1" noChangeArrowheads="1" noTextEdit="1"/>
          </p:cNvSpPr>
          <p:nvPr>
            <p:ph type="sldImg"/>
          </p:nvPr>
        </p:nvSpPr>
        <p:spPr>
          <a:solidFill>
            <a:srgbClr val="FFFFFF"/>
          </a:solidFill>
          <a:ln/>
        </p:spPr>
      </p:sp>
      <p:sp>
        <p:nvSpPr>
          <p:cNvPr id="580611" name="Rectangle 3">
            <a:extLst>
              <a:ext uri="{FF2B5EF4-FFF2-40B4-BE49-F238E27FC236}">
                <a16:creationId xmlns:a16="http://schemas.microsoft.com/office/drawing/2014/main" id="{3D71FEB8-75EA-1880-F292-0CA85DB19DE8}"/>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FAD7A106-A04D-AEAD-6EE1-35569496FE0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1619" name="Rectangle 3">
            <a:extLst>
              <a:ext uri="{FF2B5EF4-FFF2-40B4-BE49-F238E27FC236}">
                <a16:creationId xmlns:a16="http://schemas.microsoft.com/office/drawing/2014/main" id="{0A6D0EC6-9DE8-8DE7-1C5F-1A65F38A085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11620" name="Rectangle 6">
            <a:extLst>
              <a:ext uri="{FF2B5EF4-FFF2-40B4-BE49-F238E27FC236}">
                <a16:creationId xmlns:a16="http://schemas.microsoft.com/office/drawing/2014/main" id="{806F0754-AC7B-2FBA-3800-082A8B41BDE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1621" name="Rectangle 7">
            <a:extLst>
              <a:ext uri="{FF2B5EF4-FFF2-40B4-BE49-F238E27FC236}">
                <a16:creationId xmlns:a16="http://schemas.microsoft.com/office/drawing/2014/main" id="{19D03BF6-463E-E5A8-9823-9779F9C43E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3210903-2172-4444-9259-F6D89F727544}" type="slidenum">
              <a:rPr lang="en-AU" altLang="en-US" sz="1200" smtClean="0">
                <a:latin typeface="Times New Roman" panose="02020603050405020304" pitchFamily="18" charset="0"/>
              </a:rPr>
              <a:pPr/>
              <a:t>54</a:t>
            </a:fld>
            <a:endParaRPr lang="en-AU" altLang="en-US" sz="1200">
              <a:latin typeface="Times New Roman" panose="02020603050405020304" pitchFamily="18" charset="0"/>
            </a:endParaRPr>
          </a:p>
        </p:txBody>
      </p:sp>
      <p:sp>
        <p:nvSpPr>
          <p:cNvPr id="111622" name="Rectangle 2">
            <a:extLst>
              <a:ext uri="{FF2B5EF4-FFF2-40B4-BE49-F238E27FC236}">
                <a16:creationId xmlns:a16="http://schemas.microsoft.com/office/drawing/2014/main" id="{1077CD61-8D75-0389-8750-F9C56B437EF0}"/>
              </a:ext>
            </a:extLst>
          </p:cNvPr>
          <p:cNvSpPr>
            <a:spLocks noGrp="1" noRot="1" noChangeAspect="1" noChangeArrowheads="1" noTextEdit="1"/>
          </p:cNvSpPr>
          <p:nvPr>
            <p:ph type="sldImg"/>
          </p:nvPr>
        </p:nvSpPr>
        <p:spPr>
          <a:solidFill>
            <a:srgbClr val="FFFFFF"/>
          </a:solidFill>
          <a:ln/>
        </p:spPr>
      </p:sp>
      <p:sp>
        <p:nvSpPr>
          <p:cNvPr id="576515" name="Rectangle 3">
            <a:extLst>
              <a:ext uri="{FF2B5EF4-FFF2-40B4-BE49-F238E27FC236}">
                <a16:creationId xmlns:a16="http://schemas.microsoft.com/office/drawing/2014/main" id="{53BC9696-13E0-BF0E-4062-0F0F0B899F56}"/>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25AA50FE-B10D-3294-679A-C3E20E050D3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3667" name="Rectangle 3">
            <a:extLst>
              <a:ext uri="{FF2B5EF4-FFF2-40B4-BE49-F238E27FC236}">
                <a16:creationId xmlns:a16="http://schemas.microsoft.com/office/drawing/2014/main" id="{20D7FCBA-12A5-E188-D61E-9D0ED137689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13668" name="Rectangle 6">
            <a:extLst>
              <a:ext uri="{FF2B5EF4-FFF2-40B4-BE49-F238E27FC236}">
                <a16:creationId xmlns:a16="http://schemas.microsoft.com/office/drawing/2014/main" id="{5750E722-6242-DC1C-0D4F-5BEB588DDA5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3669" name="Rectangle 7">
            <a:extLst>
              <a:ext uri="{FF2B5EF4-FFF2-40B4-BE49-F238E27FC236}">
                <a16:creationId xmlns:a16="http://schemas.microsoft.com/office/drawing/2014/main" id="{94B832F3-43A2-A0FF-A88D-2550ABF73C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0B7B80F-BEFC-43A9-A616-6C8559EB6407}" type="slidenum">
              <a:rPr lang="en-AU" altLang="en-US" sz="1200" smtClean="0">
                <a:latin typeface="Times New Roman" panose="02020603050405020304" pitchFamily="18" charset="0"/>
              </a:rPr>
              <a:pPr/>
              <a:t>55</a:t>
            </a:fld>
            <a:endParaRPr lang="en-AU" altLang="en-US" sz="1200">
              <a:latin typeface="Times New Roman" panose="02020603050405020304" pitchFamily="18" charset="0"/>
            </a:endParaRPr>
          </a:p>
        </p:txBody>
      </p:sp>
      <p:sp>
        <p:nvSpPr>
          <p:cNvPr id="113670" name="Rectangle 2">
            <a:extLst>
              <a:ext uri="{FF2B5EF4-FFF2-40B4-BE49-F238E27FC236}">
                <a16:creationId xmlns:a16="http://schemas.microsoft.com/office/drawing/2014/main" id="{5AD36413-D896-29B8-4ACC-860D951CB644}"/>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62179" name="Rectangle 3">
            <a:extLst>
              <a:ext uri="{FF2B5EF4-FFF2-40B4-BE49-F238E27FC236}">
                <a16:creationId xmlns:a16="http://schemas.microsoft.com/office/drawing/2014/main" id="{AB4AB474-B03E-59B7-F378-7E907FBB8DF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DA929A61-BEFC-0784-2261-A7A1FC23151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5715" name="Rectangle 3">
            <a:extLst>
              <a:ext uri="{FF2B5EF4-FFF2-40B4-BE49-F238E27FC236}">
                <a16:creationId xmlns:a16="http://schemas.microsoft.com/office/drawing/2014/main" id="{A99D5071-D777-2917-53E9-98E7F76C0FC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15716" name="Rectangle 6">
            <a:extLst>
              <a:ext uri="{FF2B5EF4-FFF2-40B4-BE49-F238E27FC236}">
                <a16:creationId xmlns:a16="http://schemas.microsoft.com/office/drawing/2014/main" id="{833E3AA4-D8AA-D6ED-0240-11873BD6FB9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5717" name="Rectangle 7">
            <a:extLst>
              <a:ext uri="{FF2B5EF4-FFF2-40B4-BE49-F238E27FC236}">
                <a16:creationId xmlns:a16="http://schemas.microsoft.com/office/drawing/2014/main" id="{7CC7CB2B-3983-B759-4F6F-AEF6289457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CFE0BC5-7E35-4230-A735-B76C1BDF06E6}" type="slidenum">
              <a:rPr lang="en-AU" altLang="en-US" sz="1200" smtClean="0">
                <a:latin typeface="Times New Roman" panose="02020603050405020304" pitchFamily="18" charset="0"/>
              </a:rPr>
              <a:pPr/>
              <a:t>56</a:t>
            </a:fld>
            <a:endParaRPr lang="en-AU" altLang="en-US" sz="1200">
              <a:latin typeface="Times New Roman" panose="02020603050405020304" pitchFamily="18" charset="0"/>
            </a:endParaRPr>
          </a:p>
        </p:txBody>
      </p:sp>
      <p:sp>
        <p:nvSpPr>
          <p:cNvPr id="115718" name="Rectangle 2">
            <a:extLst>
              <a:ext uri="{FF2B5EF4-FFF2-40B4-BE49-F238E27FC236}">
                <a16:creationId xmlns:a16="http://schemas.microsoft.com/office/drawing/2014/main" id="{47AB7E36-17D4-E324-3081-0B7D22D63774}"/>
              </a:ext>
            </a:extLst>
          </p:cNvPr>
          <p:cNvSpPr>
            <a:spLocks noGrp="1" noRot="1" noChangeAspect="1" noChangeArrowheads="1" noTextEdit="1"/>
          </p:cNvSpPr>
          <p:nvPr>
            <p:ph type="sldImg"/>
          </p:nvPr>
        </p:nvSpPr>
        <p:spPr>
          <a:solidFill>
            <a:srgbClr val="FFFFFF"/>
          </a:solidFill>
          <a:ln/>
        </p:spPr>
      </p:sp>
      <p:sp>
        <p:nvSpPr>
          <p:cNvPr id="115719" name="Rectangle 3">
            <a:extLst>
              <a:ext uri="{FF2B5EF4-FFF2-40B4-BE49-F238E27FC236}">
                <a16:creationId xmlns:a16="http://schemas.microsoft.com/office/drawing/2014/main" id="{F0F91E0F-9656-29EA-5A24-C04E813AEB26}"/>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r>
              <a:rPr lang="en-US" altLang="en-US">
                <a:latin typeface="Times New Roman" panose="02020603050405020304" pitchFamily="18" charset="0"/>
              </a:rPr>
              <a:t>I need to explain the “life of objects” rule here…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CF1C5383-C354-46F7-78DA-8F2A2C3F3C3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18787" name="Rectangle 3">
            <a:extLst>
              <a:ext uri="{FF2B5EF4-FFF2-40B4-BE49-F238E27FC236}">
                <a16:creationId xmlns:a16="http://schemas.microsoft.com/office/drawing/2014/main" id="{D7C29091-E070-533E-3835-D2303FA8BFC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18788" name="Rectangle 6">
            <a:extLst>
              <a:ext uri="{FF2B5EF4-FFF2-40B4-BE49-F238E27FC236}">
                <a16:creationId xmlns:a16="http://schemas.microsoft.com/office/drawing/2014/main" id="{1DB0740A-5495-2003-3FD7-0FB1B5E0D38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8789" name="Rectangle 7">
            <a:extLst>
              <a:ext uri="{FF2B5EF4-FFF2-40B4-BE49-F238E27FC236}">
                <a16:creationId xmlns:a16="http://schemas.microsoft.com/office/drawing/2014/main" id="{887C9FA3-CBAD-A0B4-E131-C1CD85499A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58AEADB-9F7D-4B19-96BA-89CD0C35C4CA}" type="slidenum">
              <a:rPr lang="en-AU" altLang="en-US" sz="1200" smtClean="0">
                <a:latin typeface="Times New Roman" panose="02020603050405020304" pitchFamily="18" charset="0"/>
              </a:rPr>
              <a:pPr/>
              <a:t>58</a:t>
            </a:fld>
            <a:endParaRPr lang="en-AU" altLang="en-US" sz="1200">
              <a:latin typeface="Times New Roman" panose="02020603050405020304" pitchFamily="18" charset="0"/>
            </a:endParaRPr>
          </a:p>
        </p:txBody>
      </p:sp>
      <p:sp>
        <p:nvSpPr>
          <p:cNvPr id="118790" name="Rectangle 2">
            <a:extLst>
              <a:ext uri="{FF2B5EF4-FFF2-40B4-BE49-F238E27FC236}">
                <a16:creationId xmlns:a16="http://schemas.microsoft.com/office/drawing/2014/main" id="{A6CDB253-8172-6EC0-46E4-599507A440A1}"/>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555011" name="Rectangle 3">
            <a:extLst>
              <a:ext uri="{FF2B5EF4-FFF2-40B4-BE49-F238E27FC236}">
                <a16:creationId xmlns:a16="http://schemas.microsoft.com/office/drawing/2014/main" id="{3744E7D9-1369-89C5-DA8A-F8C69959A7C3}"/>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5A123F8-CF7C-7B21-752A-09DB19F62AB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0835" name="Rectangle 3">
            <a:extLst>
              <a:ext uri="{FF2B5EF4-FFF2-40B4-BE49-F238E27FC236}">
                <a16:creationId xmlns:a16="http://schemas.microsoft.com/office/drawing/2014/main" id="{682FC5C0-DF4D-5E96-AEF4-7DA2415CD25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0836" name="Rectangle 6">
            <a:extLst>
              <a:ext uri="{FF2B5EF4-FFF2-40B4-BE49-F238E27FC236}">
                <a16:creationId xmlns:a16="http://schemas.microsoft.com/office/drawing/2014/main" id="{FFDB7320-A4D6-E931-92F8-7CC13147F35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0837" name="Rectangle 7">
            <a:extLst>
              <a:ext uri="{FF2B5EF4-FFF2-40B4-BE49-F238E27FC236}">
                <a16:creationId xmlns:a16="http://schemas.microsoft.com/office/drawing/2014/main" id="{6F8AAF99-6D19-FE6D-0586-E73B6FEC5E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8F5C366-3104-494E-B41C-777286EAFD90}" type="slidenum">
              <a:rPr lang="en-AU" altLang="en-US" sz="1200" smtClean="0">
                <a:latin typeface="Times New Roman" panose="02020603050405020304" pitchFamily="18" charset="0"/>
              </a:rPr>
              <a:pPr/>
              <a:t>59</a:t>
            </a:fld>
            <a:endParaRPr lang="en-AU" altLang="en-US" sz="1200">
              <a:latin typeface="Times New Roman" panose="02020603050405020304" pitchFamily="18" charset="0"/>
            </a:endParaRPr>
          </a:p>
        </p:txBody>
      </p:sp>
      <p:sp>
        <p:nvSpPr>
          <p:cNvPr id="120838" name="Rectangle 2">
            <a:extLst>
              <a:ext uri="{FF2B5EF4-FFF2-40B4-BE49-F238E27FC236}">
                <a16:creationId xmlns:a16="http://schemas.microsoft.com/office/drawing/2014/main" id="{E2D08F8A-99BC-C342-B7B0-ED98C53BE2E3}"/>
              </a:ext>
            </a:extLst>
          </p:cNvPr>
          <p:cNvSpPr>
            <a:spLocks noGrp="1" noRot="1" noChangeAspect="1" noChangeArrowheads="1" noTextEdit="1"/>
          </p:cNvSpPr>
          <p:nvPr>
            <p:ph type="sldImg"/>
          </p:nvPr>
        </p:nvSpPr>
        <p:spPr>
          <a:ln/>
        </p:spPr>
      </p:sp>
      <p:sp>
        <p:nvSpPr>
          <p:cNvPr id="646147" name="Rectangle 3">
            <a:extLst>
              <a:ext uri="{FF2B5EF4-FFF2-40B4-BE49-F238E27FC236}">
                <a16:creationId xmlns:a16="http://schemas.microsoft.com/office/drawing/2014/main" id="{F10A2EB8-D5FA-7D32-3F1B-BBC81CC7CA66}"/>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83B5E74B-6780-BA96-37DF-4FF0E7C4C2D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2883" name="Rectangle 3">
            <a:extLst>
              <a:ext uri="{FF2B5EF4-FFF2-40B4-BE49-F238E27FC236}">
                <a16:creationId xmlns:a16="http://schemas.microsoft.com/office/drawing/2014/main" id="{1E3B6077-BBC5-B2AE-463F-031C87C688A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2884" name="Rectangle 6">
            <a:extLst>
              <a:ext uri="{FF2B5EF4-FFF2-40B4-BE49-F238E27FC236}">
                <a16:creationId xmlns:a16="http://schemas.microsoft.com/office/drawing/2014/main" id="{9A3064B4-24A5-0445-DA70-B1A0E559625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2885" name="Rectangle 7">
            <a:extLst>
              <a:ext uri="{FF2B5EF4-FFF2-40B4-BE49-F238E27FC236}">
                <a16:creationId xmlns:a16="http://schemas.microsoft.com/office/drawing/2014/main" id="{C909A678-68AA-F4EC-C37F-8855290275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B453516-0A77-4055-B7D1-526B16BFDCD5}" type="slidenum">
              <a:rPr lang="en-AU" altLang="en-US" sz="1200" smtClean="0">
                <a:latin typeface="Times New Roman" panose="02020603050405020304" pitchFamily="18" charset="0"/>
              </a:rPr>
              <a:pPr/>
              <a:t>60</a:t>
            </a:fld>
            <a:endParaRPr lang="en-AU" altLang="en-US" sz="1200">
              <a:latin typeface="Times New Roman" panose="02020603050405020304" pitchFamily="18" charset="0"/>
            </a:endParaRPr>
          </a:p>
        </p:txBody>
      </p:sp>
      <p:sp>
        <p:nvSpPr>
          <p:cNvPr id="122886" name="Rectangle 2">
            <a:extLst>
              <a:ext uri="{FF2B5EF4-FFF2-40B4-BE49-F238E27FC236}">
                <a16:creationId xmlns:a16="http://schemas.microsoft.com/office/drawing/2014/main" id="{ED2CF1A3-0D2F-C594-326D-A55F04BD51FB}"/>
              </a:ext>
            </a:extLst>
          </p:cNvPr>
          <p:cNvSpPr>
            <a:spLocks noGrp="1" noRot="1" noChangeAspect="1" noChangeArrowheads="1" noTextEdit="1"/>
          </p:cNvSpPr>
          <p:nvPr>
            <p:ph type="sldImg"/>
          </p:nvPr>
        </p:nvSpPr>
        <p:spPr>
          <a:ln/>
        </p:spPr>
      </p:sp>
      <p:sp>
        <p:nvSpPr>
          <p:cNvPr id="122887" name="Rectangle 3">
            <a:extLst>
              <a:ext uri="{FF2B5EF4-FFF2-40B4-BE49-F238E27FC236}">
                <a16:creationId xmlns:a16="http://schemas.microsoft.com/office/drawing/2014/main" id="{00A1EFA8-0CD7-ECD6-5135-9E3666C7D9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I need to explain what I mean by “</a:t>
            </a:r>
            <a:r>
              <a:rPr lang="en-US" altLang="ja-JP">
                <a:latin typeface="Times New Roman" panose="02020603050405020304" pitchFamily="18" charset="0"/>
              </a:rPr>
              <a:t>indexable</a:t>
            </a:r>
            <a:r>
              <a:rPr lang="en-US" altLang="en-US">
                <a:latin typeface="Times New Roman" panose="02020603050405020304" pitchFamily="18" charset="0"/>
              </a:rPr>
              <a:t>”</a:t>
            </a:r>
            <a:r>
              <a:rPr lang="en-US" altLang="ja-JP">
                <a:latin typeface="Times New Roman" panose="02020603050405020304" pitchFamily="18" charset="0"/>
              </a:rPr>
              <a:t>…</a:t>
            </a:r>
          </a:p>
          <a:p>
            <a:r>
              <a:rPr lang="en-US" altLang="en-US">
                <a:latin typeface="Times New Roman" panose="02020603050405020304" pitchFamily="18" charset="0"/>
              </a:rPr>
              <a:t>It may also be worth mentioning here that sometimes you do not really care about the order elements are enumerated, but that this order is consistent!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C125034B-0D32-2706-BA39-DF70F8F1825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4931" name="Rectangle 3">
            <a:extLst>
              <a:ext uri="{FF2B5EF4-FFF2-40B4-BE49-F238E27FC236}">
                <a16:creationId xmlns:a16="http://schemas.microsoft.com/office/drawing/2014/main" id="{F85468A9-64B6-2957-31B9-94ED9464A4F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4932" name="Rectangle 6">
            <a:extLst>
              <a:ext uri="{FF2B5EF4-FFF2-40B4-BE49-F238E27FC236}">
                <a16:creationId xmlns:a16="http://schemas.microsoft.com/office/drawing/2014/main" id="{D0165A12-BA87-8A68-7B93-3FC0549BD54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4933" name="Rectangle 7">
            <a:extLst>
              <a:ext uri="{FF2B5EF4-FFF2-40B4-BE49-F238E27FC236}">
                <a16:creationId xmlns:a16="http://schemas.microsoft.com/office/drawing/2014/main" id="{690D0D96-E7CA-9952-9715-93D5961867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3AF7B10-C102-4259-B49E-F2A619054469}" type="slidenum">
              <a:rPr lang="en-AU" altLang="en-US" sz="1200" smtClean="0">
                <a:latin typeface="Times New Roman" panose="02020603050405020304" pitchFamily="18" charset="0"/>
              </a:rPr>
              <a:pPr/>
              <a:t>61</a:t>
            </a:fld>
            <a:endParaRPr lang="en-AU" altLang="en-US" sz="1200">
              <a:latin typeface="Times New Roman" panose="02020603050405020304" pitchFamily="18" charset="0"/>
            </a:endParaRPr>
          </a:p>
        </p:txBody>
      </p:sp>
      <p:sp>
        <p:nvSpPr>
          <p:cNvPr id="124934" name="Rectangle 2">
            <a:extLst>
              <a:ext uri="{FF2B5EF4-FFF2-40B4-BE49-F238E27FC236}">
                <a16:creationId xmlns:a16="http://schemas.microsoft.com/office/drawing/2014/main" id="{A361EC4E-C14F-04D4-AB5E-7D7291495B35}"/>
              </a:ext>
            </a:extLst>
          </p:cNvPr>
          <p:cNvSpPr>
            <a:spLocks noGrp="1" noRot="1" noChangeAspect="1" noChangeArrowheads="1" noTextEdit="1"/>
          </p:cNvSpPr>
          <p:nvPr>
            <p:ph type="sldImg"/>
          </p:nvPr>
        </p:nvSpPr>
        <p:spPr>
          <a:solidFill>
            <a:srgbClr val="FFFFFF"/>
          </a:solidFill>
          <a:ln/>
        </p:spPr>
      </p:sp>
      <p:sp>
        <p:nvSpPr>
          <p:cNvPr id="578563" name="Rectangle 3">
            <a:extLst>
              <a:ext uri="{FF2B5EF4-FFF2-40B4-BE49-F238E27FC236}">
                <a16:creationId xmlns:a16="http://schemas.microsoft.com/office/drawing/2014/main" id="{B8175B15-C8A6-9945-C04D-C8CE18565C66}"/>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ea typeface="ＭＳ Ｐゴシック" charset="0"/>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AD51796D-0021-D7A0-22F3-9CAC2CAA6BE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6979" name="Rectangle 3">
            <a:extLst>
              <a:ext uri="{FF2B5EF4-FFF2-40B4-BE49-F238E27FC236}">
                <a16:creationId xmlns:a16="http://schemas.microsoft.com/office/drawing/2014/main" id="{DC257723-ABD1-5705-04B6-658839DBB86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6980" name="Rectangle 6">
            <a:extLst>
              <a:ext uri="{FF2B5EF4-FFF2-40B4-BE49-F238E27FC236}">
                <a16:creationId xmlns:a16="http://schemas.microsoft.com/office/drawing/2014/main" id="{41FAB131-E1EE-907B-8535-DF9A418EA3E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6981" name="Rectangle 7">
            <a:extLst>
              <a:ext uri="{FF2B5EF4-FFF2-40B4-BE49-F238E27FC236}">
                <a16:creationId xmlns:a16="http://schemas.microsoft.com/office/drawing/2014/main" id="{8278790E-EB2A-1E8A-3D85-149B74D3A9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4DF9EF6-6B04-4348-AEEE-C73CD5D2BB09}" type="slidenum">
              <a:rPr lang="en-AU" altLang="en-US" sz="1200" smtClean="0">
                <a:latin typeface="Times New Roman" panose="02020603050405020304" pitchFamily="18" charset="0"/>
              </a:rPr>
              <a:pPr/>
              <a:t>62</a:t>
            </a:fld>
            <a:endParaRPr lang="en-AU" altLang="en-US" sz="1200">
              <a:latin typeface="Times New Roman" panose="02020603050405020304" pitchFamily="18" charset="0"/>
            </a:endParaRPr>
          </a:p>
        </p:txBody>
      </p:sp>
      <p:sp>
        <p:nvSpPr>
          <p:cNvPr id="126982" name="Rectangle 2">
            <a:extLst>
              <a:ext uri="{FF2B5EF4-FFF2-40B4-BE49-F238E27FC236}">
                <a16:creationId xmlns:a16="http://schemas.microsoft.com/office/drawing/2014/main" id="{0FDEAF4A-A0E2-6E29-BBDD-253B84D811F1}"/>
              </a:ext>
            </a:extLst>
          </p:cNvPr>
          <p:cNvSpPr>
            <a:spLocks noGrp="1" noRot="1" noChangeAspect="1" noChangeArrowheads="1" noTextEdit="1"/>
          </p:cNvSpPr>
          <p:nvPr>
            <p:ph type="sldImg"/>
          </p:nvPr>
        </p:nvSpPr>
        <p:spPr>
          <a:ln/>
        </p:spPr>
      </p:sp>
      <p:sp>
        <p:nvSpPr>
          <p:cNvPr id="126983" name="Rectangle 3">
            <a:extLst>
              <a:ext uri="{FF2B5EF4-FFF2-40B4-BE49-F238E27FC236}">
                <a16:creationId xmlns:a16="http://schemas.microsoft.com/office/drawing/2014/main" id="{BEF9D7C3-FA99-0064-3FE8-C1842B35AB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I think I need to give an example or two to characterizes the difference between abstract and concrete state…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829D318-3275-4DD5-4864-3DDEDAFF492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29027" name="Rectangle 3">
            <a:extLst>
              <a:ext uri="{FF2B5EF4-FFF2-40B4-BE49-F238E27FC236}">
                <a16:creationId xmlns:a16="http://schemas.microsoft.com/office/drawing/2014/main" id="{77831534-03A9-4EC7-642B-DC7305B770C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29028" name="Rectangle 6">
            <a:extLst>
              <a:ext uri="{FF2B5EF4-FFF2-40B4-BE49-F238E27FC236}">
                <a16:creationId xmlns:a16="http://schemas.microsoft.com/office/drawing/2014/main" id="{44309C59-2DAA-73C2-01F4-1E01E289625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29029" name="Rectangle 7">
            <a:extLst>
              <a:ext uri="{FF2B5EF4-FFF2-40B4-BE49-F238E27FC236}">
                <a16:creationId xmlns:a16="http://schemas.microsoft.com/office/drawing/2014/main" id="{25E7E62F-A88D-90FB-4D77-82F50B798A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843E8D4-0FB4-4DE8-8A11-AD8112481D18}" type="slidenum">
              <a:rPr lang="en-AU" altLang="en-US" sz="1200" smtClean="0">
                <a:latin typeface="Times New Roman" panose="02020603050405020304" pitchFamily="18" charset="0"/>
              </a:rPr>
              <a:pPr/>
              <a:t>63</a:t>
            </a:fld>
            <a:endParaRPr lang="en-AU" altLang="en-US" sz="1200">
              <a:latin typeface="Times New Roman" panose="02020603050405020304" pitchFamily="18" charset="0"/>
            </a:endParaRPr>
          </a:p>
        </p:txBody>
      </p:sp>
      <p:sp>
        <p:nvSpPr>
          <p:cNvPr id="129030" name="Rectangle 2">
            <a:extLst>
              <a:ext uri="{FF2B5EF4-FFF2-40B4-BE49-F238E27FC236}">
                <a16:creationId xmlns:a16="http://schemas.microsoft.com/office/drawing/2014/main" id="{456EB8DD-A2ED-D57A-3F26-94D81B6BFB2E}"/>
              </a:ext>
            </a:extLst>
          </p:cNvPr>
          <p:cNvSpPr>
            <a:spLocks noGrp="1" noRot="1" noChangeAspect="1" noChangeArrowheads="1" noTextEdit="1"/>
          </p:cNvSpPr>
          <p:nvPr>
            <p:ph type="sldImg"/>
          </p:nvPr>
        </p:nvSpPr>
        <p:spPr>
          <a:ln/>
        </p:spPr>
      </p:sp>
      <p:sp>
        <p:nvSpPr>
          <p:cNvPr id="506883" name="Rectangle 3">
            <a:extLst>
              <a:ext uri="{FF2B5EF4-FFF2-40B4-BE49-F238E27FC236}">
                <a16:creationId xmlns:a16="http://schemas.microsoft.com/office/drawing/2014/main" id="{D8E56277-022F-88A9-C131-EBE1AD1054D8}"/>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AC653F2D-E0D3-6226-FEB9-B162EA3D835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2099" name="Rectangle 3">
            <a:extLst>
              <a:ext uri="{FF2B5EF4-FFF2-40B4-BE49-F238E27FC236}">
                <a16:creationId xmlns:a16="http://schemas.microsoft.com/office/drawing/2014/main" id="{54C07367-C695-7376-DF84-BF5C49CD0D5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32100" name="Rectangle 6">
            <a:extLst>
              <a:ext uri="{FF2B5EF4-FFF2-40B4-BE49-F238E27FC236}">
                <a16:creationId xmlns:a16="http://schemas.microsoft.com/office/drawing/2014/main" id="{B5A8BDA6-6E4D-A644-BD78-51B01B351F1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2101" name="Rectangle 7">
            <a:extLst>
              <a:ext uri="{FF2B5EF4-FFF2-40B4-BE49-F238E27FC236}">
                <a16:creationId xmlns:a16="http://schemas.microsoft.com/office/drawing/2014/main" id="{71BEBBCD-C6C4-2DE9-57CE-16AAD03154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5B87152-96D0-4CE7-8E35-3B43203A7C1E}" type="slidenum">
              <a:rPr lang="en-AU" altLang="en-US" sz="1200" smtClean="0">
                <a:latin typeface="Times New Roman" panose="02020603050405020304" pitchFamily="18" charset="0"/>
              </a:rPr>
              <a:pPr/>
              <a:t>65</a:t>
            </a:fld>
            <a:endParaRPr lang="en-AU" altLang="en-US" sz="1200">
              <a:latin typeface="Times New Roman" panose="02020603050405020304" pitchFamily="18" charset="0"/>
            </a:endParaRPr>
          </a:p>
        </p:txBody>
      </p:sp>
      <p:sp>
        <p:nvSpPr>
          <p:cNvPr id="132102" name="Rectangle 2">
            <a:extLst>
              <a:ext uri="{FF2B5EF4-FFF2-40B4-BE49-F238E27FC236}">
                <a16:creationId xmlns:a16="http://schemas.microsoft.com/office/drawing/2014/main" id="{8373A047-A507-1926-16B5-D254D543990E}"/>
              </a:ext>
            </a:extLst>
          </p:cNvPr>
          <p:cNvSpPr>
            <a:spLocks noGrp="1" noRot="1" noChangeAspect="1" noChangeArrowheads="1" noTextEdit="1"/>
          </p:cNvSpPr>
          <p:nvPr>
            <p:ph type="sldImg"/>
          </p:nvPr>
        </p:nvSpPr>
        <p:spPr>
          <a:ln/>
        </p:spPr>
      </p:sp>
      <p:sp>
        <p:nvSpPr>
          <p:cNvPr id="507907" name="Rectangle 3">
            <a:extLst>
              <a:ext uri="{FF2B5EF4-FFF2-40B4-BE49-F238E27FC236}">
                <a16:creationId xmlns:a16="http://schemas.microsoft.com/office/drawing/2014/main" id="{31129F97-616C-49B4-C33C-FA297AB7B719}"/>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E84A3CED-800A-12CB-6EB0-931E1E6DE3F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4147" name="Rectangle 3">
            <a:extLst>
              <a:ext uri="{FF2B5EF4-FFF2-40B4-BE49-F238E27FC236}">
                <a16:creationId xmlns:a16="http://schemas.microsoft.com/office/drawing/2014/main" id="{E715D1CA-62FD-DFED-E57C-6A3719690B6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34148" name="Rectangle 6">
            <a:extLst>
              <a:ext uri="{FF2B5EF4-FFF2-40B4-BE49-F238E27FC236}">
                <a16:creationId xmlns:a16="http://schemas.microsoft.com/office/drawing/2014/main" id="{EFA1349D-369F-B458-AAEC-C98F337556F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4149" name="Rectangle 7">
            <a:extLst>
              <a:ext uri="{FF2B5EF4-FFF2-40B4-BE49-F238E27FC236}">
                <a16:creationId xmlns:a16="http://schemas.microsoft.com/office/drawing/2014/main" id="{6C5D5890-17BE-8E7E-7B41-843DFE9B08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7EBFF7A-819C-4C8A-A1AC-F73E90663514}" type="slidenum">
              <a:rPr lang="en-AU" altLang="en-US" sz="1200" smtClean="0">
                <a:latin typeface="Times New Roman" panose="02020603050405020304" pitchFamily="18" charset="0"/>
              </a:rPr>
              <a:pPr/>
              <a:t>66</a:t>
            </a:fld>
            <a:endParaRPr lang="en-AU" altLang="en-US" sz="1200">
              <a:latin typeface="Times New Roman" panose="02020603050405020304" pitchFamily="18" charset="0"/>
            </a:endParaRPr>
          </a:p>
        </p:txBody>
      </p:sp>
      <p:sp>
        <p:nvSpPr>
          <p:cNvPr id="134150" name="Rectangle 2">
            <a:extLst>
              <a:ext uri="{FF2B5EF4-FFF2-40B4-BE49-F238E27FC236}">
                <a16:creationId xmlns:a16="http://schemas.microsoft.com/office/drawing/2014/main" id="{95D4748E-544D-92F6-71AB-E3C9BDCBDF50}"/>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503811" name="Rectangle 3">
            <a:extLst>
              <a:ext uri="{FF2B5EF4-FFF2-40B4-BE49-F238E27FC236}">
                <a16:creationId xmlns:a16="http://schemas.microsoft.com/office/drawing/2014/main" id="{76100A24-76A2-BE2B-A782-0AFB49E4438E}"/>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778E5ABC-A3D0-5506-E692-0819A758E4C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6195" name="Rectangle 3">
            <a:extLst>
              <a:ext uri="{FF2B5EF4-FFF2-40B4-BE49-F238E27FC236}">
                <a16:creationId xmlns:a16="http://schemas.microsoft.com/office/drawing/2014/main" id="{70035322-364E-4721-7CDD-FB58F529EC9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36196" name="Rectangle 6">
            <a:extLst>
              <a:ext uri="{FF2B5EF4-FFF2-40B4-BE49-F238E27FC236}">
                <a16:creationId xmlns:a16="http://schemas.microsoft.com/office/drawing/2014/main" id="{FB074ECB-BA15-6684-6352-08AD9CA1946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6197" name="Rectangle 7">
            <a:extLst>
              <a:ext uri="{FF2B5EF4-FFF2-40B4-BE49-F238E27FC236}">
                <a16:creationId xmlns:a16="http://schemas.microsoft.com/office/drawing/2014/main" id="{C1223CCB-5D11-771F-6D02-37B44CA423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2A3CD51-1653-4094-B334-81055A6CB117}" type="slidenum">
              <a:rPr lang="en-AU" altLang="en-US" sz="1200" smtClean="0">
                <a:latin typeface="Times New Roman" panose="02020603050405020304" pitchFamily="18" charset="0"/>
              </a:rPr>
              <a:pPr/>
              <a:t>67</a:t>
            </a:fld>
            <a:endParaRPr lang="en-AU" altLang="en-US" sz="1200">
              <a:latin typeface="Times New Roman" panose="02020603050405020304" pitchFamily="18" charset="0"/>
            </a:endParaRPr>
          </a:p>
        </p:txBody>
      </p:sp>
      <p:sp>
        <p:nvSpPr>
          <p:cNvPr id="136198" name="Rectangle 2">
            <a:extLst>
              <a:ext uri="{FF2B5EF4-FFF2-40B4-BE49-F238E27FC236}">
                <a16:creationId xmlns:a16="http://schemas.microsoft.com/office/drawing/2014/main" id="{2A5DAF02-FB3C-A58B-209C-1750429D02D7}"/>
              </a:ext>
            </a:extLst>
          </p:cNvPr>
          <p:cNvSpPr>
            <a:spLocks noGrp="1" noRot="1" noChangeAspect="1" noChangeArrowheads="1" noTextEdit="1"/>
          </p:cNvSpPr>
          <p:nvPr>
            <p:ph type="sldImg"/>
          </p:nvPr>
        </p:nvSpPr>
        <p:spPr>
          <a:ln/>
        </p:spPr>
      </p:sp>
      <p:sp>
        <p:nvSpPr>
          <p:cNvPr id="521219" name="Rectangle 3">
            <a:extLst>
              <a:ext uri="{FF2B5EF4-FFF2-40B4-BE49-F238E27FC236}">
                <a16:creationId xmlns:a16="http://schemas.microsoft.com/office/drawing/2014/main" id="{6FD16BF9-3F89-E948-7EE8-41722D5934F6}"/>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96BFE0C4-D047-1B6E-5C3E-2B37BC307D4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38243" name="Rectangle 3">
            <a:extLst>
              <a:ext uri="{FF2B5EF4-FFF2-40B4-BE49-F238E27FC236}">
                <a16:creationId xmlns:a16="http://schemas.microsoft.com/office/drawing/2014/main" id="{D929366C-B854-974C-2178-98562F9744C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38244" name="Rectangle 6">
            <a:extLst>
              <a:ext uri="{FF2B5EF4-FFF2-40B4-BE49-F238E27FC236}">
                <a16:creationId xmlns:a16="http://schemas.microsoft.com/office/drawing/2014/main" id="{DAB50FEB-26FE-EBD5-2DCD-C95BB8671E1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8245" name="Rectangle 7">
            <a:extLst>
              <a:ext uri="{FF2B5EF4-FFF2-40B4-BE49-F238E27FC236}">
                <a16:creationId xmlns:a16="http://schemas.microsoft.com/office/drawing/2014/main" id="{34705888-9283-978E-6978-E4276A83D2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B03EB48-5C3F-44C8-8235-EF20175B01DF}" type="slidenum">
              <a:rPr lang="en-AU" altLang="en-US" sz="1200" smtClean="0">
                <a:latin typeface="Times New Roman" panose="02020603050405020304" pitchFamily="18" charset="0"/>
              </a:rPr>
              <a:pPr/>
              <a:t>68</a:t>
            </a:fld>
            <a:endParaRPr lang="en-AU" altLang="en-US" sz="1200">
              <a:latin typeface="Times New Roman" panose="02020603050405020304" pitchFamily="18" charset="0"/>
            </a:endParaRPr>
          </a:p>
        </p:txBody>
      </p:sp>
      <p:sp>
        <p:nvSpPr>
          <p:cNvPr id="138246" name="Rectangle 2">
            <a:extLst>
              <a:ext uri="{FF2B5EF4-FFF2-40B4-BE49-F238E27FC236}">
                <a16:creationId xmlns:a16="http://schemas.microsoft.com/office/drawing/2014/main" id="{300B2A69-624E-47AC-17E1-CBF2F884D3EB}"/>
              </a:ext>
            </a:extLst>
          </p:cNvPr>
          <p:cNvSpPr>
            <a:spLocks noGrp="1" noRot="1" noChangeAspect="1" noChangeArrowheads="1" noTextEdit="1"/>
          </p:cNvSpPr>
          <p:nvPr>
            <p:ph type="sldImg"/>
          </p:nvPr>
        </p:nvSpPr>
        <p:spPr>
          <a:ln/>
        </p:spPr>
      </p:sp>
      <p:sp>
        <p:nvSpPr>
          <p:cNvPr id="510979" name="Rectangle 3">
            <a:extLst>
              <a:ext uri="{FF2B5EF4-FFF2-40B4-BE49-F238E27FC236}">
                <a16:creationId xmlns:a16="http://schemas.microsoft.com/office/drawing/2014/main" id="{90BB5465-2B63-C671-DF65-D44A9AD6DF4F}"/>
              </a:ext>
            </a:extLst>
          </p:cNvPr>
          <p:cNvSpPr>
            <a:spLocks noGrp="1" noChangeArrowheads="1"/>
          </p:cNvSpPr>
          <p:nvPr>
            <p:ph type="body" idx="1"/>
          </p:nvPr>
        </p:nvSpPr>
        <p:spPr/>
        <p:txBody>
          <a:bodyPr/>
          <a:lstStyle/>
          <a:p>
            <a:pPr>
              <a:defRPr/>
            </a:pPr>
            <a:r>
              <a:rPr lang="en-US" dirty="0">
                <a:ea typeface="ＭＳ Ｐゴシック" charset="0"/>
                <a:cs typeface="+mn-cs"/>
              </a:rPr>
              <a:t>Now I can talk about certain things about Eiffel!!!</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0374CD5D-037C-AB10-8776-9E6B71BD1B5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0291" name="Rectangle 3">
            <a:extLst>
              <a:ext uri="{FF2B5EF4-FFF2-40B4-BE49-F238E27FC236}">
                <a16:creationId xmlns:a16="http://schemas.microsoft.com/office/drawing/2014/main" id="{33F9DD0A-631C-A178-7799-F20CC6A206D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0292" name="Rectangle 6">
            <a:extLst>
              <a:ext uri="{FF2B5EF4-FFF2-40B4-BE49-F238E27FC236}">
                <a16:creationId xmlns:a16="http://schemas.microsoft.com/office/drawing/2014/main" id="{1557DDAA-B0F8-E1EE-F181-57F1697B508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0293" name="Rectangle 7">
            <a:extLst>
              <a:ext uri="{FF2B5EF4-FFF2-40B4-BE49-F238E27FC236}">
                <a16:creationId xmlns:a16="http://schemas.microsoft.com/office/drawing/2014/main" id="{E69AE243-8374-2DBB-9E13-F3405EFF25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40C4F4C-AA64-4F69-93BB-B5B7AE533BD4}" type="slidenum">
              <a:rPr lang="en-AU" altLang="en-US" sz="1200" smtClean="0">
                <a:latin typeface="Times New Roman" panose="02020603050405020304" pitchFamily="18" charset="0"/>
              </a:rPr>
              <a:pPr/>
              <a:t>69</a:t>
            </a:fld>
            <a:endParaRPr lang="en-AU" altLang="en-US" sz="1200">
              <a:latin typeface="Times New Roman" panose="02020603050405020304" pitchFamily="18" charset="0"/>
            </a:endParaRPr>
          </a:p>
        </p:txBody>
      </p:sp>
      <p:sp>
        <p:nvSpPr>
          <p:cNvPr id="140294" name="Rectangle 2">
            <a:extLst>
              <a:ext uri="{FF2B5EF4-FFF2-40B4-BE49-F238E27FC236}">
                <a16:creationId xmlns:a16="http://schemas.microsoft.com/office/drawing/2014/main" id="{70B13191-DB36-6054-3AA5-E49172FC2C5F}"/>
              </a:ext>
            </a:extLst>
          </p:cNvPr>
          <p:cNvSpPr>
            <a:spLocks noGrp="1" noRot="1" noChangeAspect="1" noChangeArrowheads="1" noTextEdit="1"/>
          </p:cNvSpPr>
          <p:nvPr>
            <p:ph type="sldImg"/>
          </p:nvPr>
        </p:nvSpPr>
        <p:spPr>
          <a:ln/>
        </p:spPr>
      </p:sp>
      <p:sp>
        <p:nvSpPr>
          <p:cNvPr id="522243" name="Rectangle 3">
            <a:extLst>
              <a:ext uri="{FF2B5EF4-FFF2-40B4-BE49-F238E27FC236}">
                <a16:creationId xmlns:a16="http://schemas.microsoft.com/office/drawing/2014/main" id="{FFF643AC-E449-BE29-E1B1-20172D8B520C}"/>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60E1178B-8AB3-28C4-7ED5-FCDD423C362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2339" name="Rectangle 3">
            <a:extLst>
              <a:ext uri="{FF2B5EF4-FFF2-40B4-BE49-F238E27FC236}">
                <a16:creationId xmlns:a16="http://schemas.microsoft.com/office/drawing/2014/main" id="{0A299189-162C-EF85-83A9-137151DADF4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2340" name="Rectangle 6">
            <a:extLst>
              <a:ext uri="{FF2B5EF4-FFF2-40B4-BE49-F238E27FC236}">
                <a16:creationId xmlns:a16="http://schemas.microsoft.com/office/drawing/2014/main" id="{DD7C0B49-0970-B20C-1A94-D9050CCFB8D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2341" name="Rectangle 7">
            <a:extLst>
              <a:ext uri="{FF2B5EF4-FFF2-40B4-BE49-F238E27FC236}">
                <a16:creationId xmlns:a16="http://schemas.microsoft.com/office/drawing/2014/main" id="{7083CFE9-0C59-1F0B-01ED-5E5A8041DF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FC5DC8D-6B90-4937-85BC-D9CC05D73E53}" type="slidenum">
              <a:rPr lang="en-AU" altLang="en-US" sz="1200" smtClean="0">
                <a:latin typeface="Times New Roman" panose="02020603050405020304" pitchFamily="18" charset="0"/>
              </a:rPr>
              <a:pPr/>
              <a:t>70</a:t>
            </a:fld>
            <a:endParaRPr lang="en-AU" altLang="en-US" sz="1200">
              <a:latin typeface="Times New Roman" panose="02020603050405020304" pitchFamily="18" charset="0"/>
            </a:endParaRPr>
          </a:p>
        </p:txBody>
      </p:sp>
      <p:sp>
        <p:nvSpPr>
          <p:cNvPr id="142342" name="Rectangle 2">
            <a:extLst>
              <a:ext uri="{FF2B5EF4-FFF2-40B4-BE49-F238E27FC236}">
                <a16:creationId xmlns:a16="http://schemas.microsoft.com/office/drawing/2014/main" id="{F233545F-F9F1-A037-A3A8-B5B48A2F33CA}"/>
              </a:ext>
            </a:extLst>
          </p:cNvPr>
          <p:cNvSpPr>
            <a:spLocks noGrp="1" noRot="1" noChangeAspect="1" noChangeArrowheads="1" noTextEdit="1"/>
          </p:cNvSpPr>
          <p:nvPr>
            <p:ph type="sldImg"/>
          </p:nvPr>
        </p:nvSpPr>
        <p:spPr>
          <a:ln/>
        </p:spPr>
      </p:sp>
      <p:sp>
        <p:nvSpPr>
          <p:cNvPr id="648195" name="Rectangle 3">
            <a:extLst>
              <a:ext uri="{FF2B5EF4-FFF2-40B4-BE49-F238E27FC236}">
                <a16:creationId xmlns:a16="http://schemas.microsoft.com/office/drawing/2014/main" id="{536F67D3-819B-20CC-66E2-FA4267E40E6B}"/>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46C327BE-BABE-0448-DBE5-C92249A8D78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4387" name="Rectangle 3">
            <a:extLst>
              <a:ext uri="{FF2B5EF4-FFF2-40B4-BE49-F238E27FC236}">
                <a16:creationId xmlns:a16="http://schemas.microsoft.com/office/drawing/2014/main" id="{B54279F6-32B9-BDEB-6418-88C02C07F28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4388" name="Rectangle 6">
            <a:extLst>
              <a:ext uri="{FF2B5EF4-FFF2-40B4-BE49-F238E27FC236}">
                <a16:creationId xmlns:a16="http://schemas.microsoft.com/office/drawing/2014/main" id="{49595D03-697B-9834-13EA-94CB7FE1FC9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4389" name="Rectangle 7">
            <a:extLst>
              <a:ext uri="{FF2B5EF4-FFF2-40B4-BE49-F238E27FC236}">
                <a16:creationId xmlns:a16="http://schemas.microsoft.com/office/drawing/2014/main" id="{8BDC6FD0-7EB2-08AB-5B38-F38BBFC66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9A739F1B-B7AE-45FD-BF3D-E26A66918AE3}" type="slidenum">
              <a:rPr lang="en-AU" altLang="en-US" sz="1200" smtClean="0">
                <a:latin typeface="Times New Roman" panose="02020603050405020304" pitchFamily="18" charset="0"/>
              </a:rPr>
              <a:pPr/>
              <a:t>71</a:t>
            </a:fld>
            <a:endParaRPr lang="en-AU" altLang="en-US" sz="1200">
              <a:latin typeface="Times New Roman" panose="02020603050405020304" pitchFamily="18" charset="0"/>
            </a:endParaRPr>
          </a:p>
        </p:txBody>
      </p:sp>
      <p:sp>
        <p:nvSpPr>
          <p:cNvPr id="144390" name="Rectangle 2">
            <a:extLst>
              <a:ext uri="{FF2B5EF4-FFF2-40B4-BE49-F238E27FC236}">
                <a16:creationId xmlns:a16="http://schemas.microsoft.com/office/drawing/2014/main" id="{E4033763-361F-3472-F927-06181EA5951D}"/>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466947" name="Rectangle 3">
            <a:extLst>
              <a:ext uri="{FF2B5EF4-FFF2-40B4-BE49-F238E27FC236}">
                <a16:creationId xmlns:a16="http://schemas.microsoft.com/office/drawing/2014/main" id="{32913AC8-B9DB-79CF-DACF-3C3A2B04D078}"/>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1DCA9FE2-C342-6A84-5528-F5A864093EE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6435" name="Rectangle 3">
            <a:extLst>
              <a:ext uri="{FF2B5EF4-FFF2-40B4-BE49-F238E27FC236}">
                <a16:creationId xmlns:a16="http://schemas.microsoft.com/office/drawing/2014/main" id="{9905B7A4-E0D7-82AC-E49D-E52C60CD28B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6436" name="Rectangle 6">
            <a:extLst>
              <a:ext uri="{FF2B5EF4-FFF2-40B4-BE49-F238E27FC236}">
                <a16:creationId xmlns:a16="http://schemas.microsoft.com/office/drawing/2014/main" id="{B66346A5-22E8-DE17-D470-25B02891B1E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6437" name="Rectangle 7">
            <a:extLst>
              <a:ext uri="{FF2B5EF4-FFF2-40B4-BE49-F238E27FC236}">
                <a16:creationId xmlns:a16="http://schemas.microsoft.com/office/drawing/2014/main" id="{A41C58B7-5DCD-035D-35B6-8AC428DE09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78B80C6-9651-4AEC-A929-864B3FD871B1}" type="slidenum">
              <a:rPr lang="en-AU" altLang="en-US" sz="1200" smtClean="0">
                <a:latin typeface="Times New Roman" panose="02020603050405020304" pitchFamily="18" charset="0"/>
              </a:rPr>
              <a:pPr/>
              <a:t>72</a:t>
            </a:fld>
            <a:endParaRPr lang="en-AU" altLang="en-US" sz="1200">
              <a:latin typeface="Times New Roman" panose="02020603050405020304" pitchFamily="18" charset="0"/>
            </a:endParaRPr>
          </a:p>
        </p:txBody>
      </p:sp>
      <p:sp>
        <p:nvSpPr>
          <p:cNvPr id="146438" name="Rectangle 2">
            <a:extLst>
              <a:ext uri="{FF2B5EF4-FFF2-40B4-BE49-F238E27FC236}">
                <a16:creationId xmlns:a16="http://schemas.microsoft.com/office/drawing/2014/main" id="{30B443F2-284C-9BF6-D7F9-D677489B6C85}"/>
              </a:ext>
            </a:extLst>
          </p:cNvPr>
          <p:cNvSpPr>
            <a:spLocks noGrp="1" noRot="1" noChangeAspect="1" noChangeArrowheads="1" noTextEdit="1"/>
          </p:cNvSpPr>
          <p:nvPr>
            <p:ph type="sldImg"/>
          </p:nvPr>
        </p:nvSpPr>
        <p:spPr>
          <a:ln/>
        </p:spPr>
      </p:sp>
      <p:sp>
        <p:nvSpPr>
          <p:cNvPr id="497667" name="Rectangle 3">
            <a:extLst>
              <a:ext uri="{FF2B5EF4-FFF2-40B4-BE49-F238E27FC236}">
                <a16:creationId xmlns:a16="http://schemas.microsoft.com/office/drawing/2014/main" id="{4430691A-7B38-485D-CEBD-4A4F3A9315F8}"/>
              </a:ext>
            </a:extLst>
          </p:cNvPr>
          <p:cNvSpPr>
            <a:spLocks noGrp="1" noChangeArrowheads="1"/>
          </p:cNvSpPr>
          <p:nvPr>
            <p:ph type="body" idx="1"/>
          </p:nvPr>
        </p:nvSpPr>
        <p:spPr/>
        <p:txBody>
          <a:bodyPr/>
          <a:lstStyle/>
          <a:p>
            <a:pPr>
              <a:defRPr/>
            </a:pPr>
            <a:endParaRPr lang="en-US" dirty="0">
              <a:ea typeface="ＭＳ Ｐゴシック" charset="0"/>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0A304CF2-2590-C3C2-6E56-9EEAA8E8F48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48483" name="Rectangle 3">
            <a:extLst>
              <a:ext uri="{FF2B5EF4-FFF2-40B4-BE49-F238E27FC236}">
                <a16:creationId xmlns:a16="http://schemas.microsoft.com/office/drawing/2014/main" id="{2A44D064-95C4-97B8-60D0-869ACE78B59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48484" name="Rectangle 6">
            <a:extLst>
              <a:ext uri="{FF2B5EF4-FFF2-40B4-BE49-F238E27FC236}">
                <a16:creationId xmlns:a16="http://schemas.microsoft.com/office/drawing/2014/main" id="{E01B912F-AE5F-5469-AEC5-2C2C32BE446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48485" name="Rectangle 7">
            <a:extLst>
              <a:ext uri="{FF2B5EF4-FFF2-40B4-BE49-F238E27FC236}">
                <a16:creationId xmlns:a16="http://schemas.microsoft.com/office/drawing/2014/main" id="{004CC06F-9C16-EBDF-2B9B-D2BF3A9C69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45ECAF3-4254-4048-A2B3-A317E81883B7}" type="slidenum">
              <a:rPr lang="en-AU" altLang="en-US" sz="1200" smtClean="0">
                <a:latin typeface="Times New Roman" panose="02020603050405020304" pitchFamily="18" charset="0"/>
              </a:rPr>
              <a:pPr/>
              <a:t>73</a:t>
            </a:fld>
            <a:endParaRPr lang="en-AU" altLang="en-US" sz="1200">
              <a:latin typeface="Times New Roman" panose="02020603050405020304" pitchFamily="18" charset="0"/>
            </a:endParaRPr>
          </a:p>
        </p:txBody>
      </p:sp>
      <p:sp>
        <p:nvSpPr>
          <p:cNvPr id="148486" name="Rectangle 2">
            <a:extLst>
              <a:ext uri="{FF2B5EF4-FFF2-40B4-BE49-F238E27FC236}">
                <a16:creationId xmlns:a16="http://schemas.microsoft.com/office/drawing/2014/main" id="{67F75744-6AF7-05CF-D8F7-FA75D4024451}"/>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148487" name="Rectangle 3">
            <a:extLst>
              <a:ext uri="{FF2B5EF4-FFF2-40B4-BE49-F238E27FC236}">
                <a16:creationId xmlns:a16="http://schemas.microsoft.com/office/drawing/2014/main" id="{A46D19ED-6E0C-A4CD-FF03-90B410689504}"/>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r>
              <a:rPr lang="en-US" altLang="en-US">
                <a:latin typeface="Times New Roman" panose="02020603050405020304" pitchFamily="18" charset="0"/>
              </a:rPr>
              <a:t>NOTE: this is a question I have come up with myself…</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EDD62D10-91C3-B46B-66A9-B8B15FB4132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 Software Architectures and Design</a:t>
            </a:r>
          </a:p>
        </p:txBody>
      </p:sp>
      <p:sp>
        <p:nvSpPr>
          <p:cNvPr id="150531" name="Rectangle 3">
            <a:extLst>
              <a:ext uri="{FF2B5EF4-FFF2-40B4-BE49-F238E27FC236}">
                <a16:creationId xmlns:a16="http://schemas.microsoft.com/office/drawing/2014/main" id="{22F95588-2094-65CB-7848-6A18B892706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2022</a:t>
            </a:r>
            <a:endParaRPr lang="en-AU" altLang="en-US" sz="1200">
              <a:latin typeface="Times New Roman" panose="02020603050405020304" pitchFamily="18" charset="0"/>
            </a:endParaRPr>
          </a:p>
        </p:txBody>
      </p:sp>
      <p:sp>
        <p:nvSpPr>
          <p:cNvPr id="150532" name="Rectangle 6">
            <a:extLst>
              <a:ext uri="{FF2B5EF4-FFF2-40B4-BE49-F238E27FC236}">
                <a16:creationId xmlns:a16="http://schemas.microsoft.com/office/drawing/2014/main" id="{52AE7567-F7AD-7CFB-B489-F0BD6BB55C7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50533" name="Rectangle 7">
            <a:extLst>
              <a:ext uri="{FF2B5EF4-FFF2-40B4-BE49-F238E27FC236}">
                <a16:creationId xmlns:a16="http://schemas.microsoft.com/office/drawing/2014/main" id="{E4626E94-E8E7-A9A0-0574-BC045F96D1D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F50283E-9458-43DD-931E-EA6D5CEB2127}" type="slidenum">
              <a:rPr lang="en-AU" altLang="en-US" sz="1200" smtClean="0">
                <a:latin typeface="Times New Roman" panose="02020603050405020304" pitchFamily="18" charset="0"/>
              </a:rPr>
              <a:pPr/>
              <a:t>74</a:t>
            </a:fld>
            <a:endParaRPr lang="en-AU" altLang="en-US" sz="1200">
              <a:latin typeface="Times New Roman" panose="02020603050405020304" pitchFamily="18" charset="0"/>
            </a:endParaRPr>
          </a:p>
        </p:txBody>
      </p:sp>
      <p:sp>
        <p:nvSpPr>
          <p:cNvPr id="150534" name="Rectangle 2">
            <a:extLst>
              <a:ext uri="{FF2B5EF4-FFF2-40B4-BE49-F238E27FC236}">
                <a16:creationId xmlns:a16="http://schemas.microsoft.com/office/drawing/2014/main" id="{B4BD0509-8524-C4B0-B41F-F50B3CA931FD}"/>
              </a:ext>
            </a:extLst>
          </p:cNvPr>
          <p:cNvSpPr>
            <a:spLocks noGrp="1" noRot="1" noChangeAspect="1" noChangeArrowheads="1" noTextEdit="1"/>
          </p:cNvSpPr>
          <p:nvPr>
            <p:ph type="sldImg"/>
          </p:nvPr>
        </p:nvSpPr>
        <p:spPr>
          <a:xfrm>
            <a:off x="1012825" y="785813"/>
            <a:ext cx="5132388" cy="3849687"/>
          </a:xfrm>
          <a:solidFill>
            <a:srgbClr val="FFFFFF"/>
          </a:solidFill>
          <a:ln/>
        </p:spPr>
      </p:sp>
      <p:sp>
        <p:nvSpPr>
          <p:cNvPr id="366595" name="Rectangle 3">
            <a:extLst>
              <a:ext uri="{FF2B5EF4-FFF2-40B4-BE49-F238E27FC236}">
                <a16:creationId xmlns:a16="http://schemas.microsoft.com/office/drawing/2014/main" id="{CE1F09C3-46C6-D56F-901A-35BF90C88D83}"/>
              </a:ext>
            </a:extLst>
          </p:cNvPr>
          <p:cNvSpPr>
            <a:spLocks noGrp="1" noChangeArrowheads="1"/>
          </p:cNvSpPr>
          <p:nvPr>
            <p:ph type="body" idx="1"/>
          </p:nvPr>
        </p:nvSpPr>
        <p:spPr>
          <a:solidFill>
            <a:srgbClr val="FFFFFF"/>
          </a:solidFill>
          <a:ln>
            <a:solidFill>
              <a:srgbClr val="000000"/>
            </a:solidFill>
            <a:miter lim="800000"/>
            <a:headEnd/>
            <a:tailEnd/>
          </a:ln>
        </p:spPr>
        <p:txBody>
          <a:bodyPr lIns="95070" tIns="47535" rIns="95070" bIns="47535"/>
          <a:lstStyle/>
          <a:p>
            <a:pPr>
              <a:defRPr/>
            </a:pPr>
            <a:endParaRPr lang="en-US">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Master" Target="../slideMasters/slideMaster2.xml"/><Relationship Id="rId1" Type="http://schemas.openxmlformats.org/officeDocument/2006/relationships/themeOverride" Target="../theme/themeOverride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22D2ADA7-EDEF-E824-E5EA-F50F527DB90B}"/>
              </a:ext>
            </a:extLst>
          </p:cNvPr>
          <p:cNvSpPr>
            <a:spLocks noChangeArrowheads="1"/>
          </p:cNvSpPr>
          <p:nvPr/>
        </p:nvSpPr>
        <p:spPr bwMode="auto">
          <a:xfrm>
            <a:off x="2159000" y="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sp>
        <p:nvSpPr>
          <p:cNvPr id="3" name="Rectangle 27">
            <a:extLst>
              <a:ext uri="{FF2B5EF4-FFF2-40B4-BE49-F238E27FC236}">
                <a16:creationId xmlns:a16="http://schemas.microsoft.com/office/drawing/2014/main" id="{579692D6-D7EA-8E08-9986-3906397DC553}"/>
              </a:ext>
            </a:extLst>
          </p:cNvPr>
          <p:cNvSpPr>
            <a:spLocks noChangeArrowheads="1"/>
          </p:cNvSpPr>
          <p:nvPr/>
        </p:nvSpPr>
        <p:spPr bwMode="auto">
          <a:xfrm>
            <a:off x="6985000" y="469900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pic>
        <p:nvPicPr>
          <p:cNvPr id="4" name="Picture 66" descr="crest_30pc">
            <a:extLst>
              <a:ext uri="{FF2B5EF4-FFF2-40B4-BE49-F238E27FC236}">
                <a16:creationId xmlns:a16="http://schemas.microsoft.com/office/drawing/2014/main" id="{83D40A5B-355C-0131-F750-831C25B93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EBC01C8A-656D-7F14-1396-50547B1CB5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pPr lvl="0"/>
            <a:r>
              <a:rPr lang="en-AU" noProof="0"/>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charset="0"/>
              <a:buNone/>
              <a:defRPr/>
            </a:lvl1pPr>
          </a:lstStyle>
          <a:p>
            <a:pPr lvl="0"/>
            <a:r>
              <a:rPr lang="en-AU" noProof="0"/>
              <a:t>Click to edit Master subtitle style</a:t>
            </a:r>
          </a:p>
        </p:txBody>
      </p:sp>
    </p:spTree>
    <p:extLst>
      <p:ext uri="{BB962C8B-B14F-4D97-AF65-F5344CB8AC3E}">
        <p14:creationId xmlns:p14="http://schemas.microsoft.com/office/powerpoint/2010/main" val="40684510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CB5E7AF2-65D6-A5C1-D25C-620FD5FB39DC}"/>
              </a:ext>
            </a:extLst>
          </p:cNvPr>
          <p:cNvSpPr>
            <a:spLocks noGrp="1" noChangeArrowheads="1"/>
          </p:cNvSpPr>
          <p:nvPr>
            <p:ph type="sldNum" sz="quarter" idx="10"/>
          </p:nvPr>
        </p:nvSpPr>
        <p:spPr>
          <a:ln/>
        </p:spPr>
        <p:txBody>
          <a:bodyPr/>
          <a:lstStyle>
            <a:lvl1pPr>
              <a:defRPr/>
            </a:lvl1pPr>
          </a:lstStyle>
          <a:p>
            <a:pPr>
              <a:defRPr/>
            </a:pPr>
            <a:fld id="{B3E5B31A-8A92-46BC-A6D4-0A4EAD4A6107}"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550944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
            <a:extLst>
              <a:ext uri="{FF2B5EF4-FFF2-40B4-BE49-F238E27FC236}">
                <a16:creationId xmlns:a16="http://schemas.microsoft.com/office/drawing/2014/main" id="{204D5A62-93C1-D871-885C-03D2586BF175}"/>
              </a:ext>
            </a:extLst>
          </p:cNvPr>
          <p:cNvSpPr>
            <a:spLocks noGrp="1" noChangeArrowheads="1"/>
          </p:cNvSpPr>
          <p:nvPr>
            <p:ph type="sldNum" sz="quarter" idx="10"/>
          </p:nvPr>
        </p:nvSpPr>
        <p:spPr>
          <a:ln/>
        </p:spPr>
        <p:txBody>
          <a:bodyPr/>
          <a:lstStyle>
            <a:lvl1pPr>
              <a:defRPr/>
            </a:lvl1pPr>
          </a:lstStyle>
          <a:p>
            <a:pPr>
              <a:defRPr/>
            </a:pPr>
            <a:fld id="{F717A5F4-3682-49B2-BBC7-18BE6216EF0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4112164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
            <a:extLst>
              <a:ext uri="{FF2B5EF4-FFF2-40B4-BE49-F238E27FC236}">
                <a16:creationId xmlns:a16="http://schemas.microsoft.com/office/drawing/2014/main" id="{DE24DDA9-E43E-EC7D-2748-9128244B5561}"/>
              </a:ext>
            </a:extLst>
          </p:cNvPr>
          <p:cNvSpPr>
            <a:spLocks noGrp="1" noChangeArrowheads="1"/>
          </p:cNvSpPr>
          <p:nvPr>
            <p:ph type="sldNum" sz="quarter" idx="10"/>
          </p:nvPr>
        </p:nvSpPr>
        <p:spPr>
          <a:ln/>
        </p:spPr>
        <p:txBody>
          <a:bodyPr/>
          <a:lstStyle>
            <a:lvl1pPr>
              <a:defRPr/>
            </a:lvl1pPr>
          </a:lstStyle>
          <a:p>
            <a:pPr>
              <a:defRPr/>
            </a:pPr>
            <a:fld id="{7D94A7A0-3C7C-430B-A61D-6826F1D1E0F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929279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
            <a:extLst>
              <a:ext uri="{FF2B5EF4-FFF2-40B4-BE49-F238E27FC236}">
                <a16:creationId xmlns:a16="http://schemas.microsoft.com/office/drawing/2014/main" id="{9DCB4967-A63B-5091-7598-987844C606B6}"/>
              </a:ext>
            </a:extLst>
          </p:cNvPr>
          <p:cNvSpPr>
            <a:spLocks noGrp="1" noChangeArrowheads="1"/>
          </p:cNvSpPr>
          <p:nvPr>
            <p:ph type="sldNum" sz="quarter" idx="10"/>
          </p:nvPr>
        </p:nvSpPr>
        <p:spPr>
          <a:ln/>
        </p:spPr>
        <p:txBody>
          <a:bodyPr/>
          <a:lstStyle>
            <a:lvl1pPr>
              <a:defRPr/>
            </a:lvl1pPr>
          </a:lstStyle>
          <a:p>
            <a:pPr>
              <a:defRPr/>
            </a:pPr>
            <a:fld id="{C47399A2-67F5-424E-9B07-5376030A753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76624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
            <a:extLst>
              <a:ext uri="{FF2B5EF4-FFF2-40B4-BE49-F238E27FC236}">
                <a16:creationId xmlns:a16="http://schemas.microsoft.com/office/drawing/2014/main" id="{4ED5E632-AB8C-6A5E-8183-C675A5DC0377}"/>
              </a:ext>
            </a:extLst>
          </p:cNvPr>
          <p:cNvSpPr>
            <a:spLocks noGrp="1" noChangeArrowheads="1"/>
          </p:cNvSpPr>
          <p:nvPr>
            <p:ph type="sldNum" sz="quarter" idx="10"/>
          </p:nvPr>
        </p:nvSpPr>
        <p:spPr>
          <a:ln/>
        </p:spPr>
        <p:txBody>
          <a:bodyPr/>
          <a:lstStyle>
            <a:lvl1pPr>
              <a:defRPr/>
            </a:lvl1pPr>
          </a:lstStyle>
          <a:p>
            <a:pPr>
              <a:defRPr/>
            </a:pPr>
            <a:fld id="{2B6D09C0-29B9-48CA-A9E6-D95ADB2187AC}"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158787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4956EF2-BBBB-94A9-463D-BB5FC396B1C3}"/>
              </a:ext>
            </a:extLst>
          </p:cNvPr>
          <p:cNvSpPr>
            <a:spLocks noGrp="1" noChangeArrowheads="1"/>
          </p:cNvSpPr>
          <p:nvPr>
            <p:ph type="sldNum" sz="quarter" idx="10"/>
          </p:nvPr>
        </p:nvSpPr>
        <p:spPr>
          <a:ln/>
        </p:spPr>
        <p:txBody>
          <a:bodyPr/>
          <a:lstStyle>
            <a:lvl1pPr>
              <a:defRPr/>
            </a:lvl1pPr>
          </a:lstStyle>
          <a:p>
            <a:pPr>
              <a:defRPr/>
            </a:pPr>
            <a:fld id="{17E8731E-CD5B-4EF3-9F4F-C76AD64EE42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64669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4F7B07F6-C23C-99D2-EB67-22971BF4643E}"/>
              </a:ext>
            </a:extLst>
          </p:cNvPr>
          <p:cNvSpPr>
            <a:spLocks noGrp="1" noChangeArrowheads="1"/>
          </p:cNvSpPr>
          <p:nvPr>
            <p:ph type="sldNum" sz="quarter" idx="10"/>
          </p:nvPr>
        </p:nvSpPr>
        <p:spPr>
          <a:ln/>
        </p:spPr>
        <p:txBody>
          <a:bodyPr/>
          <a:lstStyle>
            <a:lvl1pPr>
              <a:defRPr/>
            </a:lvl1pPr>
          </a:lstStyle>
          <a:p>
            <a:pPr>
              <a:defRPr/>
            </a:pPr>
            <a:fld id="{2775788C-AF02-4B00-A75B-AD9E0B206FEC}"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31025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3D516264-190C-B02D-1266-AFF75991D9EC}"/>
              </a:ext>
            </a:extLst>
          </p:cNvPr>
          <p:cNvSpPr>
            <a:spLocks noGrp="1" noChangeArrowheads="1"/>
          </p:cNvSpPr>
          <p:nvPr>
            <p:ph type="sldNum" sz="quarter" idx="10"/>
          </p:nvPr>
        </p:nvSpPr>
        <p:spPr>
          <a:ln/>
        </p:spPr>
        <p:txBody>
          <a:bodyPr/>
          <a:lstStyle>
            <a:lvl1pPr>
              <a:defRPr/>
            </a:lvl1pPr>
          </a:lstStyle>
          <a:p>
            <a:pPr>
              <a:defRPr/>
            </a:pPr>
            <a:fld id="{9BE8AC1C-470E-4EF5-83C0-048F5ECC737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507132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19F7BE35-AF95-E206-BA35-418D2A1B3C89}"/>
              </a:ext>
            </a:extLst>
          </p:cNvPr>
          <p:cNvSpPr>
            <a:spLocks noGrp="1" noChangeArrowheads="1"/>
          </p:cNvSpPr>
          <p:nvPr>
            <p:ph type="sldNum" sz="quarter" idx="10"/>
          </p:nvPr>
        </p:nvSpPr>
        <p:spPr>
          <a:ln/>
        </p:spPr>
        <p:txBody>
          <a:bodyPr/>
          <a:lstStyle>
            <a:lvl1pPr>
              <a:defRPr/>
            </a:lvl1pPr>
          </a:lstStyle>
          <a:p>
            <a:pPr>
              <a:defRPr/>
            </a:pPr>
            <a:fld id="{FCBA8F8B-712D-4A4F-B5EF-B94B5AE04C1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36056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2355AAFB-BA88-724E-D3B4-8A28837BBB8C}"/>
              </a:ext>
            </a:extLst>
          </p:cNvPr>
          <p:cNvSpPr>
            <a:spLocks noGrp="1" noChangeArrowheads="1"/>
          </p:cNvSpPr>
          <p:nvPr>
            <p:ph type="sldNum" sz="quarter" idx="10"/>
          </p:nvPr>
        </p:nvSpPr>
        <p:spPr>
          <a:ln/>
        </p:spPr>
        <p:txBody>
          <a:bodyPr/>
          <a:lstStyle>
            <a:lvl1pPr>
              <a:defRPr/>
            </a:lvl1pPr>
          </a:lstStyle>
          <a:p>
            <a:pPr>
              <a:defRPr/>
            </a:pPr>
            <a:fld id="{81DC8468-51F9-4D8F-AFE5-56C2D4401669}"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48130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F9811E6-5320-C0F3-9A48-633C9B29DAD5}"/>
              </a:ext>
            </a:extLst>
          </p:cNvPr>
          <p:cNvSpPr>
            <a:spLocks noChangeArrowheads="1"/>
          </p:cNvSpPr>
          <p:nvPr/>
        </p:nvSpPr>
        <p:spPr bwMode="auto">
          <a:xfrm>
            <a:off x="2159000" y="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sp>
        <p:nvSpPr>
          <p:cNvPr id="3" name="Rectangle 27">
            <a:extLst>
              <a:ext uri="{FF2B5EF4-FFF2-40B4-BE49-F238E27FC236}">
                <a16:creationId xmlns:a16="http://schemas.microsoft.com/office/drawing/2014/main" id="{F1E43D4D-3849-EF4D-2BC1-1F692BF9C624}"/>
              </a:ext>
            </a:extLst>
          </p:cNvPr>
          <p:cNvSpPr>
            <a:spLocks noChangeArrowheads="1"/>
          </p:cNvSpPr>
          <p:nvPr/>
        </p:nvSpPr>
        <p:spPr bwMode="auto">
          <a:xfrm>
            <a:off x="6985000" y="4699000"/>
            <a:ext cx="2159000" cy="2159000"/>
          </a:xfrm>
          <a:prstGeom prst="rect">
            <a:avLst/>
          </a:prstGeom>
          <a:solidFill>
            <a:srgbClr val="4D4D4D"/>
          </a:solidFill>
          <a:ln>
            <a:noFill/>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defRPr/>
            </a:pPr>
            <a:endParaRPr lang="en-US" altLang="en-US"/>
          </a:p>
        </p:txBody>
      </p:sp>
      <p:pic>
        <p:nvPicPr>
          <p:cNvPr id="4" name="Picture 66" descr="crest_30pc">
            <a:extLst>
              <a:ext uri="{FF2B5EF4-FFF2-40B4-BE49-F238E27FC236}">
                <a16:creationId xmlns:a16="http://schemas.microsoft.com/office/drawing/2014/main" id="{5CF43D82-6419-8415-8C0D-A492D86C52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6F736A2C-5448-CACE-AEE7-590F388840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r>
              <a:rPr lang="en-AU"/>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pitchFamily="1" charset="2"/>
              <a:buNone/>
              <a:defRPr/>
            </a:lvl1pPr>
          </a:lstStyle>
          <a:p>
            <a:r>
              <a:rPr lang="en-AU"/>
              <a:t>Click to edit Master subtitle style</a:t>
            </a:r>
          </a:p>
        </p:txBody>
      </p:sp>
    </p:spTree>
    <p:extLst>
      <p:ext uri="{BB962C8B-B14F-4D97-AF65-F5344CB8AC3E}">
        <p14:creationId xmlns:p14="http://schemas.microsoft.com/office/powerpoint/2010/main" val="281661271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F3C0415-8633-E6E3-9822-E7E687360F99}"/>
              </a:ext>
            </a:extLst>
          </p:cNvPr>
          <p:cNvSpPr>
            <a:spLocks noGrp="1" noChangeArrowheads="1"/>
          </p:cNvSpPr>
          <p:nvPr>
            <p:ph type="sldNum" sz="quarter" idx="10"/>
          </p:nvPr>
        </p:nvSpPr>
        <p:spPr>
          <a:ln/>
        </p:spPr>
        <p:txBody>
          <a:bodyPr/>
          <a:lstStyle>
            <a:lvl1pPr>
              <a:defRPr/>
            </a:lvl1pPr>
          </a:lstStyle>
          <a:p>
            <a:pPr>
              <a:defRPr/>
            </a:pPr>
            <a:fld id="{2B8C6E36-1447-4BC0-8F83-765425CC6201}"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60723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1685D47F-EF28-9706-7759-13C4A7FD5E9F}"/>
              </a:ext>
            </a:extLst>
          </p:cNvPr>
          <p:cNvSpPr>
            <a:spLocks noGrp="1" noChangeArrowheads="1"/>
          </p:cNvSpPr>
          <p:nvPr>
            <p:ph type="sldNum" sz="quarter" idx="10"/>
          </p:nvPr>
        </p:nvSpPr>
        <p:spPr>
          <a:ln/>
        </p:spPr>
        <p:txBody>
          <a:bodyPr/>
          <a:lstStyle>
            <a:lvl1pPr>
              <a:defRPr/>
            </a:lvl1pPr>
          </a:lstStyle>
          <a:p>
            <a:pPr>
              <a:defRPr/>
            </a:pPr>
            <a:fld id="{4678EC21-2C5F-43B1-A4F1-94F720A3F14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9275876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87B5A936-7A2A-39CD-6C50-2A9BB32B7E22}"/>
              </a:ext>
            </a:extLst>
          </p:cNvPr>
          <p:cNvSpPr>
            <a:spLocks noGrp="1" noChangeArrowheads="1"/>
          </p:cNvSpPr>
          <p:nvPr>
            <p:ph type="sldNum" sz="quarter" idx="10"/>
          </p:nvPr>
        </p:nvSpPr>
        <p:spPr>
          <a:ln/>
        </p:spPr>
        <p:txBody>
          <a:bodyPr/>
          <a:lstStyle>
            <a:lvl1pPr>
              <a:defRPr/>
            </a:lvl1pPr>
          </a:lstStyle>
          <a:p>
            <a:pPr>
              <a:defRPr/>
            </a:pPr>
            <a:fld id="{6682FB25-FC44-43EB-8340-1088AD523631}"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619244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FCCCC09A-0DB0-B190-E501-F947CA474433}"/>
              </a:ext>
            </a:extLst>
          </p:cNvPr>
          <p:cNvSpPr>
            <a:spLocks noGrp="1" noChangeArrowheads="1"/>
          </p:cNvSpPr>
          <p:nvPr>
            <p:ph type="sldNum" sz="quarter" idx="10"/>
          </p:nvPr>
        </p:nvSpPr>
        <p:spPr>
          <a:ln/>
        </p:spPr>
        <p:txBody>
          <a:bodyPr/>
          <a:lstStyle>
            <a:lvl1pPr>
              <a:defRPr/>
            </a:lvl1pPr>
          </a:lstStyle>
          <a:p>
            <a:pPr>
              <a:defRPr/>
            </a:pPr>
            <a:fld id="{3DAB3639-4C3B-4AF2-9704-9BCD5B7D6F4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379176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708C3E80-A239-87AF-5560-9A9AFB09BE65}"/>
              </a:ext>
            </a:extLst>
          </p:cNvPr>
          <p:cNvSpPr>
            <a:spLocks noGrp="1" noChangeArrowheads="1"/>
          </p:cNvSpPr>
          <p:nvPr>
            <p:ph type="sldNum" sz="quarter" idx="10"/>
          </p:nvPr>
        </p:nvSpPr>
        <p:spPr>
          <a:ln/>
        </p:spPr>
        <p:txBody>
          <a:bodyPr/>
          <a:lstStyle>
            <a:lvl1pPr>
              <a:defRPr/>
            </a:lvl1pPr>
          </a:lstStyle>
          <a:p>
            <a:pPr>
              <a:defRPr/>
            </a:pPr>
            <a:fld id="{A17204D6-E087-41C1-B257-1109EA836AD6}"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699043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E1BDCEB-671C-DC52-4324-78DE4852B023}"/>
              </a:ext>
            </a:extLst>
          </p:cNvPr>
          <p:cNvSpPr>
            <a:spLocks noGrp="1" noChangeArrowheads="1"/>
          </p:cNvSpPr>
          <p:nvPr>
            <p:ph type="sldNum" sz="quarter" idx="10"/>
          </p:nvPr>
        </p:nvSpPr>
        <p:spPr>
          <a:ln/>
        </p:spPr>
        <p:txBody>
          <a:bodyPr/>
          <a:lstStyle>
            <a:lvl1pPr>
              <a:defRPr/>
            </a:lvl1pPr>
          </a:lstStyle>
          <a:p>
            <a:pPr>
              <a:defRPr/>
            </a:pPr>
            <a:fld id="{BEFFF0EA-482E-43EE-98B6-0C678D003CF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0714467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9D6A1A0-15C8-B262-47F5-1F80F9A6346B}"/>
              </a:ext>
            </a:extLst>
          </p:cNvPr>
          <p:cNvSpPr>
            <a:spLocks noGrp="1" noChangeArrowheads="1"/>
          </p:cNvSpPr>
          <p:nvPr>
            <p:ph type="sldNum" sz="quarter" idx="10"/>
          </p:nvPr>
        </p:nvSpPr>
        <p:spPr>
          <a:ln/>
        </p:spPr>
        <p:txBody>
          <a:bodyPr/>
          <a:lstStyle>
            <a:lvl1pPr>
              <a:defRPr/>
            </a:lvl1pPr>
          </a:lstStyle>
          <a:p>
            <a:pPr>
              <a:defRPr/>
            </a:pPr>
            <a:fld id="{D4E57D1D-7607-4815-97F3-020217880EE6}"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516594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57E48824-C6C3-052D-E7A4-24ABF8D950A7}"/>
              </a:ext>
            </a:extLst>
          </p:cNvPr>
          <p:cNvSpPr>
            <a:spLocks noGrp="1" noChangeArrowheads="1"/>
          </p:cNvSpPr>
          <p:nvPr>
            <p:ph type="sldNum" sz="quarter" idx="10"/>
          </p:nvPr>
        </p:nvSpPr>
        <p:spPr>
          <a:ln/>
        </p:spPr>
        <p:txBody>
          <a:bodyPr/>
          <a:lstStyle>
            <a:lvl1pPr>
              <a:defRPr/>
            </a:lvl1pPr>
          </a:lstStyle>
          <a:p>
            <a:pPr>
              <a:defRPr/>
            </a:pPr>
            <a:fld id="{E15AFB88-DE0F-408E-B379-503B34FD2C3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327183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3C64C994-4BCF-B7DF-E49B-D868B3A1269B}"/>
              </a:ext>
            </a:extLst>
          </p:cNvPr>
          <p:cNvSpPr>
            <a:spLocks noGrp="1" noChangeArrowheads="1"/>
          </p:cNvSpPr>
          <p:nvPr>
            <p:ph type="sldNum" sz="quarter" idx="10"/>
          </p:nvPr>
        </p:nvSpPr>
        <p:spPr>
          <a:ln/>
        </p:spPr>
        <p:txBody>
          <a:bodyPr/>
          <a:lstStyle>
            <a:lvl1pPr>
              <a:defRPr/>
            </a:lvl1pPr>
          </a:lstStyle>
          <a:p>
            <a:pPr>
              <a:defRPr/>
            </a:pPr>
            <a:fld id="{E79C7173-D674-4B48-B527-1CD4ECBA561D}"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750138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FF4E8BED-37E2-9D87-72B8-CF9DAE6B237B}"/>
              </a:ext>
            </a:extLst>
          </p:cNvPr>
          <p:cNvSpPr>
            <a:spLocks noGrp="1" noChangeArrowheads="1"/>
          </p:cNvSpPr>
          <p:nvPr>
            <p:ph type="sldNum" sz="quarter" idx="10"/>
          </p:nvPr>
        </p:nvSpPr>
        <p:spPr>
          <a:ln/>
        </p:spPr>
        <p:txBody>
          <a:bodyPr/>
          <a:lstStyle>
            <a:lvl1pPr>
              <a:defRPr/>
            </a:lvl1pPr>
          </a:lstStyle>
          <a:p>
            <a:pPr>
              <a:defRPr/>
            </a:pPr>
            <a:fld id="{6F18743C-1B53-41C5-9697-A03F0D2DEB2C}"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129151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5FCD47A-3835-92B8-BA39-62230257FECA}"/>
              </a:ext>
            </a:extLst>
          </p:cNvPr>
          <p:cNvSpPr>
            <a:spLocks noGrp="1" noChangeArrowheads="1"/>
          </p:cNvSpPr>
          <p:nvPr>
            <p:ph type="title"/>
          </p:nvPr>
        </p:nvSpPr>
        <p:spPr bwMode="auto">
          <a:xfrm>
            <a:off x="1079500" y="358775"/>
            <a:ext cx="6997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title style</a:t>
            </a:r>
          </a:p>
        </p:txBody>
      </p:sp>
      <p:sp>
        <p:nvSpPr>
          <p:cNvPr id="1030" name="Rectangle 6">
            <a:extLst>
              <a:ext uri="{FF2B5EF4-FFF2-40B4-BE49-F238E27FC236}">
                <a16:creationId xmlns:a16="http://schemas.microsoft.com/office/drawing/2014/main" id="{0CA9BAB5-6A7F-055A-49C3-E0405CA570DA}"/>
              </a:ext>
            </a:extLst>
          </p:cNvPr>
          <p:cNvSpPr>
            <a:spLocks noGrp="1" noChangeArrowheads="1"/>
          </p:cNvSpPr>
          <p:nvPr>
            <p:ph type="sldNum" sz="quarter" idx="4"/>
          </p:nvPr>
        </p:nvSpPr>
        <p:spPr bwMode="auto">
          <a:xfrm>
            <a:off x="6781800" y="61722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a:defRPr/>
            </a:pPr>
            <a:fld id="{C91F0DDE-06FA-4A2A-9F58-55B0CC8F95F8}" type="slidenum">
              <a:rPr lang="en-AU" altLang="en-US"/>
              <a:pPr>
                <a:defRPr/>
              </a:pPr>
              <a:t>‹#›</a:t>
            </a:fld>
            <a:endParaRPr lang="en-AU" altLang="en-US"/>
          </a:p>
          <a:p>
            <a:pPr>
              <a:defRPr/>
            </a:pPr>
            <a:endParaRPr lang="en-AU" altLang="en-US"/>
          </a:p>
        </p:txBody>
      </p:sp>
      <p:sp>
        <p:nvSpPr>
          <p:cNvPr id="1028" name="Line 7">
            <a:extLst>
              <a:ext uri="{FF2B5EF4-FFF2-40B4-BE49-F238E27FC236}">
                <a16:creationId xmlns:a16="http://schemas.microsoft.com/office/drawing/2014/main" id="{F784EDD5-4D24-22A5-7400-CE2ACCC803E3}"/>
              </a:ext>
            </a:extLst>
          </p:cNvPr>
          <p:cNvSpPr>
            <a:spLocks noChangeShapeType="1"/>
          </p:cNvSpPr>
          <p:nvPr/>
        </p:nvSpPr>
        <p:spPr bwMode="auto">
          <a:xfrm>
            <a:off x="1143000" y="990600"/>
            <a:ext cx="731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9" name="Picture 14" descr="crest_100pc bit">
            <a:extLst>
              <a:ext uri="{FF2B5EF4-FFF2-40B4-BE49-F238E27FC236}">
                <a16:creationId xmlns:a16="http://schemas.microsoft.com/office/drawing/2014/main" id="{A6A7EB13-679F-FFD0-18B6-D7E7311411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7">
            <a:extLst>
              <a:ext uri="{FF2B5EF4-FFF2-40B4-BE49-F238E27FC236}">
                <a16:creationId xmlns:a16="http://schemas.microsoft.com/office/drawing/2014/main" id="{B65D7CC8-388C-C815-4F0B-18738AC36E1B}"/>
              </a:ext>
            </a:extLst>
          </p:cNvPr>
          <p:cNvSpPr>
            <a:spLocks noGrp="1" noChangeArrowheads="1"/>
          </p:cNvSpPr>
          <p:nvPr>
            <p:ph type="body" idx="1"/>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Tree>
  </p:cSld>
  <p:clrMap bg1="lt1" tx1="dk1" bg2="lt2" tx2="dk2" accent1="accent1" accent2="accent2" accent3="accent3" accent4="accent4" accent5="accent5" accent6="accent6" hlink="hlink" folHlink="folHlink"/>
  <p:sldLayoutIdLst>
    <p:sldLayoutId id="2147484114"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charset="0"/>
          <a:ea typeface="ＭＳ Ｐゴシック" charset="0"/>
        </a:defRPr>
      </a:lvl6pPr>
      <a:lvl7pPr marL="914400" algn="l" rtl="0" eaLnBrk="0" fontAlgn="base" hangingPunct="0">
        <a:spcBef>
          <a:spcPct val="0"/>
        </a:spcBef>
        <a:spcAft>
          <a:spcPct val="0"/>
        </a:spcAft>
        <a:defRPr sz="3600" b="1">
          <a:solidFill>
            <a:schemeClr val="tx2"/>
          </a:solidFill>
          <a:latin typeface="Arial Narrow" charset="0"/>
          <a:ea typeface="ＭＳ Ｐゴシック" charset="0"/>
        </a:defRPr>
      </a:lvl7pPr>
      <a:lvl8pPr marL="1371600" algn="l" rtl="0" eaLnBrk="0" fontAlgn="base" hangingPunct="0">
        <a:spcBef>
          <a:spcPct val="0"/>
        </a:spcBef>
        <a:spcAft>
          <a:spcPct val="0"/>
        </a:spcAft>
        <a:defRPr sz="3600" b="1">
          <a:solidFill>
            <a:schemeClr val="tx2"/>
          </a:solidFill>
          <a:latin typeface="Arial Narrow" charset="0"/>
          <a:ea typeface="ＭＳ Ｐゴシック" charset="0"/>
        </a:defRPr>
      </a:lvl8pPr>
      <a:lvl9pPr marL="1828800" algn="l" rtl="0" eaLnBrk="0" fontAlgn="base" hangingPunct="0">
        <a:spcBef>
          <a:spcPct val="0"/>
        </a:spcBef>
        <a:spcAft>
          <a:spcPct val="0"/>
        </a:spcAft>
        <a:defRPr sz="3600" b="1">
          <a:solidFill>
            <a:schemeClr val="tx2"/>
          </a:solidFill>
          <a:latin typeface="Arial Narrow" charset="0"/>
          <a:ea typeface="ＭＳ Ｐゴシック"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747713-B306-9087-2B8D-70AE17B39DE8}"/>
              </a:ext>
            </a:extLst>
          </p:cNvPr>
          <p:cNvSpPr>
            <a:spLocks noGrp="1" noChangeArrowheads="1"/>
          </p:cNvSpPr>
          <p:nvPr>
            <p:ph type="title"/>
          </p:nvPr>
        </p:nvSpPr>
        <p:spPr bwMode="auto">
          <a:xfrm>
            <a:off x="1079500" y="358775"/>
            <a:ext cx="6997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title style</a:t>
            </a:r>
          </a:p>
        </p:txBody>
      </p:sp>
      <p:sp>
        <p:nvSpPr>
          <p:cNvPr id="1030" name="Rectangle 6">
            <a:extLst>
              <a:ext uri="{FF2B5EF4-FFF2-40B4-BE49-F238E27FC236}">
                <a16:creationId xmlns:a16="http://schemas.microsoft.com/office/drawing/2014/main" id="{B34CCA77-9170-DACB-CC02-9F477DC77D3B}"/>
              </a:ext>
            </a:extLst>
          </p:cNvPr>
          <p:cNvSpPr>
            <a:spLocks noGrp="1" noChangeArrowheads="1"/>
          </p:cNvSpPr>
          <p:nvPr>
            <p:ph type="sldNum" sz="quarter" idx="4"/>
          </p:nvPr>
        </p:nvSpPr>
        <p:spPr bwMode="auto">
          <a:xfrm>
            <a:off x="6781800" y="61722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a:defRPr/>
            </a:pPr>
            <a:fld id="{6E0B61AC-2E39-4D60-B5B0-D283ECA3A7EC}" type="slidenum">
              <a:rPr lang="en-AU" altLang="en-US"/>
              <a:pPr>
                <a:defRPr/>
              </a:pPr>
              <a:t>‹#›</a:t>
            </a:fld>
            <a:endParaRPr lang="en-AU" altLang="en-US"/>
          </a:p>
          <a:p>
            <a:pPr>
              <a:defRPr/>
            </a:pPr>
            <a:endParaRPr lang="en-AU" altLang="en-US"/>
          </a:p>
        </p:txBody>
      </p:sp>
      <p:sp>
        <p:nvSpPr>
          <p:cNvPr id="2052" name="Line 7">
            <a:extLst>
              <a:ext uri="{FF2B5EF4-FFF2-40B4-BE49-F238E27FC236}">
                <a16:creationId xmlns:a16="http://schemas.microsoft.com/office/drawing/2014/main" id="{563F970F-B67A-BE06-95E1-D47D96F1BB85}"/>
              </a:ext>
            </a:extLst>
          </p:cNvPr>
          <p:cNvSpPr>
            <a:spLocks noChangeShapeType="1"/>
          </p:cNvSpPr>
          <p:nvPr/>
        </p:nvSpPr>
        <p:spPr bwMode="auto">
          <a:xfrm>
            <a:off x="1143000" y="990600"/>
            <a:ext cx="731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2053" name="Picture 14" descr="crest_100pc bit">
            <a:extLst>
              <a:ext uri="{FF2B5EF4-FFF2-40B4-BE49-F238E27FC236}">
                <a16:creationId xmlns:a16="http://schemas.microsoft.com/office/drawing/2014/main" id="{A27C1C46-A7E8-72E4-4B09-22C7BA9DE57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4" name="Rectangle 17">
            <a:extLst>
              <a:ext uri="{FF2B5EF4-FFF2-40B4-BE49-F238E27FC236}">
                <a16:creationId xmlns:a16="http://schemas.microsoft.com/office/drawing/2014/main" id="{C48EF656-77DC-1143-B4DC-8CE301DAC62A}"/>
              </a:ext>
            </a:extLst>
          </p:cNvPr>
          <p:cNvSpPr>
            <a:spLocks noGrp="1" noChangeArrowheads="1"/>
          </p:cNvSpPr>
          <p:nvPr>
            <p:ph type="body" idx="1"/>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Tree>
  </p:cSld>
  <p:clrMap bg1="lt1" tx1="dk1" bg2="lt2" tx2="dk2" accent1="accent1" accent2="accent2" accent3="accent3" accent4="accent4" accent5="accent5" accent6="accent6" hlink="hlink" folHlink="folHlink"/>
  <p:sldLayoutIdLst>
    <p:sldLayoutId id="2147484115"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pitchFamily="1"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pitchFamily="1" charset="0"/>
        </a:defRPr>
      </a:lvl6pPr>
      <a:lvl7pPr marL="914400" algn="l" rtl="0" eaLnBrk="0" fontAlgn="base" hangingPunct="0">
        <a:spcBef>
          <a:spcPct val="0"/>
        </a:spcBef>
        <a:spcAft>
          <a:spcPct val="0"/>
        </a:spcAft>
        <a:defRPr sz="3600" b="1">
          <a:solidFill>
            <a:schemeClr val="tx2"/>
          </a:solidFill>
          <a:latin typeface="Arial Narrow" pitchFamily="1" charset="0"/>
        </a:defRPr>
      </a:lvl7pPr>
      <a:lvl8pPr marL="1371600" algn="l" rtl="0" eaLnBrk="0" fontAlgn="base" hangingPunct="0">
        <a:spcBef>
          <a:spcPct val="0"/>
        </a:spcBef>
        <a:spcAft>
          <a:spcPct val="0"/>
        </a:spcAft>
        <a:defRPr sz="3600" b="1">
          <a:solidFill>
            <a:schemeClr val="tx2"/>
          </a:solidFill>
          <a:latin typeface="Arial Narrow" pitchFamily="1" charset="0"/>
        </a:defRPr>
      </a:lvl8pPr>
      <a:lvl9pPr marL="1828800" algn="l" rtl="0" eaLnBrk="0" fontAlgn="base" hangingPunct="0">
        <a:spcBef>
          <a:spcPct val="0"/>
        </a:spcBef>
        <a:spcAft>
          <a:spcPct val="0"/>
        </a:spcAft>
        <a:defRPr sz="3600" b="1">
          <a:solidFill>
            <a:schemeClr val="tx2"/>
          </a:solidFill>
          <a:latin typeface="Arial Narrow" pitchFamily="1"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6pPr>
      <a:lvl7pPr marL="30289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7pPr>
      <a:lvl8pPr marL="34861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8pPr>
      <a:lvl9pPr marL="3943350" indent="-228600" algn="l" rtl="0" eaLnBrk="0" fontAlgn="base" hangingPunct="0">
        <a:spcBef>
          <a:spcPct val="40000"/>
        </a:spcBef>
        <a:spcAft>
          <a:spcPct val="0"/>
        </a:spcAft>
        <a:buClr>
          <a:schemeClr val="tx1"/>
        </a:buClr>
        <a:buSzPct val="85000"/>
        <a:buFont typeface="Wingdings" pitchFamily="1" charset="2"/>
        <a:buChar char="¨"/>
        <a:defRPr sz="1600">
          <a:solidFill>
            <a:schemeClr val="tx1"/>
          </a:solidFill>
          <a:latin typeface="+mn-lt"/>
          <a:ea typeface="ＭＳ Ｐゴシック"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archive.eiffel.com/doc/manuals/technology/oosc/inheritance-desig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martinfowler.com/bliki/CommandQuerySeparation.html"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www.dre.vanderbilt.edu/~schmidt/patterns-frameworks.html"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7">
            <a:extLst>
              <a:ext uri="{FF2B5EF4-FFF2-40B4-BE49-F238E27FC236}">
                <a16:creationId xmlns:a16="http://schemas.microsoft.com/office/drawing/2014/main" id="{DDABC4AB-A298-2536-39AF-57DAE6057120}"/>
              </a:ext>
            </a:extLst>
          </p:cNvPr>
          <p:cNvSpPr>
            <a:spLocks noGrp="1" noChangeArrowheads="1"/>
          </p:cNvSpPr>
          <p:nvPr>
            <p:ph type="subTitle" idx="1"/>
          </p:nvPr>
        </p:nvSpPr>
        <p:spPr>
          <a:xfrm>
            <a:off x="2514600" y="3733800"/>
            <a:ext cx="6454775" cy="2143125"/>
          </a:xfrm>
        </p:spPr>
        <p:txBody>
          <a:bodyPr lIns="0" tIns="0" rIns="0" bIns="0"/>
          <a:lstStyle/>
          <a:p>
            <a:pPr>
              <a:defRPr/>
            </a:pPr>
            <a:r>
              <a:rPr lang="en-AU" dirty="0">
                <a:ea typeface="+mn-ea"/>
                <a:cs typeface="+mn-cs"/>
              </a:rPr>
              <a:t>Lecture 6</a:t>
            </a:r>
            <a:br>
              <a:rPr lang="en-AU" dirty="0">
                <a:ea typeface="+mn-ea"/>
                <a:cs typeface="+mn-cs"/>
              </a:rPr>
            </a:br>
            <a:r>
              <a:rPr lang="en-AU" dirty="0">
                <a:ea typeface="+mn-ea"/>
                <a:cs typeface="+mn-cs"/>
              </a:rPr>
              <a:t>Object Design (Part II) –</a:t>
            </a:r>
            <a:br>
              <a:rPr lang="en-AU" dirty="0">
                <a:ea typeface="+mn-ea"/>
                <a:cs typeface="+mn-cs"/>
              </a:rPr>
            </a:br>
            <a:r>
              <a:rPr lang="en-AU" dirty="0">
                <a:ea typeface="+mn-ea"/>
                <a:cs typeface="+mn-cs"/>
              </a:rPr>
              <a:t>Design Refinement / Better Design</a:t>
            </a:r>
          </a:p>
        </p:txBody>
      </p:sp>
      <p:sp>
        <p:nvSpPr>
          <p:cNvPr id="2056" name="Rectangle 8">
            <a:extLst>
              <a:ext uri="{FF2B5EF4-FFF2-40B4-BE49-F238E27FC236}">
                <a16:creationId xmlns:a16="http://schemas.microsoft.com/office/drawing/2014/main" id="{3AAB1C1E-5773-0E13-3830-0BA582665A03}"/>
              </a:ext>
            </a:extLst>
          </p:cNvPr>
          <p:cNvSpPr>
            <a:spLocks noGrp="1" noChangeArrowheads="1"/>
          </p:cNvSpPr>
          <p:nvPr>
            <p:ph type="ctrTitle"/>
          </p:nvPr>
        </p:nvSpPr>
        <p:spPr>
          <a:xfrm>
            <a:off x="2438400" y="2438400"/>
            <a:ext cx="5791200" cy="1143000"/>
          </a:xfrm>
        </p:spPr>
        <p:txBody>
          <a:bodyPr/>
          <a:lstStyle/>
          <a:p>
            <a:pPr>
              <a:defRPr/>
            </a:pPr>
            <a:r>
              <a:rPr lang="en-AU" sz="3200" dirty="0">
                <a:ea typeface="+mj-ea"/>
                <a:cs typeface="+mj-cs"/>
              </a:rPr>
              <a:t>SWE30003</a:t>
            </a:r>
            <a:br>
              <a:rPr lang="en-AU" sz="3200" dirty="0">
                <a:ea typeface="+mj-ea"/>
                <a:cs typeface="+mj-cs"/>
              </a:rPr>
            </a:br>
            <a:r>
              <a:rPr lang="en-AU" sz="3200" dirty="0">
                <a:ea typeface="+mj-ea"/>
                <a:cs typeface="+mj-cs"/>
              </a:rPr>
              <a:t>Software Architectures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6" name="Rectangle 4">
            <a:extLst>
              <a:ext uri="{FF2B5EF4-FFF2-40B4-BE49-F238E27FC236}">
                <a16:creationId xmlns:a16="http://schemas.microsoft.com/office/drawing/2014/main" id="{D34C3326-A410-19FA-09FC-D1A6CE684D36}"/>
              </a:ext>
            </a:extLst>
          </p:cNvPr>
          <p:cNvSpPr>
            <a:spLocks noGrp="1" noChangeArrowheads="1"/>
          </p:cNvSpPr>
          <p:nvPr>
            <p:ph type="title" idx="4294967295"/>
          </p:nvPr>
        </p:nvSpPr>
        <p:spPr/>
        <p:txBody>
          <a:bodyPr/>
          <a:lstStyle/>
          <a:p>
            <a:pPr eaLnBrk="1" hangingPunct="1">
              <a:defRPr/>
            </a:pPr>
            <a:r>
              <a:rPr lang="en-US" dirty="0">
                <a:ea typeface="+mj-ea"/>
                <a:cs typeface="+mj-cs"/>
              </a:rPr>
              <a:t>Logistical matters</a:t>
            </a:r>
          </a:p>
        </p:txBody>
      </p:sp>
      <p:sp>
        <p:nvSpPr>
          <p:cNvPr id="9219" name="Rectangle 4">
            <a:extLst>
              <a:ext uri="{FF2B5EF4-FFF2-40B4-BE49-F238E27FC236}">
                <a16:creationId xmlns:a16="http://schemas.microsoft.com/office/drawing/2014/main" id="{16856473-86CD-AA7C-C8B5-2064E17DCA97}"/>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eaLnBrk="1" hangingPunct="1">
              <a:spcBef>
                <a:spcPct val="0"/>
              </a:spcBef>
              <a:buSzTx/>
              <a:buFontTx/>
              <a:buNone/>
            </a:pPr>
            <a:endParaRPr lang="en-US" altLang="en-US" sz="3600" b="1">
              <a:solidFill>
                <a:schemeClr val="tx2"/>
              </a:solidFill>
            </a:endParaRPr>
          </a:p>
        </p:txBody>
      </p:sp>
      <p:sp>
        <p:nvSpPr>
          <p:cNvPr id="335880" name="Rectangle 8">
            <a:extLst>
              <a:ext uri="{FF2B5EF4-FFF2-40B4-BE49-F238E27FC236}">
                <a16:creationId xmlns:a16="http://schemas.microsoft.com/office/drawing/2014/main" id="{AF66950A-00AE-9556-DDDC-6229FEBE3B41}"/>
              </a:ext>
            </a:extLst>
          </p:cNvPr>
          <p:cNvSpPr>
            <a:spLocks noChangeArrowheads="1"/>
          </p:cNvSpPr>
          <p:nvPr/>
        </p:nvSpPr>
        <p:spPr bwMode="auto">
          <a:xfrm>
            <a:off x="1036638" y="692150"/>
            <a:ext cx="7669212" cy="4243388"/>
          </a:xfrm>
          <a:prstGeom prst="rect">
            <a:avLst/>
          </a:prstGeom>
          <a:noFill/>
          <a:ln>
            <a:noFill/>
          </a:ln>
          <a:effectLst/>
        </p:spPr>
        <p:txBody>
          <a:bodyPr lIns="0" tIns="0" rIns="0" bIns="0"/>
          <a:lstStyle/>
          <a:p>
            <a:pPr eaLnBrk="1" hangingPunct="1">
              <a:spcBef>
                <a:spcPct val="40000"/>
              </a:spcBef>
              <a:buSzPct val="75000"/>
              <a:defRPr/>
            </a:pPr>
            <a:endParaRPr lang="en-US" sz="2800" dirty="0">
              <a:latin typeface="Arial Narrow" charset="0"/>
              <a:ea typeface="ＭＳ Ｐゴシック" charset="0"/>
            </a:endParaRPr>
          </a:p>
          <a:p>
            <a:pPr marL="285750" indent="-285750" eaLnBrk="1" hangingPunct="1">
              <a:spcBef>
                <a:spcPct val="40000"/>
              </a:spcBef>
              <a:buSzPct val="75000"/>
              <a:buFont typeface="Wingdings" charset="0"/>
              <a:buChar char="n"/>
              <a:defRPr/>
            </a:pPr>
            <a:endParaRPr lang="en-US" sz="2800" dirty="0">
              <a:latin typeface="Arial Narrow" charset="0"/>
              <a:ea typeface="ＭＳ Ｐゴシック" charset="0"/>
            </a:endParaRPr>
          </a:p>
        </p:txBody>
      </p:sp>
      <p:sp>
        <p:nvSpPr>
          <p:cNvPr id="9221" name="Slide Number Placeholder 1">
            <a:extLst>
              <a:ext uri="{FF2B5EF4-FFF2-40B4-BE49-F238E27FC236}">
                <a16:creationId xmlns:a16="http://schemas.microsoft.com/office/drawing/2014/main" id="{5AC87501-A02E-220E-F359-9652D43969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D28CEF8-1918-4F13-9C19-914718262E43}" type="slidenum">
              <a:rPr lang="en-AU" altLang="en-US" sz="1400" smtClean="0">
                <a:latin typeface="Times New Roman" panose="02020603050405020304" pitchFamily="18" charset="0"/>
              </a:rPr>
              <a:pPr>
                <a:spcBef>
                  <a:spcPct val="0"/>
                </a:spcBef>
                <a:buSzTx/>
                <a:buFontTx/>
                <a:buNone/>
              </a:pPr>
              <a:t>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6" name="Content Placeholder 2">
            <a:extLst>
              <a:ext uri="{FF2B5EF4-FFF2-40B4-BE49-F238E27FC236}">
                <a16:creationId xmlns:a16="http://schemas.microsoft.com/office/drawing/2014/main" id="{98D383D2-9920-36FE-2DAE-357F313AB6B7}"/>
              </a:ext>
            </a:extLst>
          </p:cNvPr>
          <p:cNvSpPr txBox="1">
            <a:spLocks/>
          </p:cNvSpPr>
          <p:nvPr/>
        </p:nvSpPr>
        <p:spPr>
          <a:xfrm>
            <a:off x="1079500" y="1143000"/>
            <a:ext cx="7956550" cy="5486400"/>
          </a:xfrm>
          <a:prstGeom prst="rect">
            <a:avLst/>
          </a:prstGeom>
        </p:spPr>
        <p:txBody>
          <a:bodyPr/>
          <a:lst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a:lstStyle>
          <a:p>
            <a:pPr>
              <a:defRPr/>
            </a:pPr>
            <a:r>
              <a:rPr lang="en-AU" kern="0" dirty="0"/>
              <a:t>Weekly submissions – A &amp; Q</a:t>
            </a:r>
          </a:p>
          <a:p>
            <a:pPr lvl="1">
              <a:defRPr/>
            </a:pPr>
            <a:r>
              <a:rPr lang="en-AU" dirty="0"/>
              <a:t>Week 2: 104 &amp; 101 out of 119;</a:t>
            </a:r>
          </a:p>
          <a:p>
            <a:pPr lvl="1">
              <a:defRPr/>
            </a:pPr>
            <a:r>
              <a:rPr lang="en-AU" dirty="0"/>
              <a:t>Week 3: 101 &amp; 98 out of 118;</a:t>
            </a:r>
          </a:p>
          <a:p>
            <a:pPr lvl="1">
              <a:defRPr/>
            </a:pPr>
            <a:r>
              <a:rPr lang="en-AU" kern="0" dirty="0"/>
              <a:t>Week 4: 102 &amp; 101 out of 118;</a:t>
            </a:r>
          </a:p>
          <a:p>
            <a:pPr lvl="1">
              <a:defRPr/>
            </a:pPr>
            <a:r>
              <a:rPr lang="en-AU" kern="0" dirty="0"/>
              <a:t>Week 5: 98 &amp; 98 out of 118;</a:t>
            </a:r>
          </a:p>
          <a:p>
            <a:pPr lvl="1">
              <a:defRPr/>
            </a:pPr>
            <a:r>
              <a:rPr lang="en-AU" kern="0" dirty="0"/>
              <a:t>Week 6: 88 &amp; 84 out of 117;</a:t>
            </a:r>
          </a:p>
          <a:p>
            <a:pPr lvl="1">
              <a:defRPr/>
            </a:pPr>
            <a:r>
              <a:rPr lang="en-AU" kern="0" dirty="0"/>
              <a:t>Note that this is </a:t>
            </a:r>
            <a:r>
              <a:rPr lang="en-AU" kern="0" dirty="0">
                <a:solidFill>
                  <a:srgbClr val="FF0000"/>
                </a:solidFill>
              </a:rPr>
              <a:t>a hurdle requirement</a:t>
            </a:r>
            <a:endParaRPr lang="en-AU" kern="0" dirty="0"/>
          </a:p>
          <a:p>
            <a:pPr lvl="1">
              <a:defRPr/>
            </a:pPr>
            <a:r>
              <a:rPr lang="en-AU" kern="0" dirty="0"/>
              <a:t>No late submission</a:t>
            </a:r>
          </a:p>
          <a:p>
            <a:pPr>
              <a:defRPr/>
            </a:pPr>
            <a:r>
              <a:rPr lang="en-AU" kern="0" dirty="0"/>
              <a:t>Assignment 2 spec: </a:t>
            </a:r>
          </a:p>
          <a:p>
            <a:pPr lvl="1">
              <a:defRPr/>
            </a:pPr>
            <a:r>
              <a:rPr lang="en-AU" kern="0" dirty="0"/>
              <a:t>Released …</a:t>
            </a:r>
          </a:p>
          <a:p>
            <a:pPr lvl="1">
              <a:defRPr/>
            </a:pPr>
            <a:r>
              <a:rPr lang="en-AU" kern="0" dirty="0"/>
              <a:t>Start as soon as released.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75F5AAC9-D8E2-DD56-3597-8E234D4C153C}"/>
              </a:ext>
            </a:extLst>
          </p:cNvPr>
          <p:cNvSpPr>
            <a:spLocks noGrp="1" noChangeArrowheads="1"/>
          </p:cNvSpPr>
          <p:nvPr>
            <p:ph type="title"/>
          </p:nvPr>
        </p:nvSpPr>
        <p:spPr/>
        <p:txBody>
          <a:bodyPr/>
          <a:lstStyle/>
          <a:p>
            <a:pPr>
              <a:defRPr/>
            </a:pPr>
            <a:r>
              <a:rPr lang="en-US" dirty="0">
                <a:ea typeface="+mj-ea"/>
                <a:cs typeface="+mj-cs"/>
              </a:rPr>
              <a:t>Question to Answer – week 5</a:t>
            </a:r>
          </a:p>
        </p:txBody>
      </p:sp>
      <p:sp>
        <p:nvSpPr>
          <p:cNvPr id="461827" name="Rectangle 3">
            <a:extLst>
              <a:ext uri="{FF2B5EF4-FFF2-40B4-BE49-F238E27FC236}">
                <a16:creationId xmlns:a16="http://schemas.microsoft.com/office/drawing/2014/main" id="{DBD36B8A-BD0E-7EBF-635E-F70BED90F6D2}"/>
              </a:ext>
            </a:extLst>
          </p:cNvPr>
          <p:cNvSpPr>
            <a:spLocks noGrp="1" noChangeArrowheads="1"/>
          </p:cNvSpPr>
          <p:nvPr>
            <p:ph type="body" idx="1"/>
          </p:nvPr>
        </p:nvSpPr>
        <p:spPr/>
        <p:txBody>
          <a:bodyPr/>
          <a:lstStyle/>
          <a:p>
            <a:pPr>
              <a:buFont typeface="Wingdings" charset="0"/>
              <a:buNone/>
              <a:defRPr/>
            </a:pPr>
            <a:endParaRPr lang="en-AU" sz="1000" i="1" dirty="0">
              <a:ea typeface="+mn-ea"/>
              <a:cs typeface="+mn-cs"/>
            </a:endParaRPr>
          </a:p>
          <a:p>
            <a:pPr>
              <a:buFont typeface="Wingdings" charset="0"/>
              <a:buNone/>
              <a:defRPr/>
            </a:pPr>
            <a:r>
              <a:rPr lang="en-AU" i="1" dirty="0">
                <a:ea typeface="+mn-ea"/>
                <a:cs typeface="+mn-cs"/>
              </a:rPr>
              <a:t>	</a:t>
            </a:r>
            <a:r>
              <a:rPr lang="en-AU" i="1" dirty="0">
                <a:ea typeface="+mn-ea"/>
              </a:rPr>
              <a:t>In what way are objects, the artificial building blocks of a machine or software system, similar to a living, biological organism? What role do they play in helping us to understand and think about a problem?</a:t>
            </a:r>
            <a:endParaRPr lang="en-AU" dirty="0">
              <a:ea typeface="+mn-ea"/>
            </a:endParaRPr>
          </a:p>
        </p:txBody>
      </p:sp>
      <p:sp>
        <p:nvSpPr>
          <p:cNvPr id="11268" name="Slide Number Placeholder 1">
            <a:extLst>
              <a:ext uri="{FF2B5EF4-FFF2-40B4-BE49-F238E27FC236}">
                <a16:creationId xmlns:a16="http://schemas.microsoft.com/office/drawing/2014/main" id="{3180E912-EA30-267B-9EE5-366480F5A8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23A56DA-26B2-4229-87C8-BDBE43C23D46}" type="slidenum">
              <a:rPr lang="en-AU" altLang="en-US" sz="1400" smtClean="0">
                <a:latin typeface="Times New Roman" panose="02020603050405020304" pitchFamily="18" charset="0"/>
              </a:rPr>
              <a:pPr>
                <a:spcBef>
                  <a:spcPct val="0"/>
                </a:spcBef>
                <a:buSzTx/>
                <a:buFontTx/>
                <a:buNone/>
              </a:pPr>
              <a:t>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51847448-7CB4-62DA-AEFC-749E6FB9934F}"/>
              </a:ext>
            </a:extLst>
          </p:cNvPr>
          <p:cNvSpPr>
            <a:spLocks noGrp="1" noChangeArrowheads="1"/>
          </p:cNvSpPr>
          <p:nvPr>
            <p:ph type="title"/>
          </p:nvPr>
        </p:nvSpPr>
        <p:spPr/>
        <p:txBody>
          <a:bodyPr/>
          <a:lstStyle/>
          <a:p>
            <a:pPr>
              <a:defRPr/>
            </a:pPr>
            <a:r>
              <a:rPr lang="en-AU">
                <a:ea typeface="+mj-ea"/>
                <a:cs typeface="+mj-cs"/>
              </a:rPr>
              <a:t>Principal References</a:t>
            </a:r>
            <a:endParaRPr lang="en-US">
              <a:ea typeface="+mj-ea"/>
              <a:cs typeface="+mj-cs"/>
            </a:endParaRPr>
          </a:p>
        </p:txBody>
      </p:sp>
      <p:sp>
        <p:nvSpPr>
          <p:cNvPr id="191491" name="Rectangle 3">
            <a:extLst>
              <a:ext uri="{FF2B5EF4-FFF2-40B4-BE49-F238E27FC236}">
                <a16:creationId xmlns:a16="http://schemas.microsoft.com/office/drawing/2014/main" id="{5378A574-5B4E-4C51-CA80-A187B84F4745}"/>
              </a:ext>
            </a:extLst>
          </p:cNvPr>
          <p:cNvSpPr>
            <a:spLocks noGrp="1" noChangeArrowheads="1"/>
          </p:cNvSpPr>
          <p:nvPr>
            <p:ph type="body" idx="1"/>
          </p:nvPr>
        </p:nvSpPr>
        <p:spPr/>
        <p:txBody>
          <a:bodyPr/>
          <a:lstStyle/>
          <a:p>
            <a:pPr eaLnBrk="1" hangingPunct="1">
              <a:buFont typeface="Wingdings" charset="0"/>
              <a:buChar char="n"/>
              <a:defRPr/>
            </a:pPr>
            <a:r>
              <a:rPr lang="en-US">
                <a:ea typeface="+mn-ea"/>
                <a:cs typeface="+mn-cs"/>
              </a:rPr>
              <a:t>Bernd Bruegge and Allen H. Dutoit, </a:t>
            </a:r>
            <a:r>
              <a:rPr lang="en-US" i="1">
                <a:solidFill>
                  <a:srgbClr val="7E0701"/>
                </a:solidFill>
                <a:ea typeface="+mn-ea"/>
                <a:cs typeface="+mn-cs"/>
              </a:rPr>
              <a:t>Object-oriented Software Engineering</a:t>
            </a:r>
            <a:r>
              <a:rPr lang="en-US">
                <a:ea typeface="+mn-ea"/>
                <a:cs typeface="+mn-cs"/>
              </a:rPr>
              <a:t>, Prentice Hall, 2001, Chapter 5.</a:t>
            </a:r>
          </a:p>
          <a:p>
            <a:pPr eaLnBrk="1" hangingPunct="1">
              <a:buFont typeface="Wingdings" charset="0"/>
              <a:buChar char="n"/>
              <a:defRPr/>
            </a:pPr>
            <a:r>
              <a:rPr lang="en-US">
                <a:ea typeface="+mn-ea"/>
                <a:cs typeface="+mn-cs"/>
              </a:rPr>
              <a:t>Bertrand Meyer, </a:t>
            </a:r>
            <a:r>
              <a:rPr lang="en-US" i="1">
                <a:solidFill>
                  <a:srgbClr val="7E0701"/>
                </a:solidFill>
                <a:ea typeface="+mn-ea"/>
                <a:cs typeface="+mn-cs"/>
              </a:rPr>
              <a:t>Object-Oriented Software Construction</a:t>
            </a:r>
            <a:r>
              <a:rPr lang="en-US">
                <a:ea typeface="+mn-ea"/>
                <a:cs typeface="+mn-cs"/>
              </a:rPr>
              <a:t> (2</a:t>
            </a:r>
            <a:r>
              <a:rPr lang="en-US" baseline="30000">
                <a:ea typeface="+mn-ea"/>
                <a:cs typeface="+mn-cs"/>
              </a:rPr>
              <a:t>nd</a:t>
            </a:r>
            <a:r>
              <a:rPr lang="en-US">
                <a:ea typeface="+mn-ea"/>
                <a:cs typeface="+mn-cs"/>
              </a:rPr>
              <a:t> Edition), Prentice Hall, 1997, Chapters 11, 23, 24.</a:t>
            </a:r>
          </a:p>
          <a:p>
            <a:pPr eaLnBrk="1" hangingPunct="1">
              <a:buFont typeface="Wingdings" charset="0"/>
              <a:buChar char="n"/>
              <a:defRPr/>
            </a:pPr>
            <a:r>
              <a:rPr lang="en-US">
                <a:ea typeface="+mn-ea"/>
                <a:cs typeface="+mn-cs"/>
              </a:rPr>
              <a:t>Rebecca Wirfs-Brock, Brian Wilkerson and Lauren Wiener, </a:t>
            </a:r>
            <a:r>
              <a:rPr lang="en-US" i="1">
                <a:solidFill>
                  <a:srgbClr val="7F0101"/>
                </a:solidFill>
                <a:ea typeface="+mn-ea"/>
                <a:cs typeface="+mn-cs"/>
              </a:rPr>
              <a:t>Designing Object-Oriented Software</a:t>
            </a:r>
            <a:r>
              <a:rPr lang="en-US">
                <a:ea typeface="+mn-ea"/>
                <a:cs typeface="+mn-cs"/>
              </a:rPr>
              <a:t>, Prentice Hall, 1990, Chapter 5.</a:t>
            </a:r>
          </a:p>
          <a:p>
            <a:pPr eaLnBrk="1" hangingPunct="1">
              <a:buFont typeface="Wingdings" charset="0"/>
              <a:buChar char="n"/>
              <a:defRPr/>
            </a:pPr>
            <a:r>
              <a:rPr lang="en-US">
                <a:ea typeface="+mn-ea"/>
                <a:cs typeface="+mn-cs"/>
              </a:rPr>
              <a:t>Arthur J. Riel, </a:t>
            </a:r>
            <a:r>
              <a:rPr lang="en-US" i="1">
                <a:solidFill>
                  <a:srgbClr val="7E0701"/>
                </a:solidFill>
                <a:ea typeface="+mn-ea"/>
                <a:cs typeface="+mn-cs"/>
              </a:rPr>
              <a:t>Object-Oriented Design Heuristics</a:t>
            </a:r>
            <a:r>
              <a:rPr lang="en-US">
                <a:ea typeface="+mn-ea"/>
                <a:cs typeface="+mn-cs"/>
              </a:rPr>
              <a:t>, Addison Wesley, 1996, various chapters.</a:t>
            </a:r>
            <a:endParaRPr lang="en-US" sz="2000">
              <a:ea typeface="+mn-ea"/>
              <a:cs typeface="+mn-cs"/>
            </a:endParaRPr>
          </a:p>
        </p:txBody>
      </p:sp>
      <p:sp>
        <p:nvSpPr>
          <p:cNvPr id="13316" name="Slide Number Placeholder 1">
            <a:extLst>
              <a:ext uri="{FF2B5EF4-FFF2-40B4-BE49-F238E27FC236}">
                <a16:creationId xmlns:a16="http://schemas.microsoft.com/office/drawing/2014/main" id="{1F76752E-9900-1F22-003F-A003C875F11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7C62FD3-4FC6-4EFA-9211-80BCFEAA6750}" type="slidenum">
              <a:rPr lang="en-AU" altLang="en-US" sz="1400" smtClean="0">
                <a:latin typeface="Times New Roman" panose="02020603050405020304" pitchFamily="18" charset="0"/>
              </a:rPr>
              <a:pPr>
                <a:spcBef>
                  <a:spcPct val="0"/>
                </a:spcBef>
                <a:buSzTx/>
                <a:buFontTx/>
                <a:buNone/>
              </a:pPr>
              <a:t>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13FCB76-9126-B24F-F1A0-0631631FD08D}"/>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67299" name="Rectangle 1027">
            <a:extLst>
              <a:ext uri="{FF2B5EF4-FFF2-40B4-BE49-F238E27FC236}">
                <a16:creationId xmlns:a16="http://schemas.microsoft.com/office/drawing/2014/main" id="{3CC08C1B-079F-E713-9E48-2B41B6ABA544}"/>
              </a:ext>
            </a:extLst>
          </p:cNvPr>
          <p:cNvSpPr>
            <a:spLocks noGrp="1" noChangeArrowheads="1"/>
          </p:cNvSpPr>
          <p:nvPr>
            <p:ph type="title"/>
          </p:nvPr>
        </p:nvSpPr>
        <p:spPr/>
        <p:txBody>
          <a:bodyPr/>
          <a:lstStyle/>
          <a:p>
            <a:pPr>
              <a:defRPr/>
            </a:pPr>
            <a:r>
              <a:rPr lang="en-US">
                <a:ea typeface="+mj-ea"/>
                <a:cs typeface="+mj-cs"/>
              </a:rPr>
              <a:t>Roadmap</a:t>
            </a:r>
          </a:p>
        </p:txBody>
      </p:sp>
      <p:pic>
        <p:nvPicPr>
          <p:cNvPr id="15364" name="Picture 6" descr="roadmap">
            <a:extLst>
              <a:ext uri="{FF2B5EF4-FFF2-40B4-BE49-F238E27FC236}">
                <a16:creationId xmlns:a16="http://schemas.microsoft.com/office/drawing/2014/main" id="{FD5D023D-E7AD-AF21-1D1E-3A21E92ABA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7301" name="Rectangle 1029">
            <a:extLst>
              <a:ext uri="{FF2B5EF4-FFF2-40B4-BE49-F238E27FC236}">
                <a16:creationId xmlns:a16="http://schemas.microsoft.com/office/drawing/2014/main" id="{BA38E7A0-830C-7F2F-88CA-ABB2B62F2018}"/>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b="1">
                <a:ea typeface="+mn-ea"/>
                <a:cs typeface="+mn-cs"/>
              </a:rPr>
              <a:t>Recap Lecture 5</a:t>
            </a:r>
          </a:p>
          <a:p>
            <a:pPr>
              <a:buFont typeface="Wingdings" charset="0"/>
              <a:buChar char="n"/>
              <a:defRPr/>
            </a:pPr>
            <a:r>
              <a:rPr lang="en-US">
                <a:ea typeface="+mn-ea"/>
                <a:cs typeface="+mn-cs"/>
              </a:rPr>
              <a:t>Building good class hierarchies</a:t>
            </a:r>
          </a:p>
          <a:p>
            <a:pPr lvl="1">
              <a:buFont typeface="Wingdings" charset="0"/>
              <a:buChar char="¨"/>
              <a:defRPr/>
            </a:pPr>
            <a:r>
              <a:rPr lang="en-US">
                <a:ea typeface="+mn-ea"/>
              </a:rPr>
              <a:t>Types of inheritance</a:t>
            </a:r>
          </a:p>
          <a:p>
            <a:pPr lvl="1">
              <a:buFont typeface="Wingdings" charset="0"/>
              <a:buChar char="¨"/>
              <a:defRPr/>
            </a:pPr>
            <a:r>
              <a:rPr lang="en-US">
                <a:ea typeface="+mn-ea"/>
              </a:rPr>
              <a:t>Heuristics for creating class hierarchies</a:t>
            </a:r>
          </a:p>
          <a:p>
            <a:pPr>
              <a:buFont typeface="Wingdings" charset="0"/>
              <a:buChar char="n"/>
              <a:defRPr/>
            </a:pPr>
            <a:r>
              <a:rPr lang="en-US">
                <a:ea typeface="+mn-ea"/>
                <a:cs typeface="+mn-cs"/>
              </a:rPr>
              <a:t>Roles and Protocols</a:t>
            </a:r>
          </a:p>
          <a:p>
            <a:pPr>
              <a:buFont typeface="Wingdings" charset="0"/>
              <a:buChar char="n"/>
              <a:defRPr/>
            </a:pPr>
            <a:r>
              <a:rPr lang="en-US">
                <a:ea typeface="+mn-ea"/>
                <a:cs typeface="+mn-cs"/>
              </a:rPr>
              <a:t>Associations and Aggregations</a:t>
            </a:r>
          </a:p>
          <a:p>
            <a:pPr>
              <a:buFont typeface="Wingdings" charset="0"/>
              <a:buChar char="n"/>
              <a:defRPr/>
            </a:pPr>
            <a:r>
              <a:rPr lang="en-US">
                <a:ea typeface="+mn-ea"/>
                <a:cs typeface="+mn-cs"/>
              </a:rPr>
              <a:t>Design by Contract</a:t>
            </a:r>
          </a:p>
        </p:txBody>
      </p:sp>
      <p:sp>
        <p:nvSpPr>
          <p:cNvPr id="15366" name="Slide Number Placeholder 1">
            <a:extLst>
              <a:ext uri="{FF2B5EF4-FFF2-40B4-BE49-F238E27FC236}">
                <a16:creationId xmlns:a16="http://schemas.microsoft.com/office/drawing/2014/main" id="{E0987BDE-D6B3-C099-59B2-732E46E2CD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6DD71B6-8BF5-473E-BD96-D17AB0C905BD}" type="slidenum">
              <a:rPr lang="en-AU" altLang="en-US" sz="1400" smtClean="0">
                <a:latin typeface="Times New Roman" panose="02020603050405020304" pitchFamily="18" charset="0"/>
              </a:rPr>
              <a:pPr>
                <a:spcBef>
                  <a:spcPct val="0"/>
                </a:spcBef>
                <a:buSzTx/>
                <a:buFontTx/>
                <a:buNone/>
              </a:pPr>
              <a:t>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a:extLst>
              <a:ext uri="{FF2B5EF4-FFF2-40B4-BE49-F238E27FC236}">
                <a16:creationId xmlns:a16="http://schemas.microsoft.com/office/drawing/2014/main" id="{EE366618-337A-1411-9EB8-6837EE545BA3}"/>
              </a:ext>
            </a:extLst>
          </p:cNvPr>
          <p:cNvSpPr>
            <a:spLocks noGrp="1" noChangeArrowheads="1"/>
          </p:cNvSpPr>
          <p:nvPr>
            <p:ph type="title"/>
          </p:nvPr>
        </p:nvSpPr>
        <p:spPr/>
        <p:txBody>
          <a:bodyPr/>
          <a:lstStyle/>
          <a:p>
            <a:pPr>
              <a:defRPr/>
            </a:pPr>
            <a:r>
              <a:rPr lang="en-US">
                <a:ea typeface="+mj-ea"/>
                <a:cs typeface="+mj-cs"/>
              </a:rPr>
              <a:t>Recap from Lecture 5</a:t>
            </a:r>
          </a:p>
        </p:txBody>
      </p:sp>
      <p:sp>
        <p:nvSpPr>
          <p:cNvPr id="361475" name="Rectangle 3">
            <a:extLst>
              <a:ext uri="{FF2B5EF4-FFF2-40B4-BE49-F238E27FC236}">
                <a16:creationId xmlns:a16="http://schemas.microsoft.com/office/drawing/2014/main" id="{660073EC-4901-F724-011B-F0DDD6F5ADC8}"/>
              </a:ext>
            </a:extLst>
          </p:cNvPr>
          <p:cNvSpPr>
            <a:spLocks noGrp="1" noChangeArrowheads="1"/>
          </p:cNvSpPr>
          <p:nvPr>
            <p:ph type="body" idx="1"/>
          </p:nvPr>
        </p:nvSpPr>
        <p:spPr/>
        <p:txBody>
          <a:bodyPr/>
          <a:lstStyle/>
          <a:p>
            <a:pPr marL="290513" indent="-290513">
              <a:buFont typeface="Wingdings" charset="0"/>
              <a:buNone/>
              <a:defRPr/>
            </a:pPr>
            <a:endParaRPr lang="en-US">
              <a:ea typeface="+mn-ea"/>
              <a:cs typeface="+mn-cs"/>
            </a:endParaRPr>
          </a:p>
          <a:p>
            <a:pPr marL="290513" indent="-290513">
              <a:buFont typeface="Wingdings" charset="0"/>
              <a:buNone/>
              <a:defRPr/>
            </a:pPr>
            <a:r>
              <a:rPr lang="en-US">
                <a:ea typeface="+mn-ea"/>
                <a:cs typeface="+mn-cs"/>
              </a:rPr>
              <a:t>An </a:t>
            </a:r>
            <a:r>
              <a:rPr lang="en-US">
                <a:solidFill>
                  <a:srgbClr val="0C3A80"/>
                </a:solidFill>
                <a:ea typeface="+mn-ea"/>
                <a:cs typeface="+mn-cs"/>
              </a:rPr>
              <a:t>application</a:t>
            </a:r>
            <a:r>
              <a:rPr lang="en-US">
                <a:ea typeface="+mn-ea"/>
                <a:cs typeface="+mn-cs"/>
              </a:rPr>
              <a:t> = a set of interacting </a:t>
            </a:r>
            <a:r>
              <a:rPr lang="en-US" i="1">
                <a:solidFill>
                  <a:srgbClr val="7F0300"/>
                </a:solidFill>
                <a:ea typeface="+mn-ea"/>
                <a:cs typeface="+mn-cs"/>
              </a:rPr>
              <a:t>objects</a:t>
            </a:r>
            <a:endParaRPr lang="en-US">
              <a:ea typeface="+mn-ea"/>
              <a:cs typeface="+mn-cs"/>
            </a:endParaRPr>
          </a:p>
          <a:p>
            <a:pPr marL="290513" indent="-290513">
              <a:buFont typeface="Wingdings" charset="0"/>
              <a:buNone/>
              <a:defRPr/>
            </a:pPr>
            <a:r>
              <a:rPr lang="en-US">
                <a:ea typeface="+mn-ea"/>
                <a:cs typeface="+mn-cs"/>
              </a:rPr>
              <a:t>An </a:t>
            </a:r>
            <a:r>
              <a:rPr lang="en-US">
                <a:solidFill>
                  <a:srgbClr val="0C3A80"/>
                </a:solidFill>
                <a:ea typeface="+mn-ea"/>
                <a:cs typeface="+mn-cs"/>
              </a:rPr>
              <a:t>object</a:t>
            </a:r>
            <a:r>
              <a:rPr lang="en-US">
                <a:ea typeface="+mn-ea"/>
                <a:cs typeface="+mn-cs"/>
              </a:rPr>
              <a:t> = an implementation of one or more </a:t>
            </a:r>
            <a:r>
              <a:rPr lang="en-US" i="1">
                <a:solidFill>
                  <a:srgbClr val="7F0300"/>
                </a:solidFill>
                <a:ea typeface="+mn-ea"/>
                <a:cs typeface="+mn-cs"/>
              </a:rPr>
              <a:t>roles</a:t>
            </a:r>
            <a:endParaRPr lang="en-US">
              <a:ea typeface="+mn-ea"/>
              <a:cs typeface="+mn-cs"/>
            </a:endParaRPr>
          </a:p>
          <a:p>
            <a:pPr marL="290513" indent="-290513">
              <a:buFont typeface="Wingdings" charset="0"/>
              <a:buNone/>
              <a:defRPr/>
            </a:pPr>
            <a:r>
              <a:rPr lang="en-US">
                <a:ea typeface="+mn-ea"/>
                <a:cs typeface="+mn-cs"/>
              </a:rPr>
              <a:t>A </a:t>
            </a:r>
            <a:r>
              <a:rPr lang="en-US">
                <a:solidFill>
                  <a:srgbClr val="0C3A80"/>
                </a:solidFill>
                <a:ea typeface="+mn-ea"/>
                <a:cs typeface="+mn-cs"/>
              </a:rPr>
              <a:t>role</a:t>
            </a:r>
            <a:r>
              <a:rPr lang="en-US">
                <a:ea typeface="+mn-ea"/>
                <a:cs typeface="+mn-cs"/>
              </a:rPr>
              <a:t> = a set of related </a:t>
            </a:r>
            <a:r>
              <a:rPr lang="en-US" i="1">
                <a:solidFill>
                  <a:srgbClr val="7F0300"/>
                </a:solidFill>
                <a:ea typeface="+mn-ea"/>
                <a:cs typeface="+mn-cs"/>
              </a:rPr>
              <a:t>responsibilities</a:t>
            </a:r>
            <a:endParaRPr lang="en-US">
              <a:ea typeface="+mn-ea"/>
              <a:cs typeface="+mn-cs"/>
            </a:endParaRPr>
          </a:p>
          <a:p>
            <a:pPr marL="290513" indent="-290513">
              <a:buFont typeface="Wingdings" charset="0"/>
              <a:buNone/>
              <a:defRPr/>
            </a:pPr>
            <a:r>
              <a:rPr lang="en-US">
                <a:ea typeface="+mn-ea"/>
                <a:cs typeface="+mn-cs"/>
              </a:rPr>
              <a:t>A </a:t>
            </a:r>
            <a:r>
              <a:rPr lang="en-US">
                <a:solidFill>
                  <a:srgbClr val="0C3A80"/>
                </a:solidFill>
                <a:ea typeface="+mn-ea"/>
                <a:cs typeface="+mn-cs"/>
              </a:rPr>
              <a:t>responsibility</a:t>
            </a:r>
            <a:r>
              <a:rPr lang="en-US">
                <a:ea typeface="+mn-ea"/>
                <a:cs typeface="+mn-cs"/>
              </a:rPr>
              <a:t> = an obligation to perform a task or know certain information</a:t>
            </a:r>
          </a:p>
          <a:p>
            <a:pPr marL="290513" indent="-290513">
              <a:buFont typeface="Wingdings" charset="0"/>
              <a:buNone/>
              <a:defRPr/>
            </a:pPr>
            <a:r>
              <a:rPr lang="en-US">
                <a:ea typeface="+mn-ea"/>
                <a:cs typeface="+mn-cs"/>
              </a:rPr>
              <a:t>A </a:t>
            </a:r>
            <a:r>
              <a:rPr lang="en-US">
                <a:solidFill>
                  <a:srgbClr val="0C3A80"/>
                </a:solidFill>
                <a:ea typeface="+mn-ea"/>
                <a:cs typeface="+mn-cs"/>
              </a:rPr>
              <a:t>collaboration</a:t>
            </a:r>
            <a:r>
              <a:rPr lang="en-US">
                <a:ea typeface="+mn-ea"/>
                <a:cs typeface="+mn-cs"/>
              </a:rPr>
              <a:t> = an </a:t>
            </a:r>
            <a:r>
              <a:rPr lang="en-US" i="1">
                <a:solidFill>
                  <a:srgbClr val="7F0300"/>
                </a:solidFill>
                <a:ea typeface="+mn-ea"/>
                <a:cs typeface="+mn-cs"/>
              </a:rPr>
              <a:t>interaction</a:t>
            </a:r>
            <a:r>
              <a:rPr lang="en-US">
                <a:ea typeface="+mn-ea"/>
                <a:cs typeface="+mn-cs"/>
              </a:rPr>
              <a:t> of objects </a:t>
            </a:r>
            <a:r>
              <a:rPr lang="en-US" i="1">
                <a:ea typeface="+mn-ea"/>
                <a:cs typeface="+mn-cs"/>
              </a:rPr>
              <a:t>or</a:t>
            </a:r>
            <a:r>
              <a:rPr lang="en-US">
                <a:ea typeface="+mn-ea"/>
                <a:cs typeface="+mn-cs"/>
              </a:rPr>
              <a:t> roles</a:t>
            </a:r>
          </a:p>
        </p:txBody>
      </p:sp>
      <p:sp>
        <p:nvSpPr>
          <p:cNvPr id="17412" name="Slide Number Placeholder 1">
            <a:extLst>
              <a:ext uri="{FF2B5EF4-FFF2-40B4-BE49-F238E27FC236}">
                <a16:creationId xmlns:a16="http://schemas.microsoft.com/office/drawing/2014/main" id="{DC69F33C-1275-C44E-5869-DD421EB445C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4BE5A71-48C4-490D-9EDC-948B5107C620}" type="slidenum">
              <a:rPr lang="en-AU" altLang="en-US" sz="1400" smtClean="0">
                <a:latin typeface="Times New Roman" panose="02020603050405020304" pitchFamily="18" charset="0"/>
              </a:rPr>
              <a:pPr>
                <a:spcBef>
                  <a:spcPct val="0"/>
                </a:spcBef>
                <a:buSzTx/>
                <a:buFontTx/>
                <a:buNone/>
              </a:pPr>
              <a:t>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D2678B61-DFCD-F385-5C1E-9E7263FDFD97}"/>
              </a:ext>
            </a:extLst>
          </p:cNvPr>
          <p:cNvSpPr>
            <a:spLocks noGrp="1" noChangeArrowheads="1"/>
          </p:cNvSpPr>
          <p:nvPr>
            <p:ph type="title"/>
          </p:nvPr>
        </p:nvSpPr>
        <p:spPr/>
        <p:txBody>
          <a:bodyPr/>
          <a:lstStyle/>
          <a:p>
            <a:pPr>
              <a:defRPr/>
            </a:pPr>
            <a:r>
              <a:rPr lang="en-US">
                <a:ea typeface="+mj-ea"/>
                <a:cs typeface="+mj-cs"/>
              </a:rPr>
              <a:t>Recap from Lecture 5 (cont.)</a:t>
            </a:r>
          </a:p>
        </p:txBody>
      </p:sp>
      <p:sp>
        <p:nvSpPr>
          <p:cNvPr id="470019" name="Rectangle 3">
            <a:extLst>
              <a:ext uri="{FF2B5EF4-FFF2-40B4-BE49-F238E27FC236}">
                <a16:creationId xmlns:a16="http://schemas.microsoft.com/office/drawing/2014/main" id="{615A556C-B202-89E4-84DB-C2E5E409CAF7}"/>
              </a:ext>
            </a:extLst>
          </p:cNvPr>
          <p:cNvSpPr>
            <a:spLocks noGrp="1" noChangeArrowheads="1"/>
          </p:cNvSpPr>
          <p:nvPr>
            <p:ph type="body" idx="1"/>
          </p:nvPr>
        </p:nvSpPr>
        <p:spPr/>
        <p:txBody>
          <a:bodyPr/>
          <a:lstStyle/>
          <a:p>
            <a:pPr eaLnBrk="1" hangingPunct="1">
              <a:buFont typeface="Wingdings" charset="0"/>
              <a:buNone/>
              <a:defRPr/>
            </a:pPr>
            <a:r>
              <a:rPr lang="en-US" b="1" i="1">
                <a:ea typeface="+mn-ea"/>
                <a:cs typeface="+mn-cs"/>
              </a:rPr>
              <a:t>What are responsibilities?</a:t>
            </a:r>
            <a:endParaRPr lang="en-US">
              <a:ea typeface="+mn-ea"/>
              <a:cs typeface="+mn-cs"/>
            </a:endParaRPr>
          </a:p>
          <a:p>
            <a:pPr lvl="1" eaLnBrk="1" hangingPunct="1">
              <a:buFont typeface="Wingdings" charset="0"/>
              <a:buChar char="¨"/>
              <a:defRPr/>
            </a:pPr>
            <a:r>
              <a:rPr lang="en-US">
                <a:ea typeface="+mn-ea"/>
              </a:rPr>
              <a:t>the knowledge an object maintains and provides,</a:t>
            </a:r>
          </a:p>
          <a:p>
            <a:pPr lvl="1" eaLnBrk="1" hangingPunct="1">
              <a:buFont typeface="Wingdings" charset="0"/>
              <a:buChar char="¨"/>
              <a:defRPr/>
            </a:pPr>
            <a:r>
              <a:rPr lang="en-US">
                <a:ea typeface="+mn-ea"/>
              </a:rPr>
              <a:t>the actions it can perform.</a:t>
            </a:r>
          </a:p>
          <a:p>
            <a:pPr eaLnBrk="1" hangingPunct="1">
              <a:buFont typeface="Wingdings" charset="0"/>
              <a:buNone/>
              <a:defRPr/>
            </a:pPr>
            <a:endParaRPr lang="en-US" sz="1600">
              <a:ea typeface="+mn-ea"/>
              <a:cs typeface="+mn-cs"/>
            </a:endParaRPr>
          </a:p>
          <a:p>
            <a:pPr eaLnBrk="1" hangingPunct="1">
              <a:buFont typeface="Wingdings" charset="0"/>
              <a:buNone/>
              <a:defRPr/>
            </a:pPr>
            <a:r>
              <a:rPr lang="en-US" u="sng">
                <a:ea typeface="+mn-ea"/>
                <a:cs typeface="+mn-cs"/>
              </a:rPr>
              <a:t>Responsibilities</a:t>
            </a:r>
            <a:r>
              <a:rPr lang="en-US">
                <a:ea typeface="+mn-ea"/>
                <a:cs typeface="+mn-cs"/>
              </a:rPr>
              <a:t> represent the </a:t>
            </a:r>
            <a:r>
              <a:rPr lang="en-US" i="1">
                <a:solidFill>
                  <a:srgbClr val="7F0101"/>
                </a:solidFill>
                <a:ea typeface="+mn-ea"/>
                <a:cs typeface="+mn-cs"/>
              </a:rPr>
              <a:t>public services</a:t>
            </a:r>
            <a:r>
              <a:rPr lang="en-US">
                <a:ea typeface="+mn-ea"/>
                <a:cs typeface="+mn-cs"/>
              </a:rPr>
              <a:t> an object may provide to clients (but not the way in which those services may be implemented)</a:t>
            </a:r>
          </a:p>
          <a:p>
            <a:pPr lvl="1" eaLnBrk="1" hangingPunct="1">
              <a:buFont typeface="Wingdings" charset="0"/>
              <a:buChar char="¨"/>
              <a:defRPr/>
            </a:pPr>
            <a:r>
              <a:rPr lang="en-US">
                <a:ea typeface="+mn-ea"/>
              </a:rPr>
              <a:t>specify </a:t>
            </a:r>
            <a:r>
              <a:rPr lang="en-US" i="1">
                <a:solidFill>
                  <a:srgbClr val="7F0101"/>
                </a:solidFill>
                <a:ea typeface="+mn-ea"/>
              </a:rPr>
              <a:t>what</a:t>
            </a:r>
            <a:r>
              <a:rPr lang="en-US">
                <a:ea typeface="+mn-ea"/>
              </a:rPr>
              <a:t> an object does, not </a:t>
            </a:r>
            <a:r>
              <a:rPr lang="en-US" i="1">
                <a:solidFill>
                  <a:srgbClr val="7F0101"/>
                </a:solidFill>
                <a:ea typeface="+mn-ea"/>
              </a:rPr>
              <a:t>how</a:t>
            </a:r>
            <a:r>
              <a:rPr lang="en-US">
                <a:ea typeface="+mn-ea"/>
              </a:rPr>
              <a:t> it does it.</a:t>
            </a:r>
          </a:p>
          <a:p>
            <a:pPr lvl="1" eaLnBrk="1" hangingPunct="1">
              <a:buFont typeface="Wingdings" charset="0"/>
              <a:buChar char="¨"/>
              <a:defRPr/>
            </a:pPr>
            <a:r>
              <a:rPr lang="en-US">
                <a:ea typeface="+mn-ea"/>
              </a:rPr>
              <a:t>Do not describe the interface yet, only </a:t>
            </a:r>
            <a:r>
              <a:rPr lang="en-US" i="1">
                <a:solidFill>
                  <a:srgbClr val="7F0101"/>
                </a:solidFill>
                <a:ea typeface="+mn-ea"/>
              </a:rPr>
              <a:t>conceptual responsibilities</a:t>
            </a:r>
            <a:r>
              <a:rPr lang="en-US" i="1">
                <a:ea typeface="+mn-ea"/>
              </a:rPr>
              <a:t>.</a:t>
            </a:r>
            <a:endParaRPr lang="en-US">
              <a:ea typeface="+mn-ea"/>
            </a:endParaRPr>
          </a:p>
        </p:txBody>
      </p:sp>
      <p:sp>
        <p:nvSpPr>
          <p:cNvPr id="19460" name="Slide Number Placeholder 1">
            <a:extLst>
              <a:ext uri="{FF2B5EF4-FFF2-40B4-BE49-F238E27FC236}">
                <a16:creationId xmlns:a16="http://schemas.microsoft.com/office/drawing/2014/main" id="{B6811ABC-DB87-E31F-0272-BFC4628B08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E4F8DF6-878D-48A1-AA4A-76A3A442A5C4}" type="slidenum">
              <a:rPr lang="en-AU" altLang="en-US" sz="1400" smtClean="0">
                <a:latin typeface="Times New Roman" panose="02020603050405020304" pitchFamily="18" charset="0"/>
              </a:rPr>
              <a:pPr>
                <a:spcBef>
                  <a:spcPct val="0"/>
                </a:spcBef>
                <a:buSzTx/>
                <a:buFontTx/>
                <a:buNone/>
              </a:pPr>
              <a:t>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4EFEB1B2-0A6F-5883-65E8-3B51BAB3EE26}"/>
              </a:ext>
            </a:extLst>
          </p:cNvPr>
          <p:cNvSpPr>
            <a:spLocks noGrp="1" noChangeArrowheads="1"/>
          </p:cNvSpPr>
          <p:nvPr>
            <p:ph type="title" idx="4294967295"/>
          </p:nvPr>
        </p:nvSpPr>
        <p:spPr/>
        <p:txBody>
          <a:bodyPr/>
          <a:lstStyle/>
          <a:p>
            <a:pPr eaLnBrk="1" hangingPunct="1">
              <a:defRPr/>
            </a:pPr>
            <a:r>
              <a:rPr lang="en-US">
                <a:ea typeface="+mj-ea"/>
                <a:cs typeface="+mj-cs"/>
              </a:rPr>
              <a:t>Recap from Lecture 5 (cont.)</a:t>
            </a:r>
          </a:p>
        </p:txBody>
      </p:sp>
      <p:sp>
        <p:nvSpPr>
          <p:cNvPr id="467971" name="Rectangle 3">
            <a:extLst>
              <a:ext uri="{FF2B5EF4-FFF2-40B4-BE49-F238E27FC236}">
                <a16:creationId xmlns:a16="http://schemas.microsoft.com/office/drawing/2014/main" id="{D2309E00-9DB5-13F1-54EE-0D6EA2E79B29}"/>
              </a:ext>
            </a:extLst>
          </p:cNvPr>
          <p:cNvSpPr>
            <a:spLocks noGrp="1" noChangeArrowheads="1"/>
          </p:cNvSpPr>
          <p:nvPr>
            <p:ph type="body" idx="4294967295"/>
          </p:nvPr>
        </p:nvSpPr>
        <p:spPr/>
        <p:txBody>
          <a:bodyPr anchor="ctr"/>
          <a:lstStyle/>
          <a:p>
            <a:pPr marL="342900" indent="-342900" eaLnBrk="1" hangingPunct="1">
              <a:lnSpc>
                <a:spcPct val="90000"/>
              </a:lnSpc>
              <a:buFont typeface="Wingdings" charset="0"/>
              <a:buNone/>
              <a:defRPr/>
            </a:pPr>
            <a:r>
              <a:rPr lang="en-US" b="1" i="1" dirty="0">
                <a:ea typeface="+mn-ea"/>
                <a:cs typeface="+mn-cs"/>
              </a:rPr>
              <a:t>What are collaborations?</a:t>
            </a:r>
          </a:p>
          <a:p>
            <a:pPr marL="342900" indent="-342900" eaLnBrk="1" hangingPunct="1">
              <a:lnSpc>
                <a:spcPct val="90000"/>
              </a:lnSpc>
              <a:buFont typeface="Wingdings" charset="0"/>
              <a:buChar char="n"/>
              <a:defRPr/>
            </a:pPr>
            <a:r>
              <a:rPr lang="en-US" i="1" u="sng" dirty="0">
                <a:ea typeface="+mn-ea"/>
                <a:cs typeface="+mn-cs"/>
              </a:rPr>
              <a:t>collaborations</a:t>
            </a:r>
            <a:r>
              <a:rPr lang="en-US" dirty="0">
                <a:ea typeface="+mn-ea"/>
                <a:cs typeface="+mn-cs"/>
              </a:rPr>
              <a:t> are </a:t>
            </a:r>
            <a:r>
              <a:rPr lang="en-US" i="1" dirty="0">
                <a:solidFill>
                  <a:srgbClr val="7F0101"/>
                </a:solidFill>
                <a:ea typeface="+mn-ea"/>
                <a:cs typeface="+mn-cs"/>
              </a:rPr>
              <a:t>client requests</a:t>
            </a:r>
            <a:r>
              <a:rPr lang="en-US" dirty="0">
                <a:ea typeface="+mn-ea"/>
                <a:cs typeface="+mn-cs"/>
              </a:rPr>
              <a:t> to servers needed to fulfill responsibilities, </a:t>
            </a:r>
            <a:br>
              <a:rPr lang="en-US" dirty="0">
                <a:ea typeface="+mn-ea"/>
                <a:cs typeface="+mn-cs"/>
              </a:rPr>
            </a:br>
            <a:r>
              <a:rPr lang="en-US" dirty="0">
                <a:ea typeface="+mn-ea"/>
                <a:cs typeface="+mn-cs"/>
              </a:rPr>
              <a:t>(here: </a:t>
            </a:r>
            <a:r>
              <a:rPr lang="en-US" dirty="0">
                <a:solidFill>
                  <a:srgbClr val="00A479"/>
                </a:solidFill>
                <a:ea typeface="+mn-ea"/>
                <a:cs typeface="+mn-cs"/>
              </a:rPr>
              <a:t>both</a:t>
            </a:r>
            <a:r>
              <a:rPr lang="en-US" dirty="0">
                <a:ea typeface="+mn-ea"/>
                <a:cs typeface="+mn-cs"/>
              </a:rPr>
              <a:t> </a:t>
            </a:r>
            <a:r>
              <a:rPr lang="en-US" dirty="0">
                <a:solidFill>
                  <a:srgbClr val="00A479"/>
                </a:solidFill>
                <a:ea typeface="+mn-ea"/>
                <a:cs typeface="+mn-cs"/>
              </a:rPr>
              <a:t>client &amp; server are objects/classes</a:t>
            </a:r>
            <a:r>
              <a:rPr lang="en-US" dirty="0">
                <a:ea typeface="+mn-ea"/>
                <a:cs typeface="+mn-cs"/>
              </a:rPr>
              <a:t>)</a:t>
            </a:r>
          </a:p>
          <a:p>
            <a:pPr marL="342900" indent="-342900" eaLnBrk="1" hangingPunct="1">
              <a:lnSpc>
                <a:spcPct val="90000"/>
              </a:lnSpc>
              <a:buFont typeface="Wingdings" charset="0"/>
              <a:buChar char="n"/>
              <a:defRPr/>
            </a:pPr>
            <a:r>
              <a:rPr lang="en-US" dirty="0">
                <a:ea typeface="+mn-ea"/>
                <a:cs typeface="+mn-cs"/>
              </a:rPr>
              <a:t>collaborations reveal </a:t>
            </a:r>
            <a:r>
              <a:rPr lang="en-US" i="1" dirty="0">
                <a:solidFill>
                  <a:srgbClr val="7F0101"/>
                </a:solidFill>
                <a:ea typeface="+mn-ea"/>
                <a:cs typeface="+mn-cs"/>
              </a:rPr>
              <a:t>control and information flow</a:t>
            </a:r>
            <a:endParaRPr lang="en-US" dirty="0">
              <a:ea typeface="+mn-ea"/>
              <a:cs typeface="+mn-cs"/>
            </a:endParaRPr>
          </a:p>
          <a:p>
            <a:pPr marL="342900" indent="-342900" eaLnBrk="1" hangingPunct="1">
              <a:lnSpc>
                <a:spcPct val="90000"/>
              </a:lnSpc>
              <a:buFont typeface="Wingdings" charset="0"/>
              <a:buChar char="n"/>
              <a:defRPr/>
            </a:pPr>
            <a:r>
              <a:rPr lang="en-US" dirty="0">
                <a:ea typeface="+mn-ea"/>
                <a:cs typeface="+mn-cs"/>
              </a:rPr>
              <a:t>collaborations can uncover </a:t>
            </a:r>
            <a:r>
              <a:rPr lang="en-US" i="1" dirty="0">
                <a:solidFill>
                  <a:srgbClr val="7F0101"/>
                </a:solidFill>
                <a:ea typeface="+mn-ea"/>
                <a:cs typeface="+mn-cs"/>
              </a:rPr>
              <a:t>missing responsibilities</a:t>
            </a:r>
            <a:r>
              <a:rPr lang="en-US" i="1" dirty="0">
                <a:ea typeface="+mn-ea"/>
                <a:cs typeface="+mn-cs"/>
              </a:rPr>
              <a:t>,</a:t>
            </a:r>
            <a:endParaRPr lang="en-US" i="1" dirty="0">
              <a:solidFill>
                <a:srgbClr val="7F0101"/>
              </a:solidFill>
              <a:ea typeface="+mn-ea"/>
              <a:cs typeface="+mn-cs"/>
            </a:endParaRPr>
          </a:p>
          <a:p>
            <a:pPr marL="342900" indent="-342900" eaLnBrk="1" hangingPunct="1">
              <a:lnSpc>
                <a:spcPct val="90000"/>
              </a:lnSpc>
              <a:buFont typeface="Wingdings" charset="0"/>
              <a:buChar char="n"/>
              <a:defRPr/>
            </a:pPr>
            <a:r>
              <a:rPr lang="en-US" dirty="0">
                <a:ea typeface="+mn-ea"/>
                <a:cs typeface="+mn-cs"/>
              </a:rPr>
              <a:t>analysis of communication patterns can reveal </a:t>
            </a:r>
            <a:r>
              <a:rPr lang="en-US" i="1" dirty="0">
                <a:solidFill>
                  <a:srgbClr val="7F0101"/>
                </a:solidFill>
                <a:ea typeface="+mn-ea"/>
                <a:cs typeface="+mn-cs"/>
              </a:rPr>
              <a:t>mis-assigned</a:t>
            </a:r>
            <a:r>
              <a:rPr lang="en-US" dirty="0">
                <a:ea typeface="+mn-ea"/>
                <a:cs typeface="+mn-cs"/>
              </a:rPr>
              <a:t> responsibilities.</a:t>
            </a:r>
          </a:p>
        </p:txBody>
      </p:sp>
      <p:sp>
        <p:nvSpPr>
          <p:cNvPr id="21508" name="Slide Number Placeholder 1">
            <a:extLst>
              <a:ext uri="{FF2B5EF4-FFF2-40B4-BE49-F238E27FC236}">
                <a16:creationId xmlns:a16="http://schemas.microsoft.com/office/drawing/2014/main" id="{18E87A88-AA3A-4C3D-3AF8-8070BD0417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79F8B06-DCAB-4391-9DF0-FC767E1EE2F8}" type="slidenum">
              <a:rPr lang="en-AU" altLang="en-US" sz="1400" smtClean="0">
                <a:latin typeface="Times New Roman" panose="02020603050405020304" pitchFamily="18" charset="0"/>
              </a:rPr>
              <a:pPr>
                <a:spcBef>
                  <a:spcPct val="0"/>
                </a:spcBef>
                <a:buSzTx/>
                <a:buFontTx/>
                <a:buNone/>
              </a:pPr>
              <a:t>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1879A775-877D-8D85-A88B-CFD2F0621DAC}"/>
              </a:ext>
            </a:extLst>
          </p:cNvPr>
          <p:cNvSpPr>
            <a:spLocks noGrp="1" noChangeArrowheads="1"/>
          </p:cNvSpPr>
          <p:nvPr>
            <p:ph type="title"/>
          </p:nvPr>
        </p:nvSpPr>
        <p:spPr/>
        <p:txBody>
          <a:bodyPr/>
          <a:lstStyle/>
          <a:p>
            <a:pPr>
              <a:defRPr/>
            </a:pPr>
            <a:r>
              <a:rPr lang="en-US">
                <a:ea typeface="+mj-ea"/>
                <a:cs typeface="+mj-cs"/>
              </a:rPr>
              <a:t>Recap from Lecture 5 (cont.)</a:t>
            </a:r>
          </a:p>
        </p:txBody>
      </p:sp>
      <p:sp>
        <p:nvSpPr>
          <p:cNvPr id="23555" name="Rectangle 3">
            <a:extLst>
              <a:ext uri="{FF2B5EF4-FFF2-40B4-BE49-F238E27FC236}">
                <a16:creationId xmlns:a16="http://schemas.microsoft.com/office/drawing/2014/main" id="{02EEDC1C-B0B6-B5FD-E8DF-C854B90A7B40}"/>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endParaRPr lang="en-US" altLang="en-US" sz="1200"/>
          </a:p>
          <a:p>
            <a:pPr eaLnBrk="1" hangingPunct="1">
              <a:lnSpc>
                <a:spcPct val="80000"/>
              </a:lnSpc>
            </a:pPr>
            <a:r>
              <a:rPr lang="en-US" altLang="en-US"/>
              <a:t>Try to</a:t>
            </a:r>
            <a:r>
              <a:rPr lang="en-US" altLang="en-US" i="1"/>
              <a:t> </a:t>
            </a:r>
            <a:r>
              <a:rPr lang="en-US" altLang="en-US" i="1">
                <a:solidFill>
                  <a:srgbClr val="7F0101"/>
                </a:solidFill>
              </a:rPr>
              <a:t>evenly distribute</a:t>
            </a:r>
            <a:r>
              <a:rPr lang="en-US" altLang="en-US"/>
              <a:t> system intelligence</a:t>
            </a:r>
          </a:p>
          <a:p>
            <a:pPr lvl="1" eaLnBrk="1" hangingPunct="1">
              <a:lnSpc>
                <a:spcPct val="80000"/>
              </a:lnSpc>
            </a:pPr>
            <a:r>
              <a:rPr lang="en-US" altLang="en-US"/>
              <a:t>avoid procedural centralization of responsibilities</a:t>
            </a:r>
          </a:p>
          <a:p>
            <a:pPr lvl="1" eaLnBrk="1" hangingPunct="1">
              <a:lnSpc>
                <a:spcPct val="80000"/>
              </a:lnSpc>
            </a:pPr>
            <a:r>
              <a:rPr lang="en-US" altLang="en-US" u="sng"/>
              <a:t>keep responsibilities close to objects rather than their clients</a:t>
            </a:r>
          </a:p>
          <a:p>
            <a:pPr lvl="1" eaLnBrk="1" hangingPunct="1">
              <a:lnSpc>
                <a:spcPct val="80000"/>
              </a:lnSpc>
              <a:buFont typeface="Wingdings" panose="05000000000000000000" pitchFamily="2" charset="2"/>
              <a:buChar char="F"/>
            </a:pPr>
            <a:r>
              <a:rPr lang="en-US" altLang="en-US" i="1">
                <a:solidFill>
                  <a:srgbClr val="0C3A80"/>
                </a:solidFill>
              </a:rPr>
              <a:t>Note: this is not always possible</a:t>
            </a:r>
            <a:r>
              <a:rPr lang="en-US" altLang="en-US" i="1"/>
              <a:t> (or even desirable)!</a:t>
            </a:r>
          </a:p>
          <a:p>
            <a:pPr eaLnBrk="1" hangingPunct="1">
              <a:lnSpc>
                <a:spcPct val="80000"/>
              </a:lnSpc>
            </a:pPr>
            <a:r>
              <a:rPr lang="en-US" altLang="en-US"/>
              <a:t>State responsibilities as </a:t>
            </a:r>
            <a:r>
              <a:rPr lang="en-US" altLang="en-US" i="1">
                <a:solidFill>
                  <a:srgbClr val="7F0101"/>
                </a:solidFill>
              </a:rPr>
              <a:t>generally</a:t>
            </a:r>
            <a:r>
              <a:rPr lang="en-US" altLang="en-US"/>
              <a:t> as possible</a:t>
            </a:r>
          </a:p>
          <a:p>
            <a:pPr lvl="1" eaLnBrk="1" hangingPunct="1">
              <a:lnSpc>
                <a:spcPct val="80000"/>
              </a:lnSpc>
            </a:pPr>
            <a:r>
              <a:rPr lang="en-US" altLang="en-US"/>
              <a:t>“draw yourself” vs. “draw a line/rectangle etc.”</a:t>
            </a:r>
          </a:p>
          <a:p>
            <a:pPr lvl="1" eaLnBrk="1" hangingPunct="1">
              <a:lnSpc>
                <a:spcPct val="80000"/>
              </a:lnSpc>
              <a:buFont typeface="Wingdings" panose="05000000000000000000" pitchFamily="2" charset="2"/>
              <a:buChar char="F"/>
            </a:pPr>
            <a:r>
              <a:rPr lang="en-US" altLang="en-US"/>
              <a:t>leads to sharing</a:t>
            </a:r>
            <a:endParaRPr lang="en-US" altLang="en-US" sz="1400"/>
          </a:p>
          <a:p>
            <a:pPr eaLnBrk="1" hangingPunct="1">
              <a:lnSpc>
                <a:spcPct val="80000"/>
              </a:lnSpc>
            </a:pPr>
            <a:r>
              <a:rPr lang="en-US" altLang="en-US"/>
              <a:t> Keep </a:t>
            </a:r>
            <a:r>
              <a:rPr lang="en-US" altLang="en-US" i="1">
                <a:solidFill>
                  <a:srgbClr val="7F0101"/>
                </a:solidFill>
              </a:rPr>
              <a:t>behavior</a:t>
            </a:r>
            <a:r>
              <a:rPr lang="en-US" altLang="en-US"/>
              <a:t> together with any </a:t>
            </a:r>
            <a:r>
              <a:rPr lang="en-US" altLang="en-US" i="1">
                <a:solidFill>
                  <a:srgbClr val="7F0101"/>
                </a:solidFill>
              </a:rPr>
              <a:t>related information</a:t>
            </a:r>
          </a:p>
          <a:p>
            <a:pPr lvl="1" eaLnBrk="1" hangingPunct="1">
              <a:lnSpc>
                <a:spcPct val="80000"/>
              </a:lnSpc>
            </a:pPr>
            <a:r>
              <a:rPr lang="en-US" altLang="en-US"/>
              <a:t>principle of </a:t>
            </a:r>
            <a:r>
              <a:rPr lang="en-US" altLang="en-US" i="1">
                <a:solidFill>
                  <a:srgbClr val="0C3A80"/>
                </a:solidFill>
              </a:rPr>
              <a:t>encapsulation</a:t>
            </a:r>
            <a:r>
              <a:rPr lang="en-US" altLang="en-US"/>
              <a:t>.</a:t>
            </a:r>
          </a:p>
        </p:txBody>
      </p:sp>
      <p:sp>
        <p:nvSpPr>
          <p:cNvPr id="23556" name="Slide Number Placeholder 1">
            <a:extLst>
              <a:ext uri="{FF2B5EF4-FFF2-40B4-BE49-F238E27FC236}">
                <a16:creationId xmlns:a16="http://schemas.microsoft.com/office/drawing/2014/main" id="{1D8C5AC6-9851-E608-B704-0A416DD5E4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3A6CAA9-5C5F-4699-A602-138C2E1F4663}" type="slidenum">
              <a:rPr lang="en-AU" altLang="en-US" sz="1400" smtClean="0">
                <a:latin typeface="Times New Roman" panose="02020603050405020304" pitchFamily="18" charset="0"/>
              </a:rPr>
              <a:pPr>
                <a:spcBef>
                  <a:spcPct val="0"/>
                </a:spcBef>
                <a:buSzTx/>
                <a:buFontTx/>
                <a:buNone/>
              </a:pPr>
              <a:t>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8631DF7-356E-CE3D-80B3-F9136E3DA7EE}"/>
              </a:ext>
            </a:extLst>
          </p:cNvPr>
          <p:cNvSpPr>
            <a:spLocks noGrp="1" noChangeArrowheads="1"/>
          </p:cNvSpPr>
          <p:nvPr>
            <p:ph type="title"/>
          </p:nvPr>
        </p:nvSpPr>
        <p:spPr/>
        <p:txBody>
          <a:bodyPr/>
          <a:lstStyle/>
          <a:p>
            <a:r>
              <a:rPr lang="en-US" altLang="en-US"/>
              <a:t>What we got…</a:t>
            </a:r>
          </a:p>
        </p:txBody>
      </p:sp>
      <p:sp>
        <p:nvSpPr>
          <p:cNvPr id="25603" name="Rectangle 3">
            <a:extLst>
              <a:ext uri="{FF2B5EF4-FFF2-40B4-BE49-F238E27FC236}">
                <a16:creationId xmlns:a16="http://schemas.microsoft.com/office/drawing/2014/main" id="{401FF8B1-29C0-79F7-64D3-8502363884ED}"/>
              </a:ext>
            </a:extLst>
          </p:cNvPr>
          <p:cNvSpPr>
            <a:spLocks noGrp="1" noChangeArrowheads="1"/>
          </p:cNvSpPr>
          <p:nvPr>
            <p:ph type="body" idx="1"/>
          </p:nvPr>
        </p:nvSpPr>
        <p:spPr/>
        <p:txBody>
          <a:bodyPr/>
          <a:lstStyle/>
          <a:p>
            <a:r>
              <a:rPr lang="en-US" altLang="en-US"/>
              <a:t>A list of candidate classes</a:t>
            </a:r>
          </a:p>
          <a:p>
            <a:pPr lvl="1"/>
            <a:r>
              <a:rPr lang="en-US" altLang="en-US"/>
              <a:t>and some initial justification why they are needed</a:t>
            </a:r>
          </a:p>
          <a:p>
            <a:r>
              <a:rPr lang="en-US" altLang="en-US"/>
              <a:t>A list of responsibilities</a:t>
            </a:r>
          </a:p>
          <a:p>
            <a:pPr lvl="1"/>
            <a:r>
              <a:rPr lang="en-US" altLang="en-US"/>
              <a:t>and an initial allocation of responsibilities to classes</a:t>
            </a:r>
          </a:p>
          <a:p>
            <a:r>
              <a:rPr lang="en-US" altLang="en-US"/>
              <a:t>For each responsibility assigned to a class</a:t>
            </a:r>
          </a:p>
          <a:p>
            <a:pPr lvl="1"/>
            <a:r>
              <a:rPr lang="en-US" altLang="en-US"/>
              <a:t>a list of collaborators needed to fulfill this responsibility</a:t>
            </a:r>
          </a:p>
          <a:p>
            <a:pPr>
              <a:buFont typeface="Wingdings" panose="05000000000000000000" pitchFamily="2" charset="2"/>
              <a:buNone/>
            </a:pPr>
            <a:endParaRPr lang="en-US" altLang="en-US" sz="1400"/>
          </a:p>
          <a:p>
            <a:pPr>
              <a:buFont typeface="Wingdings" panose="05000000000000000000" pitchFamily="2" charset="2"/>
              <a:buChar char="F"/>
            </a:pPr>
            <a:r>
              <a:rPr lang="en-US" altLang="en-US" u="sng">
                <a:solidFill>
                  <a:srgbClr val="00A479"/>
                </a:solidFill>
              </a:rPr>
              <a:t>Expanded domain model, extended with responsibilities and collaborations</a:t>
            </a:r>
            <a:r>
              <a:rPr lang="en-US" altLang="en-US"/>
              <a:t>…</a:t>
            </a:r>
          </a:p>
        </p:txBody>
      </p:sp>
      <p:sp>
        <p:nvSpPr>
          <p:cNvPr id="25604" name="Slide Number Placeholder 1">
            <a:extLst>
              <a:ext uri="{FF2B5EF4-FFF2-40B4-BE49-F238E27FC236}">
                <a16:creationId xmlns:a16="http://schemas.microsoft.com/office/drawing/2014/main" id="{E06F6CF6-D5C8-AF83-F629-84E781FD810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62F2157-3050-4022-9CCB-B67C0E1D343F}" type="slidenum">
              <a:rPr lang="en-AU" altLang="en-US" sz="1400" smtClean="0">
                <a:latin typeface="Times New Roman" panose="02020603050405020304" pitchFamily="18" charset="0"/>
              </a:rPr>
              <a:pPr>
                <a:spcBef>
                  <a:spcPct val="0"/>
                </a:spcBef>
                <a:buSzTx/>
                <a:buFontTx/>
                <a:buNone/>
              </a:pPr>
              <a:t>10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8FF0EFCA-1928-2E9B-36F7-F1922149FC3C}"/>
              </a:ext>
            </a:extLst>
          </p:cNvPr>
          <p:cNvSpPr>
            <a:spLocks noGrp="1" noChangeArrowheads="1"/>
          </p:cNvSpPr>
          <p:nvPr>
            <p:ph type="title"/>
          </p:nvPr>
        </p:nvSpPr>
        <p:spPr/>
        <p:txBody>
          <a:bodyPr/>
          <a:lstStyle/>
          <a:p>
            <a:pPr>
              <a:defRPr/>
            </a:pPr>
            <a:r>
              <a:rPr lang="en-US" dirty="0">
                <a:ea typeface="+mj-ea"/>
                <a:cs typeface="+mj-cs"/>
              </a:rPr>
              <a:t>What next? … Refine the design!</a:t>
            </a:r>
          </a:p>
        </p:txBody>
      </p:sp>
      <p:sp>
        <p:nvSpPr>
          <p:cNvPr id="472067" name="Rectangle 3">
            <a:extLst>
              <a:ext uri="{FF2B5EF4-FFF2-40B4-BE49-F238E27FC236}">
                <a16:creationId xmlns:a16="http://schemas.microsoft.com/office/drawing/2014/main" id="{23C5A31B-C1AC-0FA9-1F4A-9407AB9EF038}"/>
              </a:ext>
            </a:extLst>
          </p:cNvPr>
          <p:cNvSpPr>
            <a:spLocks noGrp="1" noChangeArrowheads="1"/>
          </p:cNvSpPr>
          <p:nvPr>
            <p:ph type="body" idx="1"/>
          </p:nvPr>
        </p:nvSpPr>
        <p:spPr/>
        <p:txBody>
          <a:bodyPr/>
          <a:lstStyle/>
          <a:p>
            <a:pPr marL="379413" indent="-379413">
              <a:lnSpc>
                <a:spcPct val="90000"/>
              </a:lnSpc>
              <a:buFont typeface="Wingdings" charset="0"/>
              <a:buNone/>
              <a:defRPr/>
            </a:pPr>
            <a:endParaRPr lang="en-US" sz="1000" dirty="0">
              <a:ea typeface="+mn-ea"/>
              <a:cs typeface="+mn-cs"/>
            </a:endParaRPr>
          </a:p>
          <a:p>
            <a:pPr marL="379413" indent="-379413" eaLnBrk="1" hangingPunct="1">
              <a:lnSpc>
                <a:spcPct val="90000"/>
              </a:lnSpc>
              <a:buFontTx/>
              <a:buAutoNum type="arabicPeriod"/>
              <a:defRPr/>
            </a:pPr>
            <a:r>
              <a:rPr lang="en-US" sz="2400" i="1" dirty="0">
                <a:ea typeface="+mn-ea"/>
                <a:cs typeface="+mn-cs"/>
              </a:rPr>
              <a:t>Factor</a:t>
            </a:r>
            <a:r>
              <a:rPr lang="en-US" sz="2400" dirty="0">
                <a:ea typeface="+mn-ea"/>
                <a:cs typeface="+mn-cs"/>
              </a:rPr>
              <a:t> common responsibilities to build class hierarchies</a:t>
            </a:r>
          </a:p>
          <a:p>
            <a:pPr marL="379413" indent="-379413" eaLnBrk="1" hangingPunct="1">
              <a:lnSpc>
                <a:spcPct val="90000"/>
              </a:lnSpc>
              <a:buFontTx/>
              <a:buAutoNum type="arabicPeriod"/>
              <a:defRPr/>
            </a:pPr>
            <a:r>
              <a:rPr lang="en-US" sz="2400" i="1" dirty="0">
                <a:ea typeface="+mn-ea"/>
                <a:cs typeface="+mn-cs"/>
              </a:rPr>
              <a:t>Streamline</a:t>
            </a:r>
            <a:r>
              <a:rPr lang="en-US" sz="2400" dirty="0">
                <a:ea typeface="+mn-ea"/>
                <a:cs typeface="+mn-cs"/>
              </a:rPr>
              <a:t> collaborations between objects:</a:t>
            </a:r>
          </a:p>
          <a:p>
            <a:pPr marL="857250" lvl="1" indent="-282575" eaLnBrk="1" hangingPunct="1">
              <a:lnSpc>
                <a:spcPct val="90000"/>
              </a:lnSpc>
              <a:buFont typeface="Wingdings" charset="0"/>
              <a:buChar char="¨"/>
              <a:defRPr/>
            </a:pPr>
            <a:r>
              <a:rPr lang="en-US" sz="2000" dirty="0">
                <a:ea typeface="+mn-ea"/>
              </a:rPr>
              <a:t>Is message traffic heavy in parts of the system?</a:t>
            </a:r>
          </a:p>
          <a:p>
            <a:pPr marL="857250" lvl="1" indent="-282575" eaLnBrk="1" hangingPunct="1">
              <a:lnSpc>
                <a:spcPct val="90000"/>
              </a:lnSpc>
              <a:buFont typeface="Wingdings" charset="0"/>
              <a:buChar char="¨"/>
              <a:defRPr/>
            </a:pPr>
            <a:r>
              <a:rPr lang="en-US" sz="2000" dirty="0">
                <a:ea typeface="+mn-ea"/>
              </a:rPr>
              <a:t>Are there classes that collaborate with everybody?</a:t>
            </a:r>
          </a:p>
          <a:p>
            <a:pPr marL="857250" lvl="1" indent="-282575" eaLnBrk="1" hangingPunct="1">
              <a:lnSpc>
                <a:spcPct val="90000"/>
              </a:lnSpc>
              <a:buFont typeface="Wingdings" charset="0"/>
              <a:buChar char="¨"/>
              <a:defRPr/>
            </a:pPr>
            <a:r>
              <a:rPr lang="en-US" sz="2000" dirty="0">
                <a:ea typeface="+mn-ea"/>
              </a:rPr>
              <a:t>Are there classes that collaborate with nobody?</a:t>
            </a:r>
          </a:p>
          <a:p>
            <a:pPr marL="857250" lvl="1" indent="-282575" eaLnBrk="1" hangingPunct="1">
              <a:lnSpc>
                <a:spcPct val="90000"/>
              </a:lnSpc>
              <a:buFont typeface="Wingdings" charset="0"/>
              <a:buChar char="¨"/>
              <a:defRPr/>
            </a:pPr>
            <a:r>
              <a:rPr lang="en-US" sz="2000" dirty="0">
                <a:ea typeface="+mn-ea"/>
              </a:rPr>
              <a:t>Can we identify protocols and roles amongst the collaborations?</a:t>
            </a:r>
          </a:p>
          <a:p>
            <a:pPr marL="857250" lvl="1" indent="-282575" eaLnBrk="1" hangingPunct="1">
              <a:lnSpc>
                <a:spcPct val="90000"/>
              </a:lnSpc>
              <a:buFont typeface="Wingdings" charset="0"/>
              <a:buChar char="¨"/>
              <a:defRPr/>
            </a:pPr>
            <a:r>
              <a:rPr lang="en-US" sz="2000" dirty="0">
                <a:ea typeface="+mn-ea"/>
              </a:rPr>
              <a:t>Can we identify </a:t>
            </a:r>
            <a:r>
              <a:rPr lang="en-US" sz="2000" i="1" dirty="0">
                <a:solidFill>
                  <a:srgbClr val="0C3A80"/>
                </a:solidFill>
                <a:ea typeface="+mn-ea"/>
              </a:rPr>
              <a:t>contracts</a:t>
            </a:r>
            <a:r>
              <a:rPr lang="en-US" sz="2000" dirty="0">
                <a:ea typeface="+mn-ea"/>
              </a:rPr>
              <a:t> between collaboration objects?</a:t>
            </a:r>
          </a:p>
          <a:p>
            <a:pPr marL="379413" indent="-379413" eaLnBrk="1" hangingPunct="1">
              <a:lnSpc>
                <a:spcPct val="90000"/>
              </a:lnSpc>
              <a:buFontTx/>
              <a:buAutoNum type="arabicPeriod"/>
              <a:defRPr/>
            </a:pPr>
            <a:r>
              <a:rPr lang="en-US" sz="2400" dirty="0">
                <a:ea typeface="+mn-ea"/>
                <a:cs typeface="+mn-cs"/>
              </a:rPr>
              <a:t>Apply </a:t>
            </a:r>
            <a:r>
              <a:rPr lang="en-US" sz="2400" i="1" dirty="0">
                <a:solidFill>
                  <a:srgbClr val="0C3A80"/>
                </a:solidFill>
                <a:ea typeface="+mn-ea"/>
                <a:cs typeface="+mn-cs"/>
              </a:rPr>
              <a:t>design heuristics</a:t>
            </a:r>
            <a:r>
              <a:rPr lang="en-US" sz="2400" dirty="0">
                <a:ea typeface="+mn-ea"/>
                <a:cs typeface="+mn-cs"/>
              </a:rPr>
              <a:t> and </a:t>
            </a:r>
            <a:r>
              <a:rPr lang="en-US" sz="2400" i="1" dirty="0">
                <a:solidFill>
                  <a:srgbClr val="0C3A80"/>
                </a:solidFill>
                <a:ea typeface="+mn-ea"/>
                <a:cs typeface="+mn-cs"/>
              </a:rPr>
              <a:t>common sense</a:t>
            </a:r>
            <a:r>
              <a:rPr lang="en-US" sz="2400" dirty="0">
                <a:ea typeface="+mn-ea"/>
                <a:cs typeface="+mn-cs"/>
              </a:rPr>
              <a:t> to improve specific design aspects.</a:t>
            </a:r>
          </a:p>
        </p:txBody>
      </p:sp>
      <p:sp>
        <p:nvSpPr>
          <p:cNvPr id="472068" name="Text Box 4">
            <a:extLst>
              <a:ext uri="{FF2B5EF4-FFF2-40B4-BE49-F238E27FC236}">
                <a16:creationId xmlns:a16="http://schemas.microsoft.com/office/drawing/2014/main" id="{8F972004-DF37-95C0-D18D-AE8C21448911}"/>
              </a:ext>
            </a:extLst>
          </p:cNvPr>
          <p:cNvSpPr txBox="1">
            <a:spLocks noChangeArrowheads="1"/>
          </p:cNvSpPr>
          <p:nvPr/>
        </p:nvSpPr>
        <p:spPr bwMode="auto">
          <a:xfrm rot="-2100000">
            <a:off x="838200" y="3276600"/>
            <a:ext cx="7581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3600" b="1">
                <a:solidFill>
                  <a:srgbClr val="7F0300"/>
                </a:solidFill>
              </a:rPr>
              <a:t>This may not always work… but let’s see!</a:t>
            </a:r>
            <a:endParaRPr lang="en-US" altLang="en-US" sz="2400">
              <a:solidFill>
                <a:srgbClr val="7F0300"/>
              </a:solidFill>
            </a:endParaRPr>
          </a:p>
        </p:txBody>
      </p:sp>
      <p:sp>
        <p:nvSpPr>
          <p:cNvPr id="27653" name="Slide Number Placeholder 1">
            <a:extLst>
              <a:ext uri="{FF2B5EF4-FFF2-40B4-BE49-F238E27FC236}">
                <a16:creationId xmlns:a16="http://schemas.microsoft.com/office/drawing/2014/main" id="{FA38E2F0-FBAC-D824-6CE6-8D0090D3DA0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7F317A3-8BC3-4494-858E-621B2CFDD029}" type="slidenum">
              <a:rPr lang="en-AU" altLang="en-US" sz="1400" smtClean="0">
                <a:latin typeface="Times New Roman" panose="02020603050405020304" pitchFamily="18" charset="0"/>
              </a:rPr>
              <a:pPr>
                <a:spcBef>
                  <a:spcPct val="0"/>
                </a:spcBef>
                <a:buSzTx/>
                <a:buFontTx/>
                <a:buNone/>
              </a:pPr>
              <a:t>11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72068"/>
                                        </p:tgtEl>
                                        <p:attrNameLst>
                                          <p:attrName>style.visibility</p:attrName>
                                        </p:attrNameLst>
                                      </p:cBhvr>
                                      <p:to>
                                        <p:strVal val="visible"/>
                                      </p:to>
                                    </p:set>
                                    <p:animEffect transition="in" filter="dissolve">
                                      <p:cBhvr>
                                        <p:cTn id="7" dur="500"/>
                                        <p:tgtEl>
                                          <p:spTgt spid="47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F090818-011A-CB13-F408-C77239809ACA}"/>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69347" name="Rectangle 3">
            <a:extLst>
              <a:ext uri="{FF2B5EF4-FFF2-40B4-BE49-F238E27FC236}">
                <a16:creationId xmlns:a16="http://schemas.microsoft.com/office/drawing/2014/main" id="{2F5085E4-A118-A45B-D92E-DBD04A52845D}"/>
              </a:ext>
            </a:extLst>
          </p:cNvPr>
          <p:cNvSpPr>
            <a:spLocks noGrp="1" noChangeArrowheads="1"/>
          </p:cNvSpPr>
          <p:nvPr>
            <p:ph type="title"/>
          </p:nvPr>
        </p:nvSpPr>
        <p:spPr/>
        <p:txBody>
          <a:bodyPr/>
          <a:lstStyle/>
          <a:p>
            <a:pPr>
              <a:defRPr/>
            </a:pPr>
            <a:r>
              <a:rPr lang="en-US">
                <a:ea typeface="+mj-ea"/>
                <a:cs typeface="+mj-cs"/>
              </a:rPr>
              <a:t>Roadmap</a:t>
            </a:r>
          </a:p>
        </p:txBody>
      </p:sp>
      <p:pic>
        <p:nvPicPr>
          <p:cNvPr id="29700" name="Picture 6" descr="roadmap">
            <a:extLst>
              <a:ext uri="{FF2B5EF4-FFF2-40B4-BE49-F238E27FC236}">
                <a16:creationId xmlns:a16="http://schemas.microsoft.com/office/drawing/2014/main" id="{E90A9CFD-5EBE-7FF2-CDC9-4118CE683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9349" name="Rectangle 5">
            <a:extLst>
              <a:ext uri="{FF2B5EF4-FFF2-40B4-BE49-F238E27FC236}">
                <a16:creationId xmlns:a16="http://schemas.microsoft.com/office/drawing/2014/main" id="{9281D1B0-2B58-2A7E-F087-F46CB0660577}"/>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Recap Lecture 5</a:t>
            </a:r>
          </a:p>
          <a:p>
            <a:pPr>
              <a:buFont typeface="Wingdings" charset="0"/>
              <a:buChar char="n"/>
              <a:defRPr/>
            </a:pPr>
            <a:r>
              <a:rPr lang="en-US" b="1">
                <a:ea typeface="+mn-ea"/>
                <a:cs typeface="+mn-cs"/>
              </a:rPr>
              <a:t>Building good class hierarchies</a:t>
            </a:r>
            <a:endParaRPr lang="en-US">
              <a:ea typeface="+mn-ea"/>
              <a:cs typeface="+mn-cs"/>
            </a:endParaRPr>
          </a:p>
          <a:p>
            <a:pPr lvl="1">
              <a:buFont typeface="Wingdings" charset="0"/>
              <a:buChar char="¨"/>
              <a:defRPr/>
            </a:pPr>
            <a:r>
              <a:rPr lang="en-US">
                <a:ea typeface="+mn-ea"/>
              </a:rPr>
              <a:t>Types of inheritance</a:t>
            </a:r>
          </a:p>
          <a:p>
            <a:pPr lvl="1">
              <a:buFont typeface="Wingdings" charset="0"/>
              <a:buChar char="¨"/>
              <a:defRPr/>
            </a:pPr>
            <a:r>
              <a:rPr lang="en-US">
                <a:ea typeface="+mn-ea"/>
              </a:rPr>
              <a:t>Heuristics for creating class hierarchies</a:t>
            </a:r>
          </a:p>
          <a:p>
            <a:pPr>
              <a:buFont typeface="Wingdings" charset="0"/>
              <a:buChar char="n"/>
              <a:defRPr/>
            </a:pPr>
            <a:r>
              <a:rPr lang="en-US">
                <a:ea typeface="+mn-ea"/>
                <a:cs typeface="+mn-cs"/>
              </a:rPr>
              <a:t>Roles and Protocols</a:t>
            </a:r>
          </a:p>
          <a:p>
            <a:pPr>
              <a:buFont typeface="Wingdings" charset="0"/>
              <a:buChar char="n"/>
              <a:defRPr/>
            </a:pPr>
            <a:r>
              <a:rPr lang="en-US">
                <a:ea typeface="+mn-ea"/>
                <a:cs typeface="+mn-cs"/>
              </a:rPr>
              <a:t>Associations and Aggregations</a:t>
            </a:r>
          </a:p>
          <a:p>
            <a:pPr>
              <a:buFont typeface="Wingdings" charset="0"/>
              <a:buChar char="n"/>
              <a:defRPr/>
            </a:pPr>
            <a:r>
              <a:rPr lang="en-US">
                <a:ea typeface="+mn-ea"/>
                <a:cs typeface="+mn-cs"/>
              </a:rPr>
              <a:t>Design by Contract</a:t>
            </a:r>
          </a:p>
        </p:txBody>
      </p:sp>
      <p:sp>
        <p:nvSpPr>
          <p:cNvPr id="29702" name="Slide Number Placeholder 1">
            <a:extLst>
              <a:ext uri="{FF2B5EF4-FFF2-40B4-BE49-F238E27FC236}">
                <a16:creationId xmlns:a16="http://schemas.microsoft.com/office/drawing/2014/main" id="{C5F25888-B507-7F21-B52E-5DF9102810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BA551E1-3B91-43D5-923F-1EC08D436BC3}" type="slidenum">
              <a:rPr lang="en-AU" altLang="en-US" sz="1400" smtClean="0">
                <a:latin typeface="Times New Roman" panose="02020603050405020304" pitchFamily="18" charset="0"/>
              </a:rPr>
              <a:pPr>
                <a:spcBef>
                  <a:spcPct val="0"/>
                </a:spcBef>
                <a:buSzTx/>
                <a:buFontTx/>
                <a:buNone/>
              </a:pPr>
              <a:t>12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9C7376D3-51E1-04A4-B1E8-EED784B8D473}"/>
              </a:ext>
            </a:extLst>
          </p:cNvPr>
          <p:cNvSpPr>
            <a:spLocks noGrp="1" noChangeArrowheads="1"/>
          </p:cNvSpPr>
          <p:nvPr>
            <p:ph type="title"/>
          </p:nvPr>
        </p:nvSpPr>
        <p:spPr/>
        <p:txBody>
          <a:bodyPr/>
          <a:lstStyle/>
          <a:p>
            <a:pPr>
              <a:defRPr/>
            </a:pPr>
            <a:r>
              <a:rPr lang="en-US">
                <a:ea typeface="+mj-ea"/>
                <a:cs typeface="+mj-cs"/>
              </a:rPr>
              <a:t>Object-Oriented Design Heuristics</a:t>
            </a:r>
          </a:p>
        </p:txBody>
      </p:sp>
      <p:sp>
        <p:nvSpPr>
          <p:cNvPr id="491523" name="Rectangle 3">
            <a:extLst>
              <a:ext uri="{FF2B5EF4-FFF2-40B4-BE49-F238E27FC236}">
                <a16:creationId xmlns:a16="http://schemas.microsoft.com/office/drawing/2014/main" id="{8AF0B9D6-F467-4D7B-C8F3-D02696F5F154}"/>
              </a:ext>
            </a:extLst>
          </p:cNvPr>
          <p:cNvSpPr>
            <a:spLocks noGrp="1" noChangeArrowheads="1"/>
          </p:cNvSpPr>
          <p:nvPr>
            <p:ph type="body" idx="1"/>
          </p:nvPr>
        </p:nvSpPr>
        <p:spPr>
          <a:xfrm>
            <a:off x="1079500" y="1143000"/>
            <a:ext cx="3949700" cy="4800600"/>
          </a:xfrm>
        </p:spPr>
        <p:txBody>
          <a:bodyPr/>
          <a:lstStyle/>
          <a:p>
            <a:pPr>
              <a:buFont typeface="Wingdings" charset="0"/>
              <a:buNone/>
              <a:defRPr/>
            </a:pPr>
            <a:endParaRPr lang="en-US">
              <a:ea typeface="+mn-ea"/>
              <a:cs typeface="+mn-cs"/>
            </a:endParaRPr>
          </a:p>
          <a:p>
            <a:pPr>
              <a:buFont typeface="Wingdings" charset="0"/>
              <a:buChar char="n"/>
              <a:defRPr/>
            </a:pPr>
            <a:r>
              <a:rPr lang="en-US">
                <a:ea typeface="+mn-ea"/>
                <a:cs typeface="+mn-cs"/>
              </a:rPr>
              <a:t>Seminal work, describing app. 60 heuristics to improve object-oriented design and implementation</a:t>
            </a:r>
          </a:p>
          <a:p>
            <a:pPr>
              <a:buFont typeface="Wingdings" charset="0"/>
              <a:buChar char="n"/>
              <a:defRPr/>
            </a:pPr>
            <a:r>
              <a:rPr lang="en-US">
                <a:ea typeface="+mn-ea"/>
                <a:cs typeface="+mn-cs"/>
              </a:rPr>
              <a:t>A selected few of the heuristics will be introduced in this lecture.</a:t>
            </a:r>
          </a:p>
        </p:txBody>
      </p:sp>
      <p:pic>
        <p:nvPicPr>
          <p:cNvPr id="31748" name="Picture 4" descr="AAA">
            <a:extLst>
              <a:ext uri="{FF2B5EF4-FFF2-40B4-BE49-F238E27FC236}">
                <a16:creationId xmlns:a16="http://schemas.microsoft.com/office/drawing/2014/main" id="{962C28D5-F685-4038-6FD6-3BEAA9E1C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95400"/>
            <a:ext cx="33480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Slide Number Placeholder 1">
            <a:extLst>
              <a:ext uri="{FF2B5EF4-FFF2-40B4-BE49-F238E27FC236}">
                <a16:creationId xmlns:a16="http://schemas.microsoft.com/office/drawing/2014/main" id="{ECF32C78-2E5E-83CB-6B4F-179378CB0B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321F0C1-CA33-462D-ACA2-DC396B13BDC7}" type="slidenum">
              <a:rPr lang="en-AU" altLang="en-US" sz="1400" smtClean="0">
                <a:latin typeface="Times New Roman" panose="02020603050405020304" pitchFamily="18" charset="0"/>
              </a:rPr>
              <a:pPr>
                <a:spcBef>
                  <a:spcPct val="0"/>
                </a:spcBef>
                <a:buSzTx/>
                <a:buFontTx/>
                <a:buNone/>
              </a:pPr>
              <a:t>13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a:extLst>
              <a:ext uri="{FF2B5EF4-FFF2-40B4-BE49-F238E27FC236}">
                <a16:creationId xmlns:a16="http://schemas.microsoft.com/office/drawing/2014/main" id="{AABC3089-9C9C-CF33-4617-11501CFD828F}"/>
              </a:ext>
            </a:extLst>
          </p:cNvPr>
          <p:cNvSpPr>
            <a:spLocks noGrp="1" noChangeArrowheads="1"/>
          </p:cNvSpPr>
          <p:nvPr>
            <p:ph type="title"/>
          </p:nvPr>
        </p:nvSpPr>
        <p:spPr/>
        <p:txBody>
          <a:bodyPr/>
          <a:lstStyle/>
          <a:p>
            <a:pPr>
              <a:defRPr/>
            </a:pPr>
            <a:r>
              <a:rPr lang="en-US">
                <a:ea typeface="+mj-ea"/>
                <a:cs typeface="+mj-cs"/>
              </a:rPr>
              <a:t>Heuristics for System Classes</a:t>
            </a:r>
          </a:p>
        </p:txBody>
      </p:sp>
      <p:sp>
        <p:nvSpPr>
          <p:cNvPr id="33795" name="Rectangle 3">
            <a:extLst>
              <a:ext uri="{FF2B5EF4-FFF2-40B4-BE49-F238E27FC236}">
                <a16:creationId xmlns:a16="http://schemas.microsoft.com/office/drawing/2014/main" id="{6F60D0DC-F77E-6E0E-51F8-68B56784017A}"/>
              </a:ext>
            </a:extLst>
          </p:cNvPr>
          <p:cNvSpPr>
            <a:spLocks noGrp="1" noChangeArrowheads="1"/>
          </p:cNvSpPr>
          <p:nvPr>
            <p:ph type="body" idx="1"/>
          </p:nvPr>
        </p:nvSpPr>
        <p:spPr>
          <a:xfrm>
            <a:off x="179388" y="1208088"/>
            <a:ext cx="5256212" cy="5291137"/>
          </a:xfrm>
        </p:spPr>
        <p:txBody>
          <a:bodyPr/>
          <a:lstStyle/>
          <a:p>
            <a:r>
              <a:rPr lang="en-AU" altLang="en-US" sz="2400"/>
              <a:t>Heuristic 2.8 (p. 19)</a:t>
            </a:r>
          </a:p>
          <a:p>
            <a:pPr lvl="1"/>
            <a:r>
              <a:rPr lang="en-AU" altLang="en-US" sz="2000" i="1">
                <a:solidFill>
                  <a:srgbClr val="7F0300"/>
                </a:solidFill>
              </a:rPr>
              <a:t>A class should capture one and only one key abstraction</a:t>
            </a:r>
            <a:endParaRPr lang="en-AU" altLang="en-US" sz="2000"/>
          </a:p>
          <a:p>
            <a:pPr lvl="1">
              <a:buFont typeface="Wingdings" panose="05000000000000000000" pitchFamily="2" charset="2"/>
              <a:buChar char="F"/>
            </a:pPr>
            <a:r>
              <a:rPr lang="en-AU" altLang="en-US" sz="2000"/>
              <a:t>Key abstraction = important concept of the domain model</a:t>
            </a:r>
          </a:p>
          <a:p>
            <a:pPr lvl="1">
              <a:buFont typeface="Wingdings" panose="05000000000000000000" pitchFamily="2" charset="2"/>
              <a:buChar char="F"/>
            </a:pPr>
            <a:r>
              <a:rPr lang="en-AU" altLang="en-US" sz="2000"/>
              <a:t>If this is violated, we immediately reduce </a:t>
            </a:r>
            <a:r>
              <a:rPr lang="en-AU" altLang="en-US" sz="2000" b="1"/>
              <a:t>cohesion</a:t>
            </a:r>
          </a:p>
          <a:p>
            <a:pPr>
              <a:buFont typeface="Wingdings" panose="05000000000000000000" pitchFamily="2" charset="2"/>
              <a:buNone/>
            </a:pPr>
            <a:endParaRPr lang="en-AU" altLang="en-US" sz="1400"/>
          </a:p>
          <a:p>
            <a:r>
              <a:rPr lang="en-AU" altLang="en-US" sz="2400"/>
              <a:t>Heuristic 2.9 (p. 20)</a:t>
            </a:r>
          </a:p>
          <a:p>
            <a:pPr lvl="1"/>
            <a:r>
              <a:rPr lang="en-AU" altLang="en-US" sz="2000" i="1">
                <a:solidFill>
                  <a:srgbClr val="7F0300"/>
                </a:solidFill>
              </a:rPr>
              <a:t>Keep related data and behaviour in one place</a:t>
            </a:r>
            <a:endParaRPr lang="en-AU" altLang="en-US" sz="2000"/>
          </a:p>
          <a:p>
            <a:pPr lvl="1">
              <a:buFont typeface="Wingdings" panose="05000000000000000000" pitchFamily="2" charset="2"/>
              <a:buChar char="F"/>
            </a:pPr>
            <a:r>
              <a:rPr lang="en-AU" altLang="en-US" sz="2000"/>
              <a:t>Otherwise, need to define (unnecessary) accessor methods and/or “data-holder” only classes, implying </a:t>
            </a:r>
            <a:r>
              <a:rPr lang="en-AU" altLang="en-US" sz="2000" i="1">
                <a:solidFill>
                  <a:srgbClr val="0C3A80"/>
                </a:solidFill>
              </a:rPr>
              <a:t>increased</a:t>
            </a:r>
            <a:r>
              <a:rPr lang="en-AU" altLang="en-US" sz="2000"/>
              <a:t> </a:t>
            </a:r>
            <a:r>
              <a:rPr lang="en-AU" altLang="en-US" sz="2000" b="1"/>
              <a:t>coupling</a:t>
            </a:r>
          </a:p>
        </p:txBody>
      </p:sp>
      <p:sp>
        <p:nvSpPr>
          <p:cNvPr id="33796" name="Slide Number Placeholder 1">
            <a:extLst>
              <a:ext uri="{FF2B5EF4-FFF2-40B4-BE49-F238E27FC236}">
                <a16:creationId xmlns:a16="http://schemas.microsoft.com/office/drawing/2014/main" id="{FCD65916-C88F-15D0-BA90-FCD1FD4BC3E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6E05230-4546-494A-976B-A62BE8E0ACD0}" type="slidenum">
              <a:rPr lang="en-AU" altLang="en-US" sz="1400" smtClean="0">
                <a:latin typeface="Times New Roman" panose="02020603050405020304" pitchFamily="18" charset="0"/>
              </a:rPr>
              <a:pPr>
                <a:spcBef>
                  <a:spcPct val="0"/>
                </a:spcBef>
                <a:buSzTx/>
                <a:buFontTx/>
                <a:buNone/>
              </a:pPr>
              <a:t>14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33797" name="Picture 6" descr="PlantUML diagram">
            <a:extLst>
              <a:ext uri="{FF2B5EF4-FFF2-40B4-BE49-F238E27FC236}">
                <a16:creationId xmlns:a16="http://schemas.microsoft.com/office/drawing/2014/main" id="{31B8F9D8-287D-7F71-E390-639C2822F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5425" y="1417638"/>
            <a:ext cx="3629025"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8" descr="PlantUML diagram">
            <a:extLst>
              <a:ext uri="{FF2B5EF4-FFF2-40B4-BE49-F238E27FC236}">
                <a16:creationId xmlns:a16="http://schemas.microsoft.com/office/drawing/2014/main" id="{D5B4D8E0-9363-C94A-1493-0538772860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5425" y="4024313"/>
            <a:ext cx="3570288"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2212D654-8A89-A800-CD2C-8B9116DB9704}"/>
              </a:ext>
            </a:extLst>
          </p:cNvPr>
          <p:cNvSpPr>
            <a:spLocks noGrp="1" noChangeArrowheads="1"/>
          </p:cNvSpPr>
          <p:nvPr>
            <p:ph type="title"/>
          </p:nvPr>
        </p:nvSpPr>
        <p:spPr/>
        <p:txBody>
          <a:bodyPr/>
          <a:lstStyle/>
          <a:p>
            <a:pPr>
              <a:defRPr/>
            </a:pPr>
            <a:r>
              <a:rPr lang="en-US">
                <a:ea typeface="+mj-ea"/>
                <a:cs typeface="+mj-cs"/>
              </a:rPr>
              <a:t>Heuristics for System Classes (cont.)</a:t>
            </a:r>
          </a:p>
        </p:txBody>
      </p:sp>
      <p:sp>
        <p:nvSpPr>
          <p:cNvPr id="551939" name="Rectangle 3">
            <a:extLst>
              <a:ext uri="{FF2B5EF4-FFF2-40B4-BE49-F238E27FC236}">
                <a16:creationId xmlns:a16="http://schemas.microsoft.com/office/drawing/2014/main" id="{7D8A6761-F325-BFF6-3C3A-C51A4504C60F}"/>
              </a:ext>
            </a:extLst>
          </p:cNvPr>
          <p:cNvSpPr>
            <a:spLocks noGrp="1" noChangeArrowheads="1"/>
          </p:cNvSpPr>
          <p:nvPr>
            <p:ph type="body" idx="1"/>
          </p:nvPr>
        </p:nvSpPr>
        <p:spPr>
          <a:xfrm>
            <a:off x="250825" y="1208088"/>
            <a:ext cx="3268663" cy="4800600"/>
          </a:xfrm>
        </p:spPr>
        <p:txBody>
          <a:bodyPr/>
          <a:lstStyle/>
          <a:p>
            <a:pPr>
              <a:buFont typeface="Wingdings" charset="0"/>
              <a:buChar char="n"/>
              <a:defRPr/>
            </a:pPr>
            <a:r>
              <a:rPr lang="en-US" sz="2400" dirty="0">
                <a:ea typeface="+mn-ea"/>
                <a:cs typeface="+mn-cs"/>
              </a:rPr>
              <a:t>Heuristic 3.1 (p. 33)</a:t>
            </a:r>
          </a:p>
          <a:p>
            <a:pPr lvl="1">
              <a:buFont typeface="Wingdings" charset="0"/>
              <a:buChar char="¨"/>
              <a:defRPr/>
            </a:pPr>
            <a:r>
              <a:rPr lang="en-US" sz="2000" i="1" dirty="0">
                <a:solidFill>
                  <a:srgbClr val="7F0300"/>
                </a:solidFill>
                <a:ea typeface="+mn-ea"/>
              </a:rPr>
              <a:t>Distribute system intelligence horizontally as uniformly as possible, that is, top-level classes of the system </a:t>
            </a:r>
            <a:r>
              <a:rPr lang="en-US" sz="2000" dirty="0">
                <a:solidFill>
                  <a:srgbClr val="7F0300"/>
                </a:solidFill>
                <a:ea typeface="+mn-ea"/>
              </a:rPr>
              <a:t>should</a:t>
            </a:r>
            <a:r>
              <a:rPr lang="en-US" sz="2000" i="1" dirty="0">
                <a:solidFill>
                  <a:srgbClr val="7F0300"/>
                </a:solidFill>
                <a:ea typeface="+mn-ea"/>
              </a:rPr>
              <a:t> share their work uniformly</a:t>
            </a:r>
            <a:endParaRPr lang="en-US" sz="2000" dirty="0">
              <a:ea typeface="+mn-ea"/>
            </a:endParaRPr>
          </a:p>
          <a:p>
            <a:pPr lvl="1">
              <a:buFont typeface="Wingdings" charset="0"/>
              <a:buChar char="F"/>
              <a:defRPr/>
            </a:pPr>
            <a:r>
              <a:rPr lang="en-US" sz="2000" dirty="0">
                <a:ea typeface="+mn-ea"/>
              </a:rPr>
              <a:t>One needs to think where the system objects are created!</a:t>
            </a:r>
          </a:p>
          <a:p>
            <a:pPr>
              <a:buFont typeface="Wingdings" charset="0"/>
              <a:buNone/>
              <a:defRPr/>
            </a:pPr>
            <a:endParaRPr lang="en-US" sz="1400" dirty="0">
              <a:ea typeface="+mn-ea"/>
              <a:cs typeface="+mn-cs"/>
            </a:endParaRPr>
          </a:p>
        </p:txBody>
      </p:sp>
      <p:sp>
        <p:nvSpPr>
          <p:cNvPr id="35844" name="Slide Number Placeholder 1">
            <a:extLst>
              <a:ext uri="{FF2B5EF4-FFF2-40B4-BE49-F238E27FC236}">
                <a16:creationId xmlns:a16="http://schemas.microsoft.com/office/drawing/2014/main" id="{0121971F-1C89-B54B-6919-CCB9E3045F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853ECED-F520-4F25-ADE3-8208279D5819}" type="slidenum">
              <a:rPr lang="en-AU" altLang="en-US" sz="1400" smtClean="0">
                <a:latin typeface="Times New Roman" panose="02020603050405020304" pitchFamily="18" charset="0"/>
              </a:rPr>
              <a:pPr>
                <a:spcBef>
                  <a:spcPct val="0"/>
                </a:spcBef>
                <a:buSzTx/>
                <a:buFontTx/>
                <a:buNone/>
              </a:pPr>
              <a:t>15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35845" name="Picture 7">
            <a:extLst>
              <a:ext uri="{FF2B5EF4-FFF2-40B4-BE49-F238E27FC236}">
                <a16:creationId xmlns:a16="http://schemas.microsoft.com/office/drawing/2014/main" id="{3345FBA6-1C47-36C4-F9D1-615371622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1479550"/>
            <a:ext cx="4413250" cy="389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99260BBE-B96C-E1ED-B7CE-581FAA2A0224}"/>
              </a:ext>
            </a:extLst>
          </p:cNvPr>
          <p:cNvSpPr>
            <a:spLocks noGrp="1" noChangeArrowheads="1"/>
          </p:cNvSpPr>
          <p:nvPr>
            <p:ph type="title"/>
          </p:nvPr>
        </p:nvSpPr>
        <p:spPr/>
        <p:txBody>
          <a:bodyPr/>
          <a:lstStyle/>
          <a:p>
            <a:pPr>
              <a:defRPr/>
            </a:pPr>
            <a:r>
              <a:rPr lang="en-US">
                <a:ea typeface="+mj-ea"/>
                <a:cs typeface="+mj-cs"/>
              </a:rPr>
              <a:t>Heuristics for System Classes (cont.)</a:t>
            </a:r>
          </a:p>
        </p:txBody>
      </p:sp>
      <p:sp>
        <p:nvSpPr>
          <p:cNvPr id="551939" name="Rectangle 3">
            <a:extLst>
              <a:ext uri="{FF2B5EF4-FFF2-40B4-BE49-F238E27FC236}">
                <a16:creationId xmlns:a16="http://schemas.microsoft.com/office/drawing/2014/main" id="{A6DE595F-4FEF-8CC4-8F18-D593A07C92FA}"/>
              </a:ext>
            </a:extLst>
          </p:cNvPr>
          <p:cNvSpPr>
            <a:spLocks noGrp="1" noChangeArrowheads="1"/>
          </p:cNvSpPr>
          <p:nvPr>
            <p:ph type="body" idx="1"/>
          </p:nvPr>
        </p:nvSpPr>
        <p:spPr>
          <a:xfrm>
            <a:off x="250825" y="1208088"/>
            <a:ext cx="8642350" cy="4800600"/>
          </a:xfrm>
        </p:spPr>
        <p:txBody>
          <a:bodyPr/>
          <a:lstStyle/>
          <a:p>
            <a:pPr>
              <a:buFont typeface="Wingdings" charset="0"/>
              <a:buChar char="n"/>
              <a:defRPr/>
            </a:pPr>
            <a:r>
              <a:rPr lang="en-US" sz="2400" dirty="0">
                <a:ea typeface="+mn-ea"/>
                <a:cs typeface="+mn-cs"/>
              </a:rPr>
              <a:t>Heuristic 3.2 (p. 33)</a:t>
            </a:r>
          </a:p>
          <a:p>
            <a:pPr lvl="1">
              <a:buFont typeface="Wingdings" charset="0"/>
              <a:buChar char="¨"/>
              <a:defRPr/>
            </a:pPr>
            <a:r>
              <a:rPr lang="en-US" sz="2000" i="1" dirty="0">
                <a:solidFill>
                  <a:srgbClr val="7F0300"/>
                </a:solidFill>
                <a:ea typeface="+mn-ea"/>
              </a:rPr>
              <a:t>Do not create god classes/objects in your system</a:t>
            </a:r>
            <a:endParaRPr lang="en-US" sz="2000" dirty="0">
              <a:ea typeface="+mn-ea"/>
            </a:endParaRPr>
          </a:p>
          <a:p>
            <a:pPr lvl="1">
              <a:buFont typeface="Wingdings" charset="0"/>
              <a:buChar char="F"/>
              <a:defRPr/>
            </a:pPr>
            <a:r>
              <a:rPr lang="en-US" sz="2000" dirty="0">
                <a:ea typeface="+mn-ea"/>
              </a:rPr>
              <a:t>God class implies many responsibilities, hence significant complexity, hence difficult to understand and maintain.</a:t>
            </a:r>
          </a:p>
          <a:p>
            <a:pPr lvl="1">
              <a:buFont typeface="Wingdings" charset="0"/>
              <a:buChar char="F"/>
              <a:defRPr/>
            </a:pPr>
            <a:r>
              <a:rPr lang="en-US" sz="2000" dirty="0">
                <a:ea typeface="+mn-ea"/>
              </a:rPr>
              <a:t>God classes are often prone to contain many defects!</a:t>
            </a:r>
          </a:p>
          <a:p>
            <a:pPr>
              <a:buFont typeface="Wingdings" charset="0"/>
              <a:buNone/>
              <a:defRPr/>
            </a:pPr>
            <a:endParaRPr lang="en-US" sz="1400" dirty="0">
              <a:ea typeface="+mn-ea"/>
              <a:cs typeface="+mn-cs"/>
            </a:endParaRPr>
          </a:p>
        </p:txBody>
      </p:sp>
      <p:sp>
        <p:nvSpPr>
          <p:cNvPr id="37892" name="Slide Number Placeholder 1">
            <a:extLst>
              <a:ext uri="{FF2B5EF4-FFF2-40B4-BE49-F238E27FC236}">
                <a16:creationId xmlns:a16="http://schemas.microsoft.com/office/drawing/2014/main" id="{17E73623-560F-745C-678D-2CB9A2C3701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6E3BEEF-5C2A-462D-9EA9-2C198025F652}" type="slidenum">
              <a:rPr lang="en-AU" altLang="en-US" sz="1400" smtClean="0">
                <a:latin typeface="Times New Roman" panose="02020603050405020304" pitchFamily="18" charset="0"/>
              </a:rPr>
              <a:pPr>
                <a:spcBef>
                  <a:spcPct val="0"/>
                </a:spcBef>
                <a:buSzTx/>
                <a:buFontTx/>
                <a:buNone/>
              </a:pPr>
              <a:t>16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37893" name="Picture 6">
            <a:extLst>
              <a:ext uri="{FF2B5EF4-FFF2-40B4-BE49-F238E27FC236}">
                <a16:creationId xmlns:a16="http://schemas.microsoft.com/office/drawing/2014/main" id="{2EEE4948-75D9-4CAA-7D2A-16F7F190D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429000"/>
            <a:ext cx="888365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a:extLst>
              <a:ext uri="{FF2B5EF4-FFF2-40B4-BE49-F238E27FC236}">
                <a16:creationId xmlns:a16="http://schemas.microsoft.com/office/drawing/2014/main" id="{B177DE0A-1AF7-F5F4-3016-B19F150A17F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473525D-24ED-40B9-9688-292B5D3E422E}" type="slidenum">
              <a:rPr lang="en-AU" altLang="en-US" sz="1400" smtClean="0">
                <a:latin typeface="Times New Roman" panose="02020603050405020304" pitchFamily="18" charset="0"/>
              </a:rPr>
              <a:pPr>
                <a:spcBef>
                  <a:spcPct val="0"/>
                </a:spcBef>
                <a:buSzTx/>
                <a:buFontTx/>
                <a:buNone/>
              </a:pPr>
              <a:t>17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39939" name="Picture 2">
            <a:extLst>
              <a:ext uri="{FF2B5EF4-FFF2-40B4-BE49-F238E27FC236}">
                <a16:creationId xmlns:a16="http://schemas.microsoft.com/office/drawing/2014/main" id="{6EE1F409-FFAD-71CB-DE53-868F40384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9887"/>
          <a:stretch>
            <a:fillRect/>
          </a:stretch>
        </p:blipFill>
        <p:spPr bwMode="auto">
          <a:xfrm>
            <a:off x="1476375" y="46038"/>
            <a:ext cx="4824413" cy="319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2">
            <a:extLst>
              <a:ext uri="{FF2B5EF4-FFF2-40B4-BE49-F238E27FC236}">
                <a16:creationId xmlns:a16="http://schemas.microsoft.com/office/drawing/2014/main" id="{50DB1E7B-4AAD-52F9-F3EB-2608AD017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037"/>
          <a:stretch>
            <a:fillRect/>
          </a:stretch>
        </p:blipFill>
        <p:spPr bwMode="auto">
          <a:xfrm>
            <a:off x="0" y="3716338"/>
            <a:ext cx="8813800"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46B5EF9-F7E7-B262-C945-227AB565B6AB}"/>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71395" name="Rectangle 1027">
            <a:extLst>
              <a:ext uri="{FF2B5EF4-FFF2-40B4-BE49-F238E27FC236}">
                <a16:creationId xmlns:a16="http://schemas.microsoft.com/office/drawing/2014/main" id="{19E3885D-552D-B88C-631F-8A64037241CF}"/>
              </a:ext>
            </a:extLst>
          </p:cNvPr>
          <p:cNvSpPr>
            <a:spLocks noGrp="1" noChangeArrowheads="1"/>
          </p:cNvSpPr>
          <p:nvPr>
            <p:ph type="title"/>
          </p:nvPr>
        </p:nvSpPr>
        <p:spPr/>
        <p:txBody>
          <a:bodyPr/>
          <a:lstStyle/>
          <a:p>
            <a:pPr>
              <a:defRPr/>
            </a:pPr>
            <a:r>
              <a:rPr lang="en-US">
                <a:ea typeface="+mj-ea"/>
                <a:cs typeface="+mj-cs"/>
              </a:rPr>
              <a:t>Roadmap</a:t>
            </a:r>
          </a:p>
        </p:txBody>
      </p:sp>
      <p:pic>
        <p:nvPicPr>
          <p:cNvPr id="40964" name="Picture 6" descr="roadmap">
            <a:extLst>
              <a:ext uri="{FF2B5EF4-FFF2-40B4-BE49-F238E27FC236}">
                <a16:creationId xmlns:a16="http://schemas.microsoft.com/office/drawing/2014/main" id="{E8B54D77-D2D6-27D5-DA89-A812DE29D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1397" name="Rectangle 1029">
            <a:extLst>
              <a:ext uri="{FF2B5EF4-FFF2-40B4-BE49-F238E27FC236}">
                <a16:creationId xmlns:a16="http://schemas.microsoft.com/office/drawing/2014/main" id="{288FEE36-C391-1FD4-EC61-B875E014C1E1}"/>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Recap Lecture 5</a:t>
            </a:r>
          </a:p>
          <a:p>
            <a:pPr>
              <a:buFont typeface="Wingdings" charset="0"/>
              <a:buChar char="n"/>
              <a:defRPr/>
            </a:pPr>
            <a:r>
              <a:rPr lang="en-US">
                <a:ea typeface="+mn-ea"/>
                <a:cs typeface="+mn-cs"/>
              </a:rPr>
              <a:t>Building good class hierarchies</a:t>
            </a:r>
          </a:p>
          <a:p>
            <a:pPr lvl="1">
              <a:buFont typeface="Wingdings" charset="0"/>
              <a:buChar char="¨"/>
              <a:defRPr/>
            </a:pPr>
            <a:r>
              <a:rPr lang="en-US" b="1">
                <a:ea typeface="+mn-ea"/>
              </a:rPr>
              <a:t>Types of inheritance</a:t>
            </a:r>
            <a:endParaRPr lang="en-US">
              <a:ea typeface="+mn-ea"/>
            </a:endParaRPr>
          </a:p>
          <a:p>
            <a:pPr lvl="1">
              <a:buFont typeface="Wingdings" charset="0"/>
              <a:buChar char="¨"/>
              <a:defRPr/>
            </a:pPr>
            <a:r>
              <a:rPr lang="en-US">
                <a:ea typeface="+mn-ea"/>
              </a:rPr>
              <a:t>Heuristics for creating class hierarchies</a:t>
            </a:r>
          </a:p>
          <a:p>
            <a:pPr>
              <a:buFont typeface="Wingdings" charset="0"/>
              <a:buChar char="n"/>
              <a:defRPr/>
            </a:pPr>
            <a:r>
              <a:rPr lang="en-US">
                <a:ea typeface="+mn-ea"/>
                <a:cs typeface="+mn-cs"/>
              </a:rPr>
              <a:t>Roles and Protocols</a:t>
            </a:r>
          </a:p>
          <a:p>
            <a:pPr>
              <a:buFont typeface="Wingdings" charset="0"/>
              <a:buChar char="n"/>
              <a:defRPr/>
            </a:pPr>
            <a:r>
              <a:rPr lang="en-US">
                <a:ea typeface="+mn-ea"/>
                <a:cs typeface="+mn-cs"/>
              </a:rPr>
              <a:t>Associations and Aggregations</a:t>
            </a:r>
          </a:p>
          <a:p>
            <a:pPr>
              <a:buFont typeface="Wingdings" charset="0"/>
              <a:buChar char="n"/>
              <a:defRPr/>
            </a:pPr>
            <a:r>
              <a:rPr lang="en-US">
                <a:ea typeface="+mn-ea"/>
                <a:cs typeface="+mn-cs"/>
              </a:rPr>
              <a:t>Design by Contract</a:t>
            </a:r>
          </a:p>
        </p:txBody>
      </p:sp>
      <p:sp>
        <p:nvSpPr>
          <p:cNvPr id="40966" name="Slide Number Placeholder 1">
            <a:extLst>
              <a:ext uri="{FF2B5EF4-FFF2-40B4-BE49-F238E27FC236}">
                <a16:creationId xmlns:a16="http://schemas.microsoft.com/office/drawing/2014/main" id="{D0FE60A3-3C68-5274-9795-AB5EEF33610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D9561D3-61F1-497E-8903-C1AA40043E35}" type="slidenum">
              <a:rPr lang="en-AU" altLang="en-US" sz="1400" smtClean="0">
                <a:latin typeface="Times New Roman" panose="02020603050405020304" pitchFamily="18" charset="0"/>
              </a:rPr>
              <a:pPr>
                <a:spcBef>
                  <a:spcPct val="0"/>
                </a:spcBef>
                <a:buSzTx/>
                <a:buFontTx/>
                <a:buNone/>
              </a:pPr>
              <a:t>18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7154BE12-044D-9612-3004-178295C15047}"/>
              </a:ext>
            </a:extLst>
          </p:cNvPr>
          <p:cNvSpPr>
            <a:spLocks noGrp="1" noChangeArrowheads="1"/>
          </p:cNvSpPr>
          <p:nvPr>
            <p:ph type="title"/>
          </p:nvPr>
        </p:nvSpPr>
        <p:spPr/>
        <p:txBody>
          <a:bodyPr/>
          <a:lstStyle/>
          <a:p>
            <a:pPr>
              <a:defRPr/>
            </a:pPr>
            <a:endParaRPr lang="en-US" dirty="0">
              <a:ea typeface="+mj-ea"/>
              <a:cs typeface="+mj-cs"/>
            </a:endParaRPr>
          </a:p>
        </p:txBody>
      </p:sp>
      <p:sp>
        <p:nvSpPr>
          <p:cNvPr id="461827" name="Rectangle 3">
            <a:extLst>
              <a:ext uri="{FF2B5EF4-FFF2-40B4-BE49-F238E27FC236}">
                <a16:creationId xmlns:a16="http://schemas.microsoft.com/office/drawing/2014/main" id="{6296DBB7-3A91-05C3-CDEE-B5CFAA463DCD}"/>
              </a:ext>
            </a:extLst>
          </p:cNvPr>
          <p:cNvSpPr>
            <a:spLocks noGrp="1" noChangeArrowheads="1"/>
          </p:cNvSpPr>
          <p:nvPr>
            <p:ph type="body" idx="1"/>
          </p:nvPr>
        </p:nvSpPr>
        <p:spPr/>
        <p:txBody>
          <a:bodyPr/>
          <a:lstStyle/>
          <a:p>
            <a:pPr>
              <a:buFont typeface="Wingdings" charset="0"/>
              <a:buNone/>
              <a:defRPr/>
            </a:pPr>
            <a:endParaRPr lang="en-AU" i="1" dirty="0">
              <a:ea typeface="+mn-ea"/>
              <a:cs typeface="+mn-cs"/>
            </a:endParaRPr>
          </a:p>
          <a:p>
            <a:pPr>
              <a:buFont typeface="Wingdings" charset="0"/>
              <a:buNone/>
              <a:defRPr/>
            </a:pPr>
            <a:endParaRPr lang="en-AU" i="1" dirty="0">
              <a:ea typeface="+mn-ea"/>
              <a:cs typeface="+mn-cs"/>
            </a:endParaRPr>
          </a:p>
          <a:p>
            <a:pPr>
              <a:buFont typeface="Wingdings" charset="0"/>
              <a:buNone/>
              <a:defRPr/>
            </a:pPr>
            <a:endParaRPr lang="en-AU" i="1" dirty="0">
              <a:ea typeface="+mn-ea"/>
              <a:cs typeface="+mn-cs"/>
            </a:endParaRPr>
          </a:p>
          <a:p>
            <a:pPr algn="ctr">
              <a:buFont typeface="Wingdings" charset="0"/>
              <a:buNone/>
              <a:defRPr/>
            </a:pPr>
            <a:r>
              <a:rPr lang="en-AU" sz="4000" i="1" dirty="0">
                <a:ea typeface="+mn-ea"/>
                <a:cs typeface="+mn-cs"/>
              </a:rPr>
              <a:t>	</a:t>
            </a:r>
            <a:r>
              <a:rPr lang="en-AU" sz="4000" b="1" dirty="0">
                <a:solidFill>
                  <a:srgbClr val="0C3A80"/>
                </a:solidFill>
                <a:ea typeface="+mn-ea"/>
                <a:cs typeface="+mn-cs"/>
              </a:rPr>
              <a:t>Inheritance = </a:t>
            </a:r>
            <a:r>
              <a:rPr lang="en-AU" sz="4000" b="1" dirty="0">
                <a:solidFill>
                  <a:srgbClr val="7F4D0D"/>
                </a:solidFill>
                <a:ea typeface="+mn-ea"/>
                <a:cs typeface="+mn-cs"/>
              </a:rPr>
              <a:t>Incremental</a:t>
            </a:r>
            <a:r>
              <a:rPr lang="en-AU" sz="4000" b="1" dirty="0">
                <a:solidFill>
                  <a:srgbClr val="0C3A80"/>
                </a:solidFill>
                <a:ea typeface="+mn-ea"/>
                <a:cs typeface="+mn-cs"/>
              </a:rPr>
              <a:t> Derivation</a:t>
            </a:r>
          </a:p>
        </p:txBody>
      </p:sp>
      <p:sp>
        <p:nvSpPr>
          <p:cNvPr id="43012" name="Slide Number Placeholder 1">
            <a:extLst>
              <a:ext uri="{FF2B5EF4-FFF2-40B4-BE49-F238E27FC236}">
                <a16:creationId xmlns:a16="http://schemas.microsoft.com/office/drawing/2014/main" id="{CF248CC6-FE9D-128B-B85F-5F0850B104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0324FEF-8B15-49C7-8341-174701C31C26}" type="slidenum">
              <a:rPr lang="en-AU" altLang="en-US" sz="1400" smtClean="0">
                <a:latin typeface="Times New Roman" panose="02020603050405020304" pitchFamily="18" charset="0"/>
              </a:rPr>
              <a:pPr>
                <a:spcBef>
                  <a:spcPct val="0"/>
                </a:spcBef>
                <a:buSzTx/>
                <a:buFontTx/>
                <a:buNone/>
              </a:pPr>
              <a:t>19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1EE5C40D-5DE4-ADEA-0007-9B80589E3EBB}"/>
              </a:ext>
            </a:extLst>
          </p:cNvPr>
          <p:cNvSpPr>
            <a:spLocks noGrp="1" noChangeArrowheads="1"/>
          </p:cNvSpPr>
          <p:nvPr>
            <p:ph type="title"/>
          </p:nvPr>
        </p:nvSpPr>
        <p:spPr/>
        <p:txBody>
          <a:bodyPr/>
          <a:lstStyle/>
          <a:p>
            <a:pPr>
              <a:defRPr/>
            </a:pPr>
            <a:r>
              <a:rPr lang="en-US">
                <a:ea typeface="+mj-ea"/>
                <a:cs typeface="+mj-cs"/>
              </a:rPr>
              <a:t>Object-Oriented Software Construction</a:t>
            </a:r>
          </a:p>
        </p:txBody>
      </p:sp>
      <p:sp>
        <p:nvSpPr>
          <p:cNvPr id="45059" name="Rectangle 3">
            <a:extLst>
              <a:ext uri="{FF2B5EF4-FFF2-40B4-BE49-F238E27FC236}">
                <a16:creationId xmlns:a16="http://schemas.microsoft.com/office/drawing/2014/main" id="{81FDC4D3-AF37-6555-B64E-A8069943F028}"/>
              </a:ext>
            </a:extLst>
          </p:cNvPr>
          <p:cNvSpPr>
            <a:spLocks noGrp="1" noChangeArrowheads="1"/>
          </p:cNvSpPr>
          <p:nvPr>
            <p:ph type="body" idx="1"/>
          </p:nvPr>
        </p:nvSpPr>
        <p:spPr>
          <a:xfrm>
            <a:off x="1079500" y="1143000"/>
            <a:ext cx="3873500" cy="4800600"/>
          </a:xfrm>
        </p:spPr>
        <p:txBody>
          <a:bodyPr/>
          <a:lstStyle/>
          <a:p>
            <a:endParaRPr lang="en-US" altLang="en-US"/>
          </a:p>
          <a:p>
            <a:r>
              <a:rPr lang="en-US" altLang="en-US"/>
              <a:t>Seminal book by Bertrand Meyer about foundations and practices of object-oriented design</a:t>
            </a:r>
          </a:p>
          <a:p>
            <a:r>
              <a:rPr lang="en-US" altLang="en-US"/>
              <a:t>Contains a number of principles for object design</a:t>
            </a:r>
          </a:p>
          <a:p>
            <a:r>
              <a:rPr lang="en-US" altLang="en-US"/>
              <a:t>Discusses “Design by Contract”</a:t>
            </a:r>
          </a:p>
        </p:txBody>
      </p:sp>
      <p:pic>
        <p:nvPicPr>
          <p:cNvPr id="45060" name="Picture 4" descr="250px-Oosc2-medium">
            <a:extLst>
              <a:ext uri="{FF2B5EF4-FFF2-40B4-BE49-F238E27FC236}">
                <a16:creationId xmlns:a16="http://schemas.microsoft.com/office/drawing/2014/main" id="{00D2E21E-D9AD-13E1-3DE8-13B4614F1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95400"/>
            <a:ext cx="31750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Slide Number Placeholder 1">
            <a:extLst>
              <a:ext uri="{FF2B5EF4-FFF2-40B4-BE49-F238E27FC236}">
                <a16:creationId xmlns:a16="http://schemas.microsoft.com/office/drawing/2014/main" id="{BAB6C84D-D1CD-F726-C766-76F90831548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6AAFE63-6F2E-4120-BCE0-0FDE98A7E798}" type="slidenum">
              <a:rPr lang="en-AU" altLang="en-US" sz="1400" smtClean="0">
                <a:latin typeface="Times New Roman" panose="02020603050405020304" pitchFamily="18" charset="0"/>
              </a:rPr>
              <a:pPr>
                <a:spcBef>
                  <a:spcPct val="0"/>
                </a:spcBef>
                <a:buSzTx/>
                <a:buFontTx/>
                <a:buNone/>
              </a:pPr>
              <a:t>20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a:extLst>
              <a:ext uri="{FF2B5EF4-FFF2-40B4-BE49-F238E27FC236}">
                <a16:creationId xmlns:a16="http://schemas.microsoft.com/office/drawing/2014/main" id="{D936A9C4-A9BF-6B2C-5193-0B58F204D681}"/>
              </a:ext>
            </a:extLst>
          </p:cNvPr>
          <p:cNvSpPr>
            <a:spLocks noGrp="1" noChangeArrowheads="1"/>
          </p:cNvSpPr>
          <p:nvPr>
            <p:ph type="title"/>
          </p:nvPr>
        </p:nvSpPr>
        <p:spPr/>
        <p:txBody>
          <a:bodyPr/>
          <a:lstStyle/>
          <a:p>
            <a:pPr>
              <a:defRPr/>
            </a:pPr>
            <a:r>
              <a:rPr lang="en-US">
                <a:ea typeface="+mj-ea"/>
                <a:cs typeface="+mj-cs"/>
              </a:rPr>
              <a:t>Taxonomy of Inheritance</a:t>
            </a:r>
          </a:p>
        </p:txBody>
      </p:sp>
      <p:pic>
        <p:nvPicPr>
          <p:cNvPr id="47107" name="Picture 4" descr="AAA">
            <a:extLst>
              <a:ext uri="{FF2B5EF4-FFF2-40B4-BE49-F238E27FC236}">
                <a16:creationId xmlns:a16="http://schemas.microsoft.com/office/drawing/2014/main" id="{4E7FFFF1-FC9D-3BF8-6EAB-D03739619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066800"/>
            <a:ext cx="61722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5">
            <a:extLst>
              <a:ext uri="{FF2B5EF4-FFF2-40B4-BE49-F238E27FC236}">
                <a16:creationId xmlns:a16="http://schemas.microsoft.com/office/drawing/2014/main" id="{1E99C95B-63E5-8E49-27D2-2E1560758240}"/>
              </a:ext>
            </a:extLst>
          </p:cNvPr>
          <p:cNvSpPr txBox="1">
            <a:spLocks noChangeArrowheads="1"/>
          </p:cNvSpPr>
          <p:nvPr/>
        </p:nvSpPr>
        <p:spPr bwMode="auto">
          <a:xfrm>
            <a:off x="1676400" y="6461125"/>
            <a:ext cx="6065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000" i="1"/>
              <a:t>Source: B. Meyer, Object-Oriented Software Construction, 1997</a:t>
            </a:r>
          </a:p>
        </p:txBody>
      </p:sp>
      <p:sp>
        <p:nvSpPr>
          <p:cNvPr id="47109" name="Slide Number Placeholder 1">
            <a:extLst>
              <a:ext uri="{FF2B5EF4-FFF2-40B4-BE49-F238E27FC236}">
                <a16:creationId xmlns:a16="http://schemas.microsoft.com/office/drawing/2014/main" id="{5C10AE7F-FA04-8464-3E55-95E993E2141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27C3B9F-9F29-4E1F-AA2B-82A35AFAEC04}" type="slidenum">
              <a:rPr lang="en-AU" altLang="en-US" sz="1400" smtClean="0">
                <a:latin typeface="Times New Roman" panose="02020603050405020304" pitchFamily="18" charset="0"/>
              </a:rPr>
              <a:pPr>
                <a:spcBef>
                  <a:spcPct val="0"/>
                </a:spcBef>
                <a:buSzTx/>
                <a:buFontTx/>
                <a:buNone/>
              </a:pPr>
              <a:t>21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a:extLst>
              <a:ext uri="{FF2B5EF4-FFF2-40B4-BE49-F238E27FC236}">
                <a16:creationId xmlns:a16="http://schemas.microsoft.com/office/drawing/2014/main" id="{F87D34A1-8091-DE32-D2EE-1F33DCB0AC1B}"/>
              </a:ext>
            </a:extLst>
          </p:cNvPr>
          <p:cNvSpPr>
            <a:spLocks noGrp="1" noChangeArrowheads="1"/>
          </p:cNvSpPr>
          <p:nvPr>
            <p:ph type="title"/>
          </p:nvPr>
        </p:nvSpPr>
        <p:spPr/>
        <p:txBody>
          <a:bodyPr/>
          <a:lstStyle/>
          <a:p>
            <a:pPr>
              <a:defRPr/>
            </a:pPr>
            <a:r>
              <a:rPr lang="en-US">
                <a:ea typeface="+mj-ea"/>
                <a:cs typeface="+mj-cs"/>
              </a:rPr>
              <a:t>Taxonomy of Inheritance (cont.)</a:t>
            </a:r>
          </a:p>
        </p:txBody>
      </p:sp>
      <p:sp>
        <p:nvSpPr>
          <p:cNvPr id="49155" name="Rectangle 3">
            <a:extLst>
              <a:ext uri="{FF2B5EF4-FFF2-40B4-BE49-F238E27FC236}">
                <a16:creationId xmlns:a16="http://schemas.microsoft.com/office/drawing/2014/main" id="{E07AED01-EDA7-CCB6-6A00-447F7106D584}"/>
              </a:ext>
            </a:extLst>
          </p:cNvPr>
          <p:cNvSpPr>
            <a:spLocks noGrp="1" noChangeArrowheads="1"/>
          </p:cNvSpPr>
          <p:nvPr>
            <p:ph type="body" idx="1"/>
          </p:nvPr>
        </p:nvSpPr>
        <p:spPr/>
        <p:txBody>
          <a:bodyPr/>
          <a:lstStyle/>
          <a:p>
            <a:r>
              <a:rPr lang="en-US" altLang="en-US" i="1"/>
              <a:t>Model inheritance</a:t>
            </a:r>
            <a:r>
              <a:rPr lang="en-US" altLang="en-US"/>
              <a:t>, reflecting “is-a” relations between abstractions in the model.</a:t>
            </a:r>
          </a:p>
          <a:p>
            <a:r>
              <a:rPr lang="en-US" altLang="en-US" i="1"/>
              <a:t>Software inheritance</a:t>
            </a:r>
            <a:r>
              <a:rPr lang="en-US" altLang="en-US"/>
              <a:t>, expressing relations within the software itself rather than in the model.</a:t>
            </a:r>
          </a:p>
          <a:p>
            <a:pPr lvl="1"/>
            <a:r>
              <a:rPr lang="en-US" altLang="en-US"/>
              <a:t>Some of them are considered “bad practice”</a:t>
            </a:r>
            <a:r>
              <a:rPr lang="en-US" altLang="ja-JP"/>
              <a:t>…</a:t>
            </a:r>
          </a:p>
          <a:p>
            <a:pPr marL="1339850" lvl="2" indent="-292100">
              <a:buFont typeface="Wingdings" panose="05000000000000000000" pitchFamily="2" charset="2"/>
              <a:buChar char="☞"/>
            </a:pPr>
            <a:r>
              <a:rPr lang="en-US" altLang="en-US"/>
              <a:t>Derive a </a:t>
            </a:r>
            <a:r>
              <a:rPr lang="en-US" altLang="en-US">
                <a:latin typeface="Courier New" panose="02070309020205020404" pitchFamily="49" charset="0"/>
                <a:cs typeface="Courier New" panose="02070309020205020404" pitchFamily="49" charset="0"/>
              </a:rPr>
              <a:t>Stack</a:t>
            </a:r>
            <a:r>
              <a:rPr lang="en-US" altLang="en-US"/>
              <a:t> from a </a:t>
            </a:r>
            <a:r>
              <a:rPr lang="en-US" altLang="en-US">
                <a:latin typeface="Courier New" panose="02070309020205020404" pitchFamily="49" charset="0"/>
                <a:cs typeface="Courier New" panose="02070309020205020404" pitchFamily="49" charset="0"/>
              </a:rPr>
              <a:t>List</a:t>
            </a:r>
            <a:r>
              <a:rPr lang="en-US" altLang="en-US"/>
              <a:t> class</a:t>
            </a:r>
          </a:p>
          <a:p>
            <a:r>
              <a:rPr lang="en-US" altLang="en-US" i="1"/>
              <a:t>Variation inheritance</a:t>
            </a:r>
            <a:r>
              <a:rPr lang="en-US" altLang="en-US"/>
              <a:t> - a special case that may pertain either to the software or to the model - serving to describe a class through its differences with another class.</a:t>
            </a:r>
          </a:p>
          <a:p>
            <a:pPr algn="r">
              <a:buFont typeface="Wingdings" panose="05000000000000000000" pitchFamily="2" charset="2"/>
              <a:buNone/>
            </a:pPr>
            <a:r>
              <a:rPr lang="en-US" altLang="en-US" sz="2000"/>
              <a:t>(cf. </a:t>
            </a:r>
            <a:r>
              <a:rPr lang="en-US" altLang="en-US" sz="2000">
                <a:hlinkClick r:id="rId3"/>
              </a:rPr>
              <a:t>http://archive.eiffel.com/doc/manuals/technology/oosc/inheritance-design</a:t>
            </a:r>
            <a:r>
              <a:rPr lang="en-US" altLang="en-US" sz="2000"/>
              <a:t>)</a:t>
            </a:r>
          </a:p>
        </p:txBody>
      </p:sp>
      <p:sp>
        <p:nvSpPr>
          <p:cNvPr id="49156" name="Slide Number Placeholder 1">
            <a:extLst>
              <a:ext uri="{FF2B5EF4-FFF2-40B4-BE49-F238E27FC236}">
                <a16:creationId xmlns:a16="http://schemas.microsoft.com/office/drawing/2014/main" id="{BC1A485E-8AE3-40B8-9423-80050A2D9A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FF6744E-8E8A-4F1A-A23F-87DA29C65389}" type="slidenum">
              <a:rPr lang="en-AU" altLang="en-US" sz="1400" smtClean="0">
                <a:latin typeface="Times New Roman" panose="02020603050405020304" pitchFamily="18" charset="0"/>
              </a:rPr>
              <a:pPr>
                <a:spcBef>
                  <a:spcPct val="0"/>
                </a:spcBef>
                <a:buSzTx/>
                <a:buFontTx/>
                <a:buNone/>
              </a:pPr>
              <a:t>22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327A2565-B83E-D6E2-AF37-BDD9CC5A574C}"/>
              </a:ext>
            </a:extLst>
          </p:cNvPr>
          <p:cNvSpPr>
            <a:spLocks noGrp="1" noChangeArrowheads="1"/>
          </p:cNvSpPr>
          <p:nvPr>
            <p:ph type="title"/>
          </p:nvPr>
        </p:nvSpPr>
        <p:spPr/>
        <p:txBody>
          <a:bodyPr/>
          <a:lstStyle/>
          <a:p>
            <a:pPr>
              <a:defRPr/>
            </a:pPr>
            <a:r>
              <a:rPr lang="en-US">
                <a:ea typeface="+mj-ea"/>
                <a:cs typeface="+mj-cs"/>
              </a:rPr>
              <a:t>Taxonomy of Inheritance (cont.)</a:t>
            </a:r>
          </a:p>
        </p:txBody>
      </p:sp>
      <p:pic>
        <p:nvPicPr>
          <p:cNvPr id="51203" name="Picture 3" descr="AAA">
            <a:extLst>
              <a:ext uri="{FF2B5EF4-FFF2-40B4-BE49-F238E27FC236}">
                <a16:creationId xmlns:a16="http://schemas.microsoft.com/office/drawing/2014/main" id="{554E987E-074C-0ACB-213B-03776948F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066800"/>
            <a:ext cx="61722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Oval 5">
            <a:extLst>
              <a:ext uri="{FF2B5EF4-FFF2-40B4-BE49-F238E27FC236}">
                <a16:creationId xmlns:a16="http://schemas.microsoft.com/office/drawing/2014/main" id="{3FA5A636-7127-24BA-BD9A-17C80A2A2673}"/>
              </a:ext>
            </a:extLst>
          </p:cNvPr>
          <p:cNvSpPr>
            <a:spLocks noChangeArrowheads="1"/>
          </p:cNvSpPr>
          <p:nvPr/>
        </p:nvSpPr>
        <p:spPr bwMode="auto">
          <a:xfrm>
            <a:off x="1143000" y="3200400"/>
            <a:ext cx="1143000" cy="6096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05" name="Oval 6">
            <a:extLst>
              <a:ext uri="{FF2B5EF4-FFF2-40B4-BE49-F238E27FC236}">
                <a16:creationId xmlns:a16="http://schemas.microsoft.com/office/drawing/2014/main" id="{49EA6410-9D40-4D34-4179-C0C471770B0A}"/>
              </a:ext>
            </a:extLst>
          </p:cNvPr>
          <p:cNvSpPr>
            <a:spLocks noChangeArrowheads="1"/>
          </p:cNvSpPr>
          <p:nvPr/>
        </p:nvSpPr>
        <p:spPr bwMode="auto">
          <a:xfrm>
            <a:off x="1476375" y="1844675"/>
            <a:ext cx="1143000" cy="6096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06" name="Oval 7">
            <a:extLst>
              <a:ext uri="{FF2B5EF4-FFF2-40B4-BE49-F238E27FC236}">
                <a16:creationId xmlns:a16="http://schemas.microsoft.com/office/drawing/2014/main" id="{4E7A16EB-500F-4A88-E54A-9774E48EF46E}"/>
              </a:ext>
            </a:extLst>
          </p:cNvPr>
          <p:cNvSpPr>
            <a:spLocks noChangeArrowheads="1"/>
          </p:cNvSpPr>
          <p:nvPr/>
        </p:nvSpPr>
        <p:spPr bwMode="auto">
          <a:xfrm>
            <a:off x="2286000" y="5562600"/>
            <a:ext cx="1143000" cy="8382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07" name="Oval 8">
            <a:extLst>
              <a:ext uri="{FF2B5EF4-FFF2-40B4-BE49-F238E27FC236}">
                <a16:creationId xmlns:a16="http://schemas.microsoft.com/office/drawing/2014/main" id="{B42F99A2-F848-58E7-A2FE-8506D95D2BAE}"/>
              </a:ext>
            </a:extLst>
          </p:cNvPr>
          <p:cNvSpPr>
            <a:spLocks noChangeArrowheads="1"/>
          </p:cNvSpPr>
          <p:nvPr/>
        </p:nvSpPr>
        <p:spPr bwMode="auto">
          <a:xfrm>
            <a:off x="3429000" y="5638800"/>
            <a:ext cx="1143000" cy="8382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08" name="Oval 9">
            <a:extLst>
              <a:ext uri="{FF2B5EF4-FFF2-40B4-BE49-F238E27FC236}">
                <a16:creationId xmlns:a16="http://schemas.microsoft.com/office/drawing/2014/main" id="{056ABD46-51DB-3479-5C73-6BEEB1A7492B}"/>
              </a:ext>
            </a:extLst>
          </p:cNvPr>
          <p:cNvSpPr>
            <a:spLocks noChangeArrowheads="1"/>
          </p:cNvSpPr>
          <p:nvPr/>
        </p:nvSpPr>
        <p:spPr bwMode="auto">
          <a:xfrm>
            <a:off x="1447800" y="4038600"/>
            <a:ext cx="1143000" cy="609600"/>
          </a:xfrm>
          <a:prstGeom prst="ellipse">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09" name="Oval 10">
            <a:extLst>
              <a:ext uri="{FF2B5EF4-FFF2-40B4-BE49-F238E27FC236}">
                <a16:creationId xmlns:a16="http://schemas.microsoft.com/office/drawing/2014/main" id="{68AA8A43-35CB-2F2E-6908-068F4479E9D7}"/>
              </a:ext>
            </a:extLst>
          </p:cNvPr>
          <p:cNvSpPr>
            <a:spLocks noChangeArrowheads="1"/>
          </p:cNvSpPr>
          <p:nvPr/>
        </p:nvSpPr>
        <p:spPr bwMode="auto">
          <a:xfrm>
            <a:off x="1752600" y="5029200"/>
            <a:ext cx="1143000" cy="609600"/>
          </a:xfrm>
          <a:prstGeom prst="ellipse">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0" name="Oval 11">
            <a:extLst>
              <a:ext uri="{FF2B5EF4-FFF2-40B4-BE49-F238E27FC236}">
                <a16:creationId xmlns:a16="http://schemas.microsoft.com/office/drawing/2014/main" id="{C3EFC31C-5D3C-950A-0F82-2BB3005E694F}"/>
              </a:ext>
            </a:extLst>
          </p:cNvPr>
          <p:cNvSpPr>
            <a:spLocks noChangeArrowheads="1"/>
          </p:cNvSpPr>
          <p:nvPr/>
        </p:nvSpPr>
        <p:spPr bwMode="auto">
          <a:xfrm>
            <a:off x="4495800" y="5715000"/>
            <a:ext cx="1143000" cy="609600"/>
          </a:xfrm>
          <a:prstGeom prst="ellipse">
            <a:avLst/>
          </a:prstGeom>
          <a:noFill/>
          <a:ln w="19050">
            <a:solidFill>
              <a:srgbClr val="0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1" name="Oval 12">
            <a:extLst>
              <a:ext uri="{FF2B5EF4-FFF2-40B4-BE49-F238E27FC236}">
                <a16:creationId xmlns:a16="http://schemas.microsoft.com/office/drawing/2014/main" id="{9A3D8CED-4870-8F0E-523F-F8A2179B8795}"/>
              </a:ext>
            </a:extLst>
          </p:cNvPr>
          <p:cNvSpPr>
            <a:spLocks noChangeArrowheads="1"/>
          </p:cNvSpPr>
          <p:nvPr/>
        </p:nvSpPr>
        <p:spPr bwMode="auto">
          <a:xfrm>
            <a:off x="5257800" y="5257800"/>
            <a:ext cx="1447800" cy="609600"/>
          </a:xfrm>
          <a:prstGeom prst="ellipse">
            <a:avLst/>
          </a:prstGeom>
          <a:noFill/>
          <a:ln w="25400">
            <a:solidFill>
              <a:srgbClr val="7F0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2" name="Oval 13">
            <a:extLst>
              <a:ext uri="{FF2B5EF4-FFF2-40B4-BE49-F238E27FC236}">
                <a16:creationId xmlns:a16="http://schemas.microsoft.com/office/drawing/2014/main" id="{DA221C5D-FBDA-64BA-F2FC-8E70FA51E38A}"/>
              </a:ext>
            </a:extLst>
          </p:cNvPr>
          <p:cNvSpPr>
            <a:spLocks noChangeArrowheads="1"/>
          </p:cNvSpPr>
          <p:nvPr/>
        </p:nvSpPr>
        <p:spPr bwMode="auto">
          <a:xfrm>
            <a:off x="5029200" y="4419600"/>
            <a:ext cx="1219200" cy="609600"/>
          </a:xfrm>
          <a:prstGeom prst="ellipse">
            <a:avLst/>
          </a:prstGeom>
          <a:noFill/>
          <a:ln w="25400">
            <a:solidFill>
              <a:srgbClr val="7F0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3" name="Oval 13">
            <a:extLst>
              <a:ext uri="{FF2B5EF4-FFF2-40B4-BE49-F238E27FC236}">
                <a16:creationId xmlns:a16="http://schemas.microsoft.com/office/drawing/2014/main" id="{C6A2F4FC-A008-97A5-DDCE-68E0C217EDC0}"/>
              </a:ext>
            </a:extLst>
          </p:cNvPr>
          <p:cNvSpPr>
            <a:spLocks noChangeArrowheads="1"/>
          </p:cNvSpPr>
          <p:nvPr/>
        </p:nvSpPr>
        <p:spPr bwMode="auto">
          <a:xfrm>
            <a:off x="6227763" y="2205038"/>
            <a:ext cx="1219200" cy="609600"/>
          </a:xfrm>
          <a:prstGeom prst="ellipse">
            <a:avLst/>
          </a:prstGeom>
          <a:noFill/>
          <a:ln w="25400">
            <a:solidFill>
              <a:srgbClr val="7F0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4" name="Oval 6">
            <a:extLst>
              <a:ext uri="{FF2B5EF4-FFF2-40B4-BE49-F238E27FC236}">
                <a16:creationId xmlns:a16="http://schemas.microsoft.com/office/drawing/2014/main" id="{27B597D7-72A7-32CF-DCB4-1BE42FD6D3BE}"/>
              </a:ext>
            </a:extLst>
          </p:cNvPr>
          <p:cNvSpPr>
            <a:spLocks noChangeArrowheads="1"/>
          </p:cNvSpPr>
          <p:nvPr/>
        </p:nvSpPr>
        <p:spPr bwMode="auto">
          <a:xfrm>
            <a:off x="2636838" y="4246563"/>
            <a:ext cx="1143000" cy="6096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5" name="Oval 6">
            <a:extLst>
              <a:ext uri="{FF2B5EF4-FFF2-40B4-BE49-F238E27FC236}">
                <a16:creationId xmlns:a16="http://schemas.microsoft.com/office/drawing/2014/main" id="{94D5AB12-5612-809D-C993-9C1CF06C4814}"/>
              </a:ext>
            </a:extLst>
          </p:cNvPr>
          <p:cNvSpPr>
            <a:spLocks noChangeArrowheads="1"/>
          </p:cNvSpPr>
          <p:nvPr/>
        </p:nvSpPr>
        <p:spPr bwMode="auto">
          <a:xfrm>
            <a:off x="3419475" y="1989138"/>
            <a:ext cx="1143000" cy="609600"/>
          </a:xfrm>
          <a:prstGeom prst="ellipse">
            <a:avLst/>
          </a:prstGeom>
          <a:noFill/>
          <a:ln w="190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1216" name="Slide Number Placeholder 1">
            <a:extLst>
              <a:ext uri="{FF2B5EF4-FFF2-40B4-BE49-F238E27FC236}">
                <a16:creationId xmlns:a16="http://schemas.microsoft.com/office/drawing/2014/main" id="{A70393F4-7FAD-AFA7-DC5C-C1095ED5D1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F459850-55C6-45EC-B91F-1B23C89960F4}" type="slidenum">
              <a:rPr lang="en-AU" altLang="en-US" sz="1400" smtClean="0">
                <a:latin typeface="Times New Roman" panose="02020603050405020304" pitchFamily="18" charset="0"/>
              </a:rPr>
              <a:pPr>
                <a:spcBef>
                  <a:spcPct val="0"/>
                </a:spcBef>
                <a:buSzTx/>
                <a:buFontTx/>
                <a:buNone/>
              </a:pPr>
              <a:t>23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E99B70AF-C57D-5784-2D1C-A701CFA7A9CB}"/>
              </a:ext>
            </a:extLst>
          </p:cNvPr>
          <p:cNvSpPr>
            <a:spLocks noGrp="1" noChangeArrowheads="1"/>
          </p:cNvSpPr>
          <p:nvPr>
            <p:ph type="title"/>
          </p:nvPr>
        </p:nvSpPr>
        <p:spPr/>
        <p:txBody>
          <a:bodyPr/>
          <a:lstStyle/>
          <a:p>
            <a:pPr>
              <a:defRPr/>
            </a:pPr>
            <a:r>
              <a:rPr lang="en-US">
                <a:ea typeface="+mj-ea"/>
                <a:cs typeface="+mj-cs"/>
              </a:rPr>
              <a:t>Heuristics for Inheritance</a:t>
            </a:r>
          </a:p>
        </p:txBody>
      </p:sp>
      <p:sp>
        <p:nvSpPr>
          <p:cNvPr id="53251" name="Rectangle 3">
            <a:extLst>
              <a:ext uri="{FF2B5EF4-FFF2-40B4-BE49-F238E27FC236}">
                <a16:creationId xmlns:a16="http://schemas.microsoft.com/office/drawing/2014/main" id="{CB6CD47F-3832-8105-DC9E-DB4499A668F3}"/>
              </a:ext>
            </a:extLst>
          </p:cNvPr>
          <p:cNvSpPr>
            <a:spLocks noGrp="1" noChangeArrowheads="1"/>
          </p:cNvSpPr>
          <p:nvPr>
            <p:ph type="body" idx="1"/>
          </p:nvPr>
        </p:nvSpPr>
        <p:spPr>
          <a:xfrm>
            <a:off x="179388" y="1044575"/>
            <a:ext cx="3313112" cy="4800600"/>
          </a:xfrm>
        </p:spPr>
        <p:txBody>
          <a:bodyPr/>
          <a:lstStyle/>
          <a:p>
            <a:r>
              <a:rPr lang="en-US" altLang="en-US"/>
              <a:t>Heuristic 5.1 (p. 81)</a:t>
            </a:r>
          </a:p>
          <a:p>
            <a:pPr lvl="1"/>
            <a:r>
              <a:rPr lang="en-US" altLang="en-US" i="1">
                <a:solidFill>
                  <a:srgbClr val="7F0300"/>
                </a:solidFill>
              </a:rPr>
              <a:t>Inheritance should be used only to model a specialization hierarchy</a:t>
            </a:r>
            <a:endParaRPr lang="en-US" altLang="en-US"/>
          </a:p>
          <a:p>
            <a:pPr lvl="1">
              <a:buFont typeface="Wingdings" panose="05000000000000000000" pitchFamily="2" charset="2"/>
              <a:buChar char="F"/>
            </a:pPr>
            <a:r>
              <a:rPr lang="en-US" altLang="en-US"/>
              <a:t>We will revisit this heuristics later on…</a:t>
            </a:r>
          </a:p>
          <a:p>
            <a:pPr>
              <a:buFont typeface="Wingdings" panose="05000000000000000000" pitchFamily="2" charset="2"/>
              <a:buNone/>
            </a:pPr>
            <a:endParaRPr lang="en-US" altLang="en-US" sz="1600"/>
          </a:p>
          <a:p>
            <a:pPr lvl="1">
              <a:buFont typeface="Wingdings" panose="05000000000000000000" pitchFamily="2" charset="2"/>
              <a:buChar char="F"/>
            </a:pPr>
            <a:r>
              <a:rPr lang="en-US" altLang="en-US"/>
              <a:t>Never make explicit reference to a subclass!!</a:t>
            </a:r>
          </a:p>
        </p:txBody>
      </p:sp>
      <p:sp>
        <p:nvSpPr>
          <p:cNvPr id="53252" name="Slide Number Placeholder 1">
            <a:extLst>
              <a:ext uri="{FF2B5EF4-FFF2-40B4-BE49-F238E27FC236}">
                <a16:creationId xmlns:a16="http://schemas.microsoft.com/office/drawing/2014/main" id="{C14F6177-E040-0A99-4256-E9801E67C7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668A33A-4CEC-4D1D-8806-6039C5EA4021}" type="slidenum">
              <a:rPr lang="en-AU" altLang="en-US" sz="1400" smtClean="0">
                <a:latin typeface="Times New Roman" panose="02020603050405020304" pitchFamily="18" charset="0"/>
              </a:rPr>
              <a:pPr>
                <a:spcBef>
                  <a:spcPct val="0"/>
                </a:spcBef>
                <a:buSzTx/>
                <a:buFontTx/>
                <a:buNone/>
              </a:pPr>
              <a:t>24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53253" name="Picture 6" descr="PlantUML diagram">
            <a:extLst>
              <a:ext uri="{FF2B5EF4-FFF2-40B4-BE49-F238E27FC236}">
                <a16:creationId xmlns:a16="http://schemas.microsoft.com/office/drawing/2014/main" id="{734475BE-23B7-E9E7-A977-EB7C177667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988" y="1592263"/>
            <a:ext cx="5586412"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295642E8-09E7-D913-488A-32AF280C9B6D}"/>
              </a:ext>
            </a:extLst>
          </p:cNvPr>
          <p:cNvSpPr>
            <a:spLocks noGrp="1" noChangeArrowheads="1"/>
          </p:cNvSpPr>
          <p:nvPr>
            <p:ph type="title"/>
          </p:nvPr>
        </p:nvSpPr>
        <p:spPr/>
        <p:txBody>
          <a:bodyPr/>
          <a:lstStyle/>
          <a:p>
            <a:pPr>
              <a:defRPr/>
            </a:pPr>
            <a:r>
              <a:rPr lang="en-US">
                <a:ea typeface="+mj-ea"/>
                <a:cs typeface="+mj-cs"/>
              </a:rPr>
              <a:t>Heuristics for Inheritance</a:t>
            </a:r>
          </a:p>
        </p:txBody>
      </p:sp>
      <p:sp>
        <p:nvSpPr>
          <p:cNvPr id="55299" name="Rectangle 3">
            <a:extLst>
              <a:ext uri="{FF2B5EF4-FFF2-40B4-BE49-F238E27FC236}">
                <a16:creationId xmlns:a16="http://schemas.microsoft.com/office/drawing/2014/main" id="{663952F3-C9EE-FC7D-651F-0CFBA4394C63}"/>
              </a:ext>
            </a:extLst>
          </p:cNvPr>
          <p:cNvSpPr>
            <a:spLocks noGrp="1" noChangeArrowheads="1"/>
          </p:cNvSpPr>
          <p:nvPr>
            <p:ph type="body" idx="1"/>
          </p:nvPr>
        </p:nvSpPr>
        <p:spPr>
          <a:xfrm>
            <a:off x="179388" y="1044575"/>
            <a:ext cx="2952750" cy="4800600"/>
          </a:xfrm>
        </p:spPr>
        <p:txBody>
          <a:bodyPr/>
          <a:lstStyle/>
          <a:p>
            <a:pPr>
              <a:buFont typeface="Wingdings" panose="05000000000000000000" pitchFamily="2" charset="2"/>
              <a:buNone/>
            </a:pPr>
            <a:endParaRPr lang="en-US" altLang="en-US" sz="1600"/>
          </a:p>
          <a:p>
            <a:r>
              <a:rPr lang="en-US" altLang="en-US"/>
              <a:t>Heuristic 5.2 (p. 81)</a:t>
            </a:r>
          </a:p>
          <a:p>
            <a:pPr lvl="1"/>
            <a:r>
              <a:rPr lang="en-US" altLang="en-US" i="1">
                <a:solidFill>
                  <a:srgbClr val="7F0300"/>
                </a:solidFill>
              </a:rPr>
              <a:t>Derived classes must have knowledge of their base class (by definition), but base classes should not know anything about their derived classes</a:t>
            </a:r>
            <a:endParaRPr lang="en-US" altLang="en-US"/>
          </a:p>
          <a:p>
            <a:pPr lvl="1">
              <a:buFont typeface="Wingdings" panose="05000000000000000000" pitchFamily="2" charset="2"/>
              <a:buChar char="F"/>
            </a:pPr>
            <a:r>
              <a:rPr lang="en-US" altLang="en-US"/>
              <a:t>Never make explicit reference to a subclass!!</a:t>
            </a:r>
          </a:p>
        </p:txBody>
      </p:sp>
      <p:sp>
        <p:nvSpPr>
          <p:cNvPr id="55300" name="Slide Number Placeholder 1">
            <a:extLst>
              <a:ext uri="{FF2B5EF4-FFF2-40B4-BE49-F238E27FC236}">
                <a16:creationId xmlns:a16="http://schemas.microsoft.com/office/drawing/2014/main" id="{2CD4CB67-041D-60D7-4B79-26B4BB980D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7FF77CF-87A6-4E66-AB43-037F86896BFC}" type="slidenum">
              <a:rPr lang="en-AU" altLang="en-US" sz="1400" smtClean="0">
                <a:latin typeface="Times New Roman" panose="02020603050405020304" pitchFamily="18" charset="0"/>
              </a:rPr>
              <a:pPr>
                <a:spcBef>
                  <a:spcPct val="0"/>
                </a:spcBef>
                <a:buSzTx/>
                <a:buFontTx/>
                <a:buNone/>
              </a:pPr>
              <a:t>25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55301" name="Picture 2" descr="PlantUML diagram">
            <a:extLst>
              <a:ext uri="{FF2B5EF4-FFF2-40B4-BE49-F238E27FC236}">
                <a16:creationId xmlns:a16="http://schemas.microsoft.com/office/drawing/2014/main" id="{64A8C12A-A85A-A9A5-63C9-5E02164BCF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3900" y="1622425"/>
            <a:ext cx="5815013"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a:extLst>
              <a:ext uri="{FF2B5EF4-FFF2-40B4-BE49-F238E27FC236}">
                <a16:creationId xmlns:a16="http://schemas.microsoft.com/office/drawing/2014/main" id="{E17DC8B8-1177-6E21-9148-A99854A24DB6}"/>
              </a:ext>
            </a:extLst>
          </p:cNvPr>
          <p:cNvSpPr>
            <a:spLocks noGrp="1" noChangeArrowheads="1"/>
          </p:cNvSpPr>
          <p:nvPr>
            <p:ph type="title" idx="4294967295"/>
          </p:nvPr>
        </p:nvSpPr>
        <p:spPr/>
        <p:txBody>
          <a:bodyPr/>
          <a:lstStyle/>
          <a:p>
            <a:pPr eaLnBrk="1" hangingPunct="1">
              <a:defRPr/>
            </a:pPr>
            <a:r>
              <a:rPr lang="en-US">
                <a:ea typeface="+mj-ea"/>
                <a:cs typeface="+mj-cs"/>
              </a:rPr>
              <a:t>Abstract Classes</a:t>
            </a:r>
          </a:p>
        </p:txBody>
      </p:sp>
      <p:sp>
        <p:nvSpPr>
          <p:cNvPr id="57347" name="Rectangle 3">
            <a:extLst>
              <a:ext uri="{FF2B5EF4-FFF2-40B4-BE49-F238E27FC236}">
                <a16:creationId xmlns:a16="http://schemas.microsoft.com/office/drawing/2014/main" id="{DE4031EE-FDDD-3AD6-8BB3-957CE413E620}"/>
              </a:ext>
            </a:extLst>
          </p:cNvPr>
          <p:cNvSpPr>
            <a:spLocks noGrp="1" noChangeArrowheads="1"/>
          </p:cNvSpPr>
          <p:nvPr>
            <p:ph type="body" idx="4294967295"/>
          </p:nvPr>
        </p:nvSpPr>
        <p:spPr>
          <a:xfrm>
            <a:off x="1079500" y="1524000"/>
            <a:ext cx="7543800" cy="2024063"/>
          </a:xfrm>
        </p:spPr>
        <p:txBody>
          <a:bodyPr anchor="ctr"/>
          <a:lstStyle/>
          <a:p>
            <a:pPr marL="342900" indent="-342900" eaLnBrk="1" hangingPunct="1">
              <a:lnSpc>
                <a:spcPct val="90000"/>
              </a:lnSpc>
              <a:buFont typeface="Wingdings" panose="05000000000000000000" pitchFamily="2" charset="2"/>
              <a:buNone/>
            </a:pPr>
            <a:r>
              <a:rPr lang="en-US" altLang="en-US"/>
              <a:t>Abstract classes factor out </a:t>
            </a:r>
            <a:r>
              <a:rPr lang="en-US" altLang="en-US" i="1">
                <a:solidFill>
                  <a:srgbClr val="7F0300"/>
                </a:solidFill>
              </a:rPr>
              <a:t>common behavior</a:t>
            </a:r>
            <a:r>
              <a:rPr lang="en-US" altLang="en-US"/>
              <a:t> shared by other classes (i.e. their subclasses)</a:t>
            </a:r>
          </a:p>
          <a:p>
            <a:pPr marL="342900" indent="-342900" eaLnBrk="1" hangingPunct="1">
              <a:lnSpc>
                <a:spcPct val="90000"/>
              </a:lnSpc>
              <a:buFont typeface="Wingdings" panose="05000000000000000000" pitchFamily="2" charset="2"/>
              <a:buNone/>
            </a:pPr>
            <a:endParaRPr lang="en-US" altLang="en-US" sz="2400"/>
          </a:p>
          <a:p>
            <a:pPr marL="342900" indent="-342900" eaLnBrk="1" hangingPunct="1">
              <a:lnSpc>
                <a:spcPct val="90000"/>
              </a:lnSpc>
            </a:pPr>
            <a:r>
              <a:rPr lang="en-US" altLang="en-US" sz="2400"/>
              <a:t>group related classes with common responsibilities</a:t>
            </a:r>
          </a:p>
          <a:p>
            <a:pPr marL="342900" indent="-342900" eaLnBrk="1" hangingPunct="1">
              <a:lnSpc>
                <a:spcPct val="90000"/>
              </a:lnSpc>
            </a:pPr>
            <a:r>
              <a:rPr lang="en-US" altLang="en-US" sz="2400"/>
              <a:t>introduce abstract parent classes to represent the group</a:t>
            </a:r>
          </a:p>
          <a:p>
            <a:pPr marL="342900" indent="-342900" eaLnBrk="1" hangingPunct="1">
              <a:lnSpc>
                <a:spcPct val="90000"/>
              </a:lnSpc>
              <a:buFont typeface="Wingdings" panose="05000000000000000000" pitchFamily="2" charset="2"/>
              <a:buChar char="F"/>
            </a:pPr>
            <a:r>
              <a:rPr lang="en-US" altLang="en-US" sz="2400"/>
              <a:t>“categories” are good candidates for abstract classes</a:t>
            </a:r>
          </a:p>
        </p:txBody>
      </p:sp>
      <p:sp>
        <p:nvSpPr>
          <p:cNvPr id="57348" name="AutoShape 6">
            <a:extLst>
              <a:ext uri="{FF2B5EF4-FFF2-40B4-BE49-F238E27FC236}">
                <a16:creationId xmlns:a16="http://schemas.microsoft.com/office/drawing/2014/main" id="{55497E34-B5F7-83E0-9F9B-733900F6FBE0}"/>
              </a:ext>
            </a:extLst>
          </p:cNvPr>
          <p:cNvSpPr>
            <a:spLocks noChangeArrowheads="1"/>
          </p:cNvSpPr>
          <p:nvPr/>
        </p:nvSpPr>
        <p:spPr bwMode="auto">
          <a:xfrm>
            <a:off x="6964363" y="4202113"/>
            <a:ext cx="1655762" cy="2263775"/>
          </a:xfrm>
          <a:prstGeom prst="foldedCorner">
            <a:avLst>
              <a:gd name="adj" fmla="val 12500"/>
            </a:avLst>
          </a:prstGeom>
          <a:solidFill>
            <a:schemeClr val="accent1"/>
          </a:solidFill>
          <a:ln w="9525">
            <a:solidFill>
              <a:schemeClr val="tx1"/>
            </a:solidFill>
            <a:round/>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eaLnBrk="1" hangingPunct="1">
              <a:lnSpc>
                <a:spcPct val="90000"/>
              </a:lnSpc>
              <a:spcBef>
                <a:spcPct val="20000"/>
              </a:spcBef>
              <a:buClr>
                <a:schemeClr val="hlink"/>
              </a:buClr>
              <a:buSzPct val="85000"/>
              <a:buFont typeface="Helvetica CE"/>
              <a:buNone/>
            </a:pPr>
            <a:r>
              <a:rPr lang="en-US" altLang="en-US" sz="1800" i="1">
                <a:solidFill>
                  <a:srgbClr val="7F0101"/>
                </a:solidFill>
                <a:latin typeface="Helvetica" panose="020B0604020202020204" pitchFamily="34" charset="0"/>
              </a:rPr>
              <a:t>Warning: beware of premature classification; your hierarchy will evolve!</a:t>
            </a:r>
            <a:endParaRPr lang="en-US" altLang="en-US" sz="2400">
              <a:latin typeface="Helvetica" panose="020B0604020202020204" pitchFamily="34" charset="0"/>
            </a:endParaRPr>
          </a:p>
        </p:txBody>
      </p:sp>
      <p:sp>
        <p:nvSpPr>
          <p:cNvPr id="57349" name="Slide Number Placeholder 1">
            <a:extLst>
              <a:ext uri="{FF2B5EF4-FFF2-40B4-BE49-F238E27FC236}">
                <a16:creationId xmlns:a16="http://schemas.microsoft.com/office/drawing/2014/main" id="{5F887F15-412E-FACB-147D-DF0397349A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E496416-CBD9-436D-92E4-9D2CD0C1C989}" type="slidenum">
              <a:rPr lang="en-AU" altLang="en-US" sz="1400" smtClean="0">
                <a:latin typeface="Times New Roman" panose="02020603050405020304" pitchFamily="18" charset="0"/>
              </a:rPr>
              <a:pPr>
                <a:spcBef>
                  <a:spcPct val="0"/>
                </a:spcBef>
                <a:buSzTx/>
                <a:buFontTx/>
                <a:buNone/>
              </a:pPr>
              <a:t>26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57350" name="Picture 7" descr="PlantUML diagram">
            <a:extLst>
              <a:ext uri="{FF2B5EF4-FFF2-40B4-BE49-F238E27FC236}">
                <a16:creationId xmlns:a16="http://schemas.microsoft.com/office/drawing/2014/main" id="{65DA85E3-2C49-1B44-F4B3-1223D7188A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108450"/>
            <a:ext cx="553402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AA7D6F16-88C5-37AD-206A-91FB8370CFAA}"/>
              </a:ext>
            </a:extLst>
          </p:cNvPr>
          <p:cNvSpPr>
            <a:spLocks noGrp="1" noChangeArrowheads="1"/>
          </p:cNvSpPr>
          <p:nvPr>
            <p:ph type="title"/>
          </p:nvPr>
        </p:nvSpPr>
        <p:spPr/>
        <p:txBody>
          <a:bodyPr/>
          <a:lstStyle/>
          <a:p>
            <a:pPr>
              <a:defRPr/>
            </a:pPr>
            <a:r>
              <a:rPr lang="en-US">
                <a:ea typeface="+mj-ea"/>
                <a:cs typeface="+mj-cs"/>
              </a:rPr>
              <a:t>Heuristics for Abstract Classes</a:t>
            </a:r>
          </a:p>
        </p:txBody>
      </p:sp>
      <p:sp>
        <p:nvSpPr>
          <p:cNvPr id="492547" name="Rectangle 3">
            <a:extLst>
              <a:ext uri="{FF2B5EF4-FFF2-40B4-BE49-F238E27FC236}">
                <a16:creationId xmlns:a16="http://schemas.microsoft.com/office/drawing/2014/main" id="{9E5B8D0F-B26D-8FF0-0066-9597F7A42122}"/>
              </a:ext>
            </a:extLst>
          </p:cNvPr>
          <p:cNvSpPr>
            <a:spLocks noGrp="1" noChangeArrowheads="1"/>
          </p:cNvSpPr>
          <p:nvPr>
            <p:ph type="body" idx="1"/>
          </p:nvPr>
        </p:nvSpPr>
        <p:spPr>
          <a:xfrm>
            <a:off x="179388" y="1066800"/>
            <a:ext cx="4068762" cy="3582988"/>
          </a:xfrm>
        </p:spPr>
        <p:txBody>
          <a:bodyPr/>
          <a:lstStyle/>
          <a:p>
            <a:pPr>
              <a:buFont typeface="Wingdings" charset="0"/>
              <a:buChar char="n"/>
              <a:defRPr/>
            </a:pPr>
            <a:r>
              <a:rPr lang="en-US" sz="2400" dirty="0">
                <a:ea typeface="+mn-ea"/>
                <a:cs typeface="+mn-cs"/>
              </a:rPr>
              <a:t>Heuristic 5.6 (p. 89)</a:t>
            </a:r>
          </a:p>
          <a:p>
            <a:pPr lvl="1">
              <a:buFont typeface="Wingdings" charset="0"/>
              <a:buChar char="¨"/>
              <a:defRPr/>
            </a:pPr>
            <a:r>
              <a:rPr lang="en-US" sz="2000" i="1" dirty="0">
                <a:solidFill>
                  <a:srgbClr val="7F0300"/>
                </a:solidFill>
                <a:ea typeface="+mn-ea"/>
              </a:rPr>
              <a:t>All abstract classes </a:t>
            </a:r>
            <a:r>
              <a:rPr lang="en-US" b="1" i="1" dirty="0">
                <a:solidFill>
                  <a:srgbClr val="7F0300"/>
                </a:solidFill>
                <a:ea typeface="+mn-ea"/>
              </a:rPr>
              <a:t>must</a:t>
            </a:r>
            <a:r>
              <a:rPr lang="en-US" sz="2000" i="1" dirty="0">
                <a:solidFill>
                  <a:srgbClr val="7F0300"/>
                </a:solidFill>
                <a:ea typeface="+mn-ea"/>
              </a:rPr>
              <a:t> be base classes</a:t>
            </a:r>
            <a:endParaRPr lang="en-US" sz="2000" dirty="0">
              <a:ea typeface="+mn-ea"/>
            </a:endParaRPr>
          </a:p>
          <a:p>
            <a:pPr lvl="1">
              <a:buFont typeface="Wingdings" charset="0"/>
              <a:buChar char="F"/>
              <a:defRPr/>
            </a:pPr>
            <a:r>
              <a:rPr lang="en-US" sz="2000" dirty="0">
                <a:ea typeface="+mn-ea"/>
              </a:rPr>
              <a:t>No point having abstract classes that are not derived from!</a:t>
            </a:r>
          </a:p>
          <a:p>
            <a:pPr>
              <a:buFont typeface="Wingdings" charset="0"/>
              <a:buNone/>
              <a:defRPr/>
            </a:pPr>
            <a:endParaRPr lang="en-US" sz="1400" dirty="0">
              <a:ea typeface="+mn-ea"/>
              <a:cs typeface="+mn-cs"/>
            </a:endParaRPr>
          </a:p>
          <a:p>
            <a:pPr>
              <a:buFont typeface="Wingdings" charset="0"/>
              <a:buChar char="n"/>
              <a:defRPr/>
            </a:pPr>
            <a:r>
              <a:rPr lang="en-US" sz="2400" dirty="0">
                <a:ea typeface="+mn-ea"/>
                <a:cs typeface="+mn-cs"/>
              </a:rPr>
              <a:t>Heuristic 5.7 (p.89)</a:t>
            </a:r>
          </a:p>
          <a:p>
            <a:pPr lvl="1">
              <a:buFont typeface="Wingdings" charset="0"/>
              <a:buChar char="¨"/>
              <a:defRPr/>
            </a:pPr>
            <a:r>
              <a:rPr lang="en-US" sz="2000" i="1" dirty="0">
                <a:solidFill>
                  <a:srgbClr val="7F0300"/>
                </a:solidFill>
                <a:ea typeface="+mn-ea"/>
              </a:rPr>
              <a:t>All base classes </a:t>
            </a:r>
            <a:r>
              <a:rPr lang="en-US" b="1" i="1" dirty="0">
                <a:solidFill>
                  <a:srgbClr val="7F0300"/>
                </a:solidFill>
                <a:ea typeface="+mn-ea"/>
              </a:rPr>
              <a:t>should</a:t>
            </a:r>
            <a:r>
              <a:rPr lang="en-US" sz="2000" i="1" dirty="0">
                <a:solidFill>
                  <a:srgbClr val="7F0300"/>
                </a:solidFill>
                <a:ea typeface="+mn-ea"/>
              </a:rPr>
              <a:t> be abstract classes</a:t>
            </a:r>
            <a:endParaRPr lang="en-US" sz="2000" dirty="0">
              <a:ea typeface="+mn-ea"/>
            </a:endParaRPr>
          </a:p>
          <a:p>
            <a:pPr lvl="1">
              <a:buFont typeface="Wingdings" charset="0"/>
              <a:buChar char="F"/>
              <a:defRPr/>
            </a:pPr>
            <a:r>
              <a:rPr lang="en-US" sz="2000" dirty="0">
                <a:ea typeface="+mn-ea"/>
              </a:rPr>
              <a:t>In an inheritance tree, only leaf nodes should be concrete classes, all other nodes are abstract.</a:t>
            </a:r>
          </a:p>
          <a:p>
            <a:pPr lvl="1">
              <a:buFont typeface="Wingdings" charset="0"/>
              <a:buChar char="F"/>
              <a:defRPr/>
            </a:pPr>
            <a:r>
              <a:rPr lang="en-US" sz="2000" dirty="0">
                <a:ea typeface="+mn-ea"/>
              </a:rPr>
              <a:t>Note: there is often a </a:t>
            </a:r>
            <a:r>
              <a:rPr lang="en-US" sz="2000" i="1" dirty="0">
                <a:solidFill>
                  <a:srgbClr val="0C3A80"/>
                </a:solidFill>
                <a:ea typeface="+mn-ea"/>
              </a:rPr>
              <a:t>perceived</a:t>
            </a:r>
            <a:r>
              <a:rPr lang="en-US" sz="2000" dirty="0">
                <a:solidFill>
                  <a:srgbClr val="0C3A80"/>
                </a:solidFill>
                <a:ea typeface="+mn-ea"/>
              </a:rPr>
              <a:t> </a:t>
            </a:r>
            <a:r>
              <a:rPr lang="en-US" sz="2000" dirty="0">
                <a:ea typeface="+mn-ea"/>
              </a:rPr>
              <a:t>need to violate this!</a:t>
            </a:r>
          </a:p>
        </p:txBody>
      </p:sp>
      <p:sp>
        <p:nvSpPr>
          <p:cNvPr id="59396" name="Slide Number Placeholder 1">
            <a:extLst>
              <a:ext uri="{FF2B5EF4-FFF2-40B4-BE49-F238E27FC236}">
                <a16:creationId xmlns:a16="http://schemas.microsoft.com/office/drawing/2014/main" id="{3D915400-DCF0-2A3E-FC8D-094DD358C9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DA1CC2D-3DBC-4DEB-92EE-13B935441AF1}" type="slidenum">
              <a:rPr lang="en-AU" altLang="en-US" sz="1400" smtClean="0">
                <a:latin typeface="Times New Roman" panose="02020603050405020304" pitchFamily="18" charset="0"/>
              </a:rPr>
              <a:pPr>
                <a:spcBef>
                  <a:spcPct val="0"/>
                </a:spcBef>
                <a:buSzTx/>
                <a:buFontTx/>
                <a:buNone/>
              </a:pPr>
              <a:t>27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59397" name="Picture 6" descr="PlantUML diagram">
            <a:extLst>
              <a:ext uri="{FF2B5EF4-FFF2-40B4-BE49-F238E27FC236}">
                <a16:creationId xmlns:a16="http://schemas.microsoft.com/office/drawing/2014/main" id="{10F3417E-A935-537B-B8A0-518D2ECA03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850" y="1412875"/>
            <a:ext cx="30099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8" descr="PlantUML diagram">
            <a:extLst>
              <a:ext uri="{FF2B5EF4-FFF2-40B4-BE49-F238E27FC236}">
                <a16:creationId xmlns:a16="http://schemas.microsoft.com/office/drawing/2014/main" id="{8FB03F22-F00E-B078-E963-8EB290FCA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850" y="3762375"/>
            <a:ext cx="30099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a:extLst>
              <a:ext uri="{FF2B5EF4-FFF2-40B4-BE49-F238E27FC236}">
                <a16:creationId xmlns:a16="http://schemas.microsoft.com/office/drawing/2014/main" id="{1E163219-CA83-D9C2-F5C4-E4D4A7C7343E}"/>
              </a:ext>
            </a:extLst>
          </p:cNvPr>
          <p:cNvSpPr>
            <a:spLocks noGrp="1" noChangeArrowheads="1"/>
          </p:cNvSpPr>
          <p:nvPr>
            <p:ph type="title" idx="4294967295"/>
          </p:nvPr>
        </p:nvSpPr>
        <p:spPr/>
        <p:txBody>
          <a:bodyPr/>
          <a:lstStyle/>
          <a:p>
            <a:pPr eaLnBrk="1" hangingPunct="1">
              <a:defRPr/>
            </a:pPr>
            <a:r>
              <a:rPr lang="en-US">
                <a:ea typeface="+mj-ea"/>
                <a:cs typeface="+mj-cs"/>
              </a:rPr>
              <a:t>Sharing Responsibilities</a:t>
            </a:r>
          </a:p>
        </p:txBody>
      </p:sp>
      <p:sp>
        <p:nvSpPr>
          <p:cNvPr id="480259" name="Rectangle 3">
            <a:extLst>
              <a:ext uri="{FF2B5EF4-FFF2-40B4-BE49-F238E27FC236}">
                <a16:creationId xmlns:a16="http://schemas.microsoft.com/office/drawing/2014/main" id="{21234B78-60FC-1E20-B48C-1185A7D801DA}"/>
              </a:ext>
            </a:extLst>
          </p:cNvPr>
          <p:cNvSpPr>
            <a:spLocks noGrp="1" noChangeArrowheads="1"/>
          </p:cNvSpPr>
          <p:nvPr>
            <p:ph type="body" idx="4294967295"/>
          </p:nvPr>
        </p:nvSpPr>
        <p:spPr>
          <a:xfrm>
            <a:off x="1079500" y="1143000"/>
            <a:ext cx="4216400" cy="4800600"/>
          </a:xfrm>
        </p:spPr>
        <p:txBody>
          <a:bodyPr anchor="ctr"/>
          <a:lstStyle/>
          <a:p>
            <a:pPr marL="0" indent="0" eaLnBrk="1" hangingPunct="1">
              <a:lnSpc>
                <a:spcPct val="90000"/>
              </a:lnSpc>
              <a:buFont typeface="Wingdings" charset="0"/>
              <a:buNone/>
              <a:defRPr/>
            </a:pPr>
            <a:r>
              <a:rPr lang="en-US" sz="2400" u="sng">
                <a:solidFill>
                  <a:srgbClr val="0C3A80"/>
                </a:solidFill>
                <a:ea typeface="+mn-ea"/>
                <a:cs typeface="+mn-cs"/>
              </a:rPr>
              <a:t>Concrete classes</a:t>
            </a:r>
            <a:r>
              <a:rPr lang="en-US" sz="2400">
                <a:ea typeface="+mn-ea"/>
                <a:cs typeface="+mn-cs"/>
              </a:rPr>
              <a:t> may be both instantiated and inherited from.</a:t>
            </a:r>
          </a:p>
          <a:p>
            <a:pPr marL="0" indent="0" eaLnBrk="1" hangingPunct="1">
              <a:lnSpc>
                <a:spcPct val="90000"/>
              </a:lnSpc>
              <a:buFont typeface="Wingdings" charset="0"/>
              <a:buChar char="F"/>
              <a:defRPr/>
            </a:pPr>
            <a:r>
              <a:rPr lang="en-US" sz="2400">
                <a:ea typeface="+mn-ea"/>
                <a:cs typeface="+mn-cs"/>
              </a:rPr>
              <a:t> </a:t>
            </a:r>
            <a:r>
              <a:rPr lang="en-US" sz="2400" i="1">
                <a:ea typeface="+mn-ea"/>
                <a:cs typeface="+mn-cs"/>
              </a:rPr>
              <a:t>Bad practice to subclass a concrete class, though!</a:t>
            </a:r>
            <a:endParaRPr lang="en-US" sz="2400">
              <a:ea typeface="+mn-ea"/>
              <a:cs typeface="+mn-cs"/>
            </a:endParaRPr>
          </a:p>
          <a:p>
            <a:pPr marL="0" indent="0" eaLnBrk="1" hangingPunct="1">
              <a:lnSpc>
                <a:spcPct val="90000"/>
              </a:lnSpc>
              <a:buFont typeface="Wingdings" charset="0"/>
              <a:buNone/>
              <a:defRPr/>
            </a:pPr>
            <a:r>
              <a:rPr lang="en-US" sz="2400" u="sng">
                <a:solidFill>
                  <a:srgbClr val="0C3A80"/>
                </a:solidFill>
                <a:ea typeface="+mn-ea"/>
                <a:cs typeface="+mn-cs"/>
              </a:rPr>
              <a:t>Abstract classes</a:t>
            </a:r>
            <a:r>
              <a:rPr lang="en-US" sz="2400">
                <a:ea typeface="+mn-ea"/>
                <a:cs typeface="+mn-cs"/>
              </a:rPr>
              <a:t> may only be inherited from.</a:t>
            </a:r>
            <a:endParaRPr lang="en-US" sz="2000">
              <a:ea typeface="+mn-ea"/>
              <a:cs typeface="+mn-cs"/>
            </a:endParaRPr>
          </a:p>
          <a:p>
            <a:pPr marL="0" indent="0" eaLnBrk="1" hangingPunct="1">
              <a:lnSpc>
                <a:spcPct val="90000"/>
              </a:lnSpc>
              <a:buFont typeface="Wingdings" charset="0"/>
              <a:buNone/>
              <a:defRPr/>
            </a:pPr>
            <a:endParaRPr lang="en-US" sz="2000">
              <a:ea typeface="+mn-ea"/>
              <a:cs typeface="+mn-cs"/>
            </a:endParaRPr>
          </a:p>
          <a:p>
            <a:pPr marL="0" indent="0" eaLnBrk="1" hangingPunct="1">
              <a:lnSpc>
                <a:spcPct val="90000"/>
              </a:lnSpc>
              <a:buFont typeface="Wingdings" charset="0"/>
              <a:buNone/>
              <a:defRPr/>
            </a:pPr>
            <a:endParaRPr lang="en-US" sz="2000">
              <a:ea typeface="+mn-ea"/>
              <a:cs typeface="+mn-cs"/>
            </a:endParaRPr>
          </a:p>
          <a:p>
            <a:pPr marL="0" indent="0" eaLnBrk="1" hangingPunct="1">
              <a:lnSpc>
                <a:spcPct val="90000"/>
              </a:lnSpc>
              <a:buFont typeface="Wingdings" charset="0"/>
              <a:buNone/>
              <a:defRPr/>
            </a:pPr>
            <a:r>
              <a:rPr lang="en-US" sz="2400" i="1">
                <a:solidFill>
                  <a:srgbClr val="7F0101"/>
                </a:solidFill>
                <a:ea typeface="+mn-ea"/>
                <a:cs typeface="+mn-cs"/>
              </a:rPr>
              <a:t>Venn Diagrams</a:t>
            </a:r>
            <a:r>
              <a:rPr lang="en-US" sz="2400">
                <a:ea typeface="+mn-ea"/>
                <a:cs typeface="+mn-cs"/>
              </a:rPr>
              <a:t> can be used to visualize shared responsibilities.</a:t>
            </a:r>
          </a:p>
          <a:p>
            <a:pPr marL="0" indent="0" eaLnBrk="1" hangingPunct="1">
              <a:lnSpc>
                <a:spcPct val="90000"/>
              </a:lnSpc>
              <a:buFont typeface="Wingdings" charset="0"/>
              <a:buNone/>
              <a:defRPr/>
            </a:pPr>
            <a:r>
              <a:rPr lang="en-US" sz="2400" i="1">
                <a:solidFill>
                  <a:srgbClr val="7F0101"/>
                </a:solidFill>
                <a:ea typeface="+mn-ea"/>
                <a:cs typeface="+mn-cs"/>
              </a:rPr>
              <a:t>(Warning: not part of UML!)</a:t>
            </a:r>
            <a:endParaRPr lang="en-US" sz="2000">
              <a:ea typeface="+mn-ea"/>
              <a:cs typeface="+mn-cs"/>
            </a:endParaRPr>
          </a:p>
        </p:txBody>
      </p:sp>
      <p:pic>
        <p:nvPicPr>
          <p:cNvPr id="61444" name="Picture 4">
            <a:extLst>
              <a:ext uri="{FF2B5EF4-FFF2-40B4-BE49-F238E27FC236}">
                <a16:creationId xmlns:a16="http://schemas.microsoft.com/office/drawing/2014/main" id="{9A02D2A2-0325-93FF-A8A2-D506979EC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676400"/>
            <a:ext cx="365601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Slide Number Placeholder 1">
            <a:extLst>
              <a:ext uri="{FF2B5EF4-FFF2-40B4-BE49-F238E27FC236}">
                <a16:creationId xmlns:a16="http://schemas.microsoft.com/office/drawing/2014/main" id="{177CAFB2-3BB9-52ED-216E-2BE7054F9A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2B73199-AC89-4525-B715-DB53C301AC21}" type="slidenum">
              <a:rPr lang="en-AU" altLang="en-US" sz="1400" smtClean="0">
                <a:latin typeface="Times New Roman" panose="02020603050405020304" pitchFamily="18" charset="0"/>
              </a:rPr>
              <a:pPr>
                <a:spcBef>
                  <a:spcPct val="0"/>
                </a:spcBef>
                <a:buSzTx/>
                <a:buFontTx/>
                <a:buNone/>
              </a:pPr>
              <a:t>28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151D0112-FA38-5D01-EF4D-0862DA66903A}"/>
              </a:ext>
            </a:extLst>
          </p:cNvPr>
          <p:cNvSpPr>
            <a:spLocks noGrp="1" noChangeArrowheads="1"/>
          </p:cNvSpPr>
          <p:nvPr>
            <p:ph type="title"/>
          </p:nvPr>
        </p:nvSpPr>
        <p:spPr/>
        <p:txBody>
          <a:bodyPr/>
          <a:lstStyle/>
          <a:p>
            <a:pPr>
              <a:defRPr/>
            </a:pPr>
            <a:r>
              <a:rPr lang="en-US">
                <a:ea typeface="+mj-ea"/>
                <a:cs typeface="+mj-cs"/>
              </a:rPr>
              <a:t>Building Good Hierarchies</a:t>
            </a:r>
          </a:p>
        </p:txBody>
      </p:sp>
      <p:sp>
        <p:nvSpPr>
          <p:cNvPr id="63491" name="Rectangle 3">
            <a:extLst>
              <a:ext uri="{FF2B5EF4-FFF2-40B4-BE49-F238E27FC236}">
                <a16:creationId xmlns:a16="http://schemas.microsoft.com/office/drawing/2014/main" id="{4FDDE3AA-B2A9-4432-72C9-E77160B26758}"/>
              </a:ext>
            </a:extLst>
          </p:cNvPr>
          <p:cNvSpPr>
            <a:spLocks noGrp="1" noChangeArrowheads="1"/>
          </p:cNvSpPr>
          <p:nvPr>
            <p:ph type="body" idx="1"/>
          </p:nvPr>
        </p:nvSpPr>
        <p:spPr>
          <a:xfrm>
            <a:off x="1079500" y="1143000"/>
            <a:ext cx="2844800" cy="4800600"/>
          </a:xfrm>
        </p:spPr>
        <p:txBody>
          <a:bodyPr/>
          <a:lstStyle/>
          <a:p>
            <a:pPr eaLnBrk="1" hangingPunct="1">
              <a:buFont typeface="Wingdings" panose="05000000000000000000" pitchFamily="2" charset="2"/>
              <a:buNone/>
            </a:pPr>
            <a:endParaRPr lang="en-US" altLang="en-US" sz="700" b="1" i="1"/>
          </a:p>
          <a:p>
            <a:pPr eaLnBrk="1" hangingPunct="1">
              <a:buFont typeface="Wingdings" panose="05000000000000000000" pitchFamily="2" charset="2"/>
              <a:buNone/>
            </a:pPr>
            <a:r>
              <a:rPr lang="en-US" altLang="en-US" sz="2400" b="1" i="1"/>
              <a:t>Model a “kind-of” hierarchy:</a:t>
            </a:r>
          </a:p>
          <a:p>
            <a:pPr eaLnBrk="1" hangingPunct="1"/>
            <a:r>
              <a:rPr lang="en-US" altLang="en-US" sz="2400"/>
              <a:t>Subclasses should/must </a:t>
            </a:r>
            <a:r>
              <a:rPr lang="en-US" altLang="en-US" sz="2400" i="1">
                <a:solidFill>
                  <a:srgbClr val="7F0101"/>
                </a:solidFill>
              </a:rPr>
              <a:t>support all inherited responsibilities</a:t>
            </a:r>
            <a:r>
              <a:rPr lang="en-US" altLang="en-US" sz="2400"/>
              <a:t>, and possibly more.</a:t>
            </a:r>
          </a:p>
          <a:p>
            <a:pPr lvl="1" eaLnBrk="1" hangingPunct="1">
              <a:buFont typeface="Wingdings" panose="05000000000000000000" pitchFamily="2" charset="2"/>
              <a:buChar char="F"/>
            </a:pPr>
            <a:r>
              <a:rPr lang="en-US" altLang="en-US" sz="2000"/>
              <a:t>Subclasses may </a:t>
            </a:r>
            <a:r>
              <a:rPr lang="en-US" altLang="en-US" sz="2000" i="1">
                <a:solidFill>
                  <a:srgbClr val="0C3A80"/>
                </a:solidFill>
              </a:rPr>
              <a:t>refine/specialize</a:t>
            </a:r>
            <a:r>
              <a:rPr lang="en-US" altLang="en-US" sz="2000"/>
              <a:t> an inherited responsibility, but should </a:t>
            </a:r>
            <a:r>
              <a:rPr lang="en-US" altLang="en-US" sz="2000" i="1">
                <a:solidFill>
                  <a:srgbClr val="0C3A80"/>
                </a:solidFill>
              </a:rPr>
              <a:t>never hide</a:t>
            </a:r>
            <a:r>
              <a:rPr lang="en-US" altLang="en-US" sz="2000"/>
              <a:t> a responsibility from a parent class.</a:t>
            </a:r>
          </a:p>
          <a:p>
            <a:pPr eaLnBrk="1" hangingPunct="1">
              <a:buFont typeface="Wingdings" panose="05000000000000000000" pitchFamily="2" charset="2"/>
              <a:buNone/>
            </a:pPr>
            <a:endParaRPr lang="en-US" altLang="en-US" sz="700"/>
          </a:p>
        </p:txBody>
      </p:sp>
      <p:sp>
        <p:nvSpPr>
          <p:cNvPr id="63492" name="Slide Number Placeholder 1">
            <a:extLst>
              <a:ext uri="{FF2B5EF4-FFF2-40B4-BE49-F238E27FC236}">
                <a16:creationId xmlns:a16="http://schemas.microsoft.com/office/drawing/2014/main" id="{09EC7636-2114-510E-A15C-41ECA6F5B45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C416FF1-C79C-48A4-BF61-F000D05BC0E2}" type="slidenum">
              <a:rPr lang="en-AU" altLang="en-US" sz="1400" smtClean="0">
                <a:latin typeface="Times New Roman" panose="02020603050405020304" pitchFamily="18" charset="0"/>
              </a:rPr>
              <a:pPr>
                <a:spcBef>
                  <a:spcPct val="0"/>
                </a:spcBef>
                <a:buSzTx/>
                <a:buFontTx/>
                <a:buNone/>
              </a:pPr>
              <a:t>29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63493" name="Picture 6" descr="PlantUML diagram">
            <a:extLst>
              <a:ext uri="{FF2B5EF4-FFF2-40B4-BE49-F238E27FC236}">
                <a16:creationId xmlns:a16="http://schemas.microsoft.com/office/drawing/2014/main" id="{BD25CDAF-F03E-E4C2-2BD7-D53A696B7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063" y="1517650"/>
            <a:ext cx="44577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752581F5-A91A-5FDB-1CE8-440CA7683DE7}"/>
              </a:ext>
            </a:extLst>
          </p:cNvPr>
          <p:cNvSpPr>
            <a:spLocks noGrp="1" noChangeArrowheads="1"/>
          </p:cNvSpPr>
          <p:nvPr>
            <p:ph type="title"/>
          </p:nvPr>
        </p:nvSpPr>
        <p:spPr/>
        <p:txBody>
          <a:bodyPr/>
          <a:lstStyle/>
          <a:p>
            <a:pPr>
              <a:defRPr/>
            </a:pPr>
            <a:r>
              <a:rPr lang="en-US">
                <a:ea typeface="+mj-ea"/>
                <a:cs typeface="+mj-cs"/>
              </a:rPr>
              <a:t>Heuristics for Base Classes</a:t>
            </a:r>
          </a:p>
        </p:txBody>
      </p:sp>
      <p:sp>
        <p:nvSpPr>
          <p:cNvPr id="65539" name="Rectangle 3">
            <a:extLst>
              <a:ext uri="{FF2B5EF4-FFF2-40B4-BE49-F238E27FC236}">
                <a16:creationId xmlns:a16="http://schemas.microsoft.com/office/drawing/2014/main" id="{BF46947D-9B44-B7E4-A74F-54B0DE39F51F}"/>
              </a:ext>
            </a:extLst>
          </p:cNvPr>
          <p:cNvSpPr>
            <a:spLocks noGrp="1" noChangeArrowheads="1"/>
          </p:cNvSpPr>
          <p:nvPr>
            <p:ph type="body" idx="1"/>
          </p:nvPr>
        </p:nvSpPr>
        <p:spPr>
          <a:xfrm>
            <a:off x="323850" y="1400175"/>
            <a:ext cx="2268538" cy="4800600"/>
          </a:xfrm>
        </p:spPr>
        <p:txBody>
          <a:bodyPr/>
          <a:lstStyle/>
          <a:p>
            <a:pPr eaLnBrk="1" hangingPunct="1">
              <a:buFont typeface="Wingdings" panose="05000000000000000000" pitchFamily="2" charset="2"/>
              <a:buNone/>
            </a:pPr>
            <a:r>
              <a:rPr lang="en-US" altLang="en-US" sz="2400" b="1" i="1"/>
              <a:t>Factor common responsibilities as high as possible:</a:t>
            </a:r>
          </a:p>
          <a:p>
            <a:pPr eaLnBrk="1" hangingPunct="1"/>
            <a:r>
              <a:rPr lang="en-US" altLang="en-US" sz="2400"/>
              <a:t>Classes that </a:t>
            </a:r>
            <a:r>
              <a:rPr lang="en-US" altLang="en-US" sz="2400" i="1">
                <a:solidFill>
                  <a:srgbClr val="7F0101"/>
                </a:solidFill>
              </a:rPr>
              <a:t>share common responsibilities</a:t>
            </a:r>
            <a:r>
              <a:rPr lang="en-US" altLang="en-US" sz="2400"/>
              <a:t> should </a:t>
            </a:r>
            <a:r>
              <a:rPr lang="en-US" altLang="en-US" sz="2400" i="1">
                <a:solidFill>
                  <a:srgbClr val="7F0101"/>
                </a:solidFill>
              </a:rPr>
              <a:t>inherit from a common abstract superclass</a:t>
            </a:r>
            <a:r>
              <a:rPr lang="en-US" altLang="en-US" sz="2400"/>
              <a:t>; introduce any that are missing.</a:t>
            </a:r>
            <a:endParaRPr lang="en-GB" altLang="en-US" sz="2400"/>
          </a:p>
        </p:txBody>
      </p:sp>
      <p:sp>
        <p:nvSpPr>
          <p:cNvPr id="65540" name="Slide Number Placeholder 1">
            <a:extLst>
              <a:ext uri="{FF2B5EF4-FFF2-40B4-BE49-F238E27FC236}">
                <a16:creationId xmlns:a16="http://schemas.microsoft.com/office/drawing/2014/main" id="{ED24FC24-AB35-80E9-3DE0-F5040CFBBA2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E2E9CB9-B847-426E-BDC5-CD113DB23B29}" type="slidenum">
              <a:rPr lang="en-AU" altLang="en-US" sz="1400" smtClean="0">
                <a:latin typeface="Times New Roman" panose="02020603050405020304" pitchFamily="18" charset="0"/>
              </a:rPr>
              <a:pPr>
                <a:spcBef>
                  <a:spcPct val="0"/>
                </a:spcBef>
                <a:buSzTx/>
                <a:buFontTx/>
                <a:buNone/>
              </a:pPr>
              <a:t>30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65541" name="Picture 6" descr="PlantUML diagram">
            <a:extLst>
              <a:ext uri="{FF2B5EF4-FFF2-40B4-BE49-F238E27FC236}">
                <a16:creationId xmlns:a16="http://schemas.microsoft.com/office/drawing/2014/main" id="{9560BD9B-B8E2-39D9-91BC-EAC6BDDE6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196975"/>
            <a:ext cx="55276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018DBAE7-0AB9-777A-323D-5FE619714BC4}"/>
              </a:ext>
            </a:extLst>
          </p:cNvPr>
          <p:cNvSpPr>
            <a:spLocks noGrp="1" noChangeArrowheads="1"/>
          </p:cNvSpPr>
          <p:nvPr>
            <p:ph type="title"/>
          </p:nvPr>
        </p:nvSpPr>
        <p:spPr/>
        <p:txBody>
          <a:bodyPr/>
          <a:lstStyle/>
          <a:p>
            <a:pPr>
              <a:defRPr/>
            </a:pPr>
            <a:r>
              <a:rPr lang="en-US">
                <a:ea typeface="+mj-ea"/>
                <a:cs typeface="+mj-cs"/>
              </a:rPr>
              <a:t>Heuristics for Base Classes</a:t>
            </a:r>
          </a:p>
        </p:txBody>
      </p:sp>
      <p:sp>
        <p:nvSpPr>
          <p:cNvPr id="67587" name="Rectangle 3">
            <a:extLst>
              <a:ext uri="{FF2B5EF4-FFF2-40B4-BE49-F238E27FC236}">
                <a16:creationId xmlns:a16="http://schemas.microsoft.com/office/drawing/2014/main" id="{A780FDFA-3361-3C94-FEF1-EBF24BFFEF39}"/>
              </a:ext>
            </a:extLst>
          </p:cNvPr>
          <p:cNvSpPr>
            <a:spLocks noGrp="1" noChangeArrowheads="1"/>
          </p:cNvSpPr>
          <p:nvPr>
            <p:ph type="body" idx="1"/>
          </p:nvPr>
        </p:nvSpPr>
        <p:spPr>
          <a:xfrm>
            <a:off x="220663" y="1484313"/>
            <a:ext cx="4283075" cy="4800600"/>
          </a:xfrm>
        </p:spPr>
        <p:txBody>
          <a:bodyPr/>
          <a:lstStyle/>
          <a:p>
            <a:pPr eaLnBrk="1" hangingPunct="1">
              <a:buFont typeface="Wingdings" panose="05000000000000000000" pitchFamily="2" charset="2"/>
              <a:buNone/>
            </a:pPr>
            <a:r>
              <a:rPr lang="en-US" altLang="en-US" sz="2400" b="1" i="1"/>
              <a:t>Factor common responsibilities as high as possible:</a:t>
            </a:r>
          </a:p>
          <a:p>
            <a:r>
              <a:rPr lang="en-GB" altLang="en-US" sz="2400"/>
              <a:t>Heuristic 5.8 (p. 93)</a:t>
            </a:r>
          </a:p>
          <a:p>
            <a:pPr lvl="1"/>
            <a:r>
              <a:rPr lang="en-GB" altLang="en-US" sz="2000" i="1">
                <a:solidFill>
                  <a:srgbClr val="7F0300"/>
                </a:solidFill>
              </a:rPr>
              <a:t>Factor the commonality of data, behaviour and/or interface as high as possible in the inheritance hierarchy</a:t>
            </a:r>
          </a:p>
          <a:p>
            <a:pPr lvl="1">
              <a:buFont typeface="Wingdings" panose="05000000000000000000" pitchFamily="2" charset="2"/>
              <a:buChar char="F"/>
            </a:pPr>
            <a:r>
              <a:rPr lang="en-GB" altLang="en-US" sz="2000"/>
              <a:t>Reduces the amount of classes where specific information is kept</a:t>
            </a:r>
          </a:p>
          <a:p>
            <a:pPr lvl="2">
              <a:buFont typeface="Wingdings" panose="05000000000000000000" pitchFamily="2" charset="2"/>
              <a:buChar char="F"/>
            </a:pPr>
            <a:r>
              <a:rPr lang="en-GB" altLang="en-US" sz="1800"/>
              <a:t>Reduces maintenance overhead later on</a:t>
            </a:r>
          </a:p>
          <a:p>
            <a:pPr lvl="2">
              <a:buFont typeface="Wingdings" panose="05000000000000000000" pitchFamily="2" charset="2"/>
              <a:buChar char="F"/>
            </a:pPr>
            <a:r>
              <a:rPr lang="en-GB" altLang="en-US" sz="1800"/>
              <a:t>But: may introduce complexity early on…</a:t>
            </a:r>
          </a:p>
        </p:txBody>
      </p:sp>
      <p:sp>
        <p:nvSpPr>
          <p:cNvPr id="67588" name="Slide Number Placeholder 1">
            <a:extLst>
              <a:ext uri="{FF2B5EF4-FFF2-40B4-BE49-F238E27FC236}">
                <a16:creationId xmlns:a16="http://schemas.microsoft.com/office/drawing/2014/main" id="{CAEF1625-FF1C-6B9A-5ADF-92F7E3E7633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8CB8EBF-E1E8-41F8-A053-917800C67514}" type="slidenum">
              <a:rPr lang="en-AU" altLang="en-US" sz="1400" smtClean="0">
                <a:latin typeface="Times New Roman" panose="02020603050405020304" pitchFamily="18" charset="0"/>
              </a:rPr>
              <a:pPr>
                <a:spcBef>
                  <a:spcPct val="0"/>
                </a:spcBef>
                <a:buSzTx/>
                <a:buFontTx/>
                <a:buNone/>
              </a:pPr>
              <a:t>31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67589" name="Picture 2" descr="PlantUML diagram">
            <a:extLst>
              <a:ext uri="{FF2B5EF4-FFF2-40B4-BE49-F238E27FC236}">
                <a16:creationId xmlns:a16="http://schemas.microsoft.com/office/drawing/2014/main" id="{75879DE0-32B2-F504-DD7D-501B6C6A4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716338"/>
            <a:ext cx="4046538"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4" descr="PlantUML diagram">
            <a:extLst>
              <a:ext uri="{FF2B5EF4-FFF2-40B4-BE49-F238E27FC236}">
                <a16:creationId xmlns:a16="http://schemas.microsoft.com/office/drawing/2014/main" id="{39EC59A8-159B-EADF-6C48-E77667AAAD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0650" y="1195388"/>
            <a:ext cx="253365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BDB5B516-C152-8D33-311A-E28B917FE866}"/>
              </a:ext>
            </a:extLst>
          </p:cNvPr>
          <p:cNvSpPr>
            <a:spLocks noGrp="1" noChangeArrowheads="1"/>
          </p:cNvSpPr>
          <p:nvPr>
            <p:ph type="title" idx="4294967295"/>
          </p:nvPr>
        </p:nvSpPr>
        <p:spPr/>
        <p:txBody>
          <a:bodyPr/>
          <a:lstStyle/>
          <a:p>
            <a:pPr eaLnBrk="1" hangingPunct="1">
              <a:defRPr/>
            </a:pPr>
            <a:r>
              <a:rPr lang="en-US">
                <a:ea typeface="+mj-ea"/>
                <a:cs typeface="+mj-cs"/>
              </a:rPr>
              <a:t>Building Good Hierarchies (cont.)</a:t>
            </a:r>
          </a:p>
        </p:txBody>
      </p:sp>
      <p:sp>
        <p:nvSpPr>
          <p:cNvPr id="484355" name="Rectangle 3">
            <a:extLst>
              <a:ext uri="{FF2B5EF4-FFF2-40B4-BE49-F238E27FC236}">
                <a16:creationId xmlns:a16="http://schemas.microsoft.com/office/drawing/2014/main" id="{851E0AC4-F1E2-1303-AC23-DF26C3EAFD2D}"/>
              </a:ext>
            </a:extLst>
          </p:cNvPr>
          <p:cNvSpPr>
            <a:spLocks noGrp="1" noChangeArrowheads="1"/>
          </p:cNvSpPr>
          <p:nvPr>
            <p:ph type="body" idx="4294967295"/>
          </p:nvPr>
        </p:nvSpPr>
        <p:spPr>
          <a:xfrm>
            <a:off x="323850" y="2781300"/>
            <a:ext cx="3492500" cy="2501900"/>
          </a:xfrm>
        </p:spPr>
        <p:txBody>
          <a:bodyPr anchor="ctr"/>
          <a:lstStyle/>
          <a:p>
            <a:pPr marL="342900" indent="-342900" eaLnBrk="1" hangingPunct="1">
              <a:buFont typeface="Wingdings" charset="0"/>
              <a:buNone/>
              <a:defRPr/>
            </a:pPr>
            <a:r>
              <a:rPr lang="en-US" b="1" i="1" dirty="0">
                <a:ea typeface="+mn-ea"/>
                <a:cs typeface="+mn-cs"/>
              </a:rPr>
              <a:t>Make sure that abstract classes do not inherit from concrete classes:</a:t>
            </a:r>
          </a:p>
          <a:p>
            <a:pPr marL="342900" indent="-342900" eaLnBrk="1" hangingPunct="1">
              <a:buFont typeface="Wingdings" charset="0"/>
              <a:buChar char="n"/>
              <a:defRPr/>
            </a:pPr>
            <a:r>
              <a:rPr lang="en-US" dirty="0">
                <a:ea typeface="+mn-ea"/>
                <a:cs typeface="+mn-cs"/>
              </a:rPr>
              <a:t>Eliminate by introducing </a:t>
            </a:r>
            <a:r>
              <a:rPr lang="en-US" i="1" dirty="0">
                <a:solidFill>
                  <a:srgbClr val="7F0101"/>
                </a:solidFill>
                <a:ea typeface="+mn-ea"/>
                <a:cs typeface="+mn-cs"/>
              </a:rPr>
              <a:t>common abstract superclass</a:t>
            </a:r>
            <a:r>
              <a:rPr lang="en-US" dirty="0">
                <a:ea typeface="+mn-ea"/>
                <a:cs typeface="+mn-cs"/>
              </a:rPr>
              <a:t>: abstract classes should support responsibilities in an </a:t>
            </a:r>
            <a:r>
              <a:rPr lang="en-US" i="1" dirty="0">
                <a:solidFill>
                  <a:srgbClr val="0C3A80"/>
                </a:solidFill>
                <a:ea typeface="+mn-ea"/>
                <a:cs typeface="+mn-cs"/>
              </a:rPr>
              <a:t>implementation-independent </a:t>
            </a:r>
            <a:r>
              <a:rPr lang="en-US" dirty="0">
                <a:ea typeface="+mn-ea"/>
                <a:cs typeface="+mn-cs"/>
              </a:rPr>
              <a:t>way</a:t>
            </a:r>
          </a:p>
          <a:p>
            <a:pPr marL="342900" indent="-342900" eaLnBrk="1" hangingPunct="1">
              <a:buFont typeface="Wingdings" charset="0"/>
              <a:buNone/>
              <a:defRPr/>
            </a:pPr>
            <a:endParaRPr lang="en-US" sz="1800" dirty="0">
              <a:ea typeface="+mn-ea"/>
              <a:cs typeface="+mn-cs"/>
            </a:endParaRPr>
          </a:p>
        </p:txBody>
      </p:sp>
      <p:sp>
        <p:nvSpPr>
          <p:cNvPr id="69636" name="Slide Number Placeholder 1">
            <a:extLst>
              <a:ext uri="{FF2B5EF4-FFF2-40B4-BE49-F238E27FC236}">
                <a16:creationId xmlns:a16="http://schemas.microsoft.com/office/drawing/2014/main" id="{6085E786-473E-8485-5198-7E611940817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63F9AF8-63CB-4C9A-9D7D-2D5101BA868F}" type="slidenum">
              <a:rPr lang="en-AU" altLang="en-US" sz="1400" smtClean="0">
                <a:latin typeface="Times New Roman" panose="02020603050405020304" pitchFamily="18" charset="0"/>
              </a:rPr>
              <a:pPr>
                <a:spcBef>
                  <a:spcPct val="0"/>
                </a:spcBef>
                <a:buSzTx/>
                <a:buFontTx/>
                <a:buNone/>
              </a:pPr>
              <a:t>32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69637" name="Picture 6" descr="PlantUML diagram">
            <a:extLst>
              <a:ext uri="{FF2B5EF4-FFF2-40B4-BE49-F238E27FC236}">
                <a16:creationId xmlns:a16="http://schemas.microsoft.com/office/drawing/2014/main" id="{2A39B45C-2F5F-2DB2-FAE5-9725DD135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1341438"/>
            <a:ext cx="4357687" cy="515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DD1AD7CE-84E0-A4D7-C3BC-439445FE4DB9}"/>
              </a:ext>
            </a:extLst>
          </p:cNvPr>
          <p:cNvSpPr>
            <a:spLocks noGrp="1" noChangeArrowheads="1"/>
          </p:cNvSpPr>
          <p:nvPr>
            <p:ph type="title" idx="4294967295"/>
          </p:nvPr>
        </p:nvSpPr>
        <p:spPr/>
        <p:txBody>
          <a:bodyPr/>
          <a:lstStyle/>
          <a:p>
            <a:pPr eaLnBrk="1" hangingPunct="1">
              <a:defRPr/>
            </a:pPr>
            <a:r>
              <a:rPr lang="en-US">
                <a:ea typeface="+mj-ea"/>
                <a:cs typeface="+mj-cs"/>
              </a:rPr>
              <a:t>Building Good Hierarchies (cont.)</a:t>
            </a:r>
          </a:p>
        </p:txBody>
      </p:sp>
      <p:sp>
        <p:nvSpPr>
          <p:cNvPr id="484355" name="Rectangle 3">
            <a:extLst>
              <a:ext uri="{FF2B5EF4-FFF2-40B4-BE49-F238E27FC236}">
                <a16:creationId xmlns:a16="http://schemas.microsoft.com/office/drawing/2014/main" id="{37D2B7EA-FB22-00B9-1B2F-F1991E737310}"/>
              </a:ext>
            </a:extLst>
          </p:cNvPr>
          <p:cNvSpPr>
            <a:spLocks noGrp="1" noChangeArrowheads="1"/>
          </p:cNvSpPr>
          <p:nvPr>
            <p:ph type="body" idx="4294967295"/>
          </p:nvPr>
        </p:nvSpPr>
        <p:spPr>
          <a:xfrm>
            <a:off x="468313" y="2644775"/>
            <a:ext cx="2987675" cy="1927225"/>
          </a:xfrm>
        </p:spPr>
        <p:txBody>
          <a:bodyPr anchor="ctr"/>
          <a:lstStyle/>
          <a:p>
            <a:pPr marL="342900" indent="-342900" eaLnBrk="1" hangingPunct="1">
              <a:buFont typeface="Wingdings" charset="0"/>
              <a:buNone/>
              <a:defRPr/>
            </a:pPr>
            <a:r>
              <a:rPr lang="en-US" b="1" i="1" dirty="0">
                <a:ea typeface="+mn-ea"/>
                <a:cs typeface="+mn-cs"/>
              </a:rPr>
              <a:t>Eliminate classes that do not add functionality:</a:t>
            </a:r>
          </a:p>
          <a:p>
            <a:pPr marL="342900" indent="-342900" eaLnBrk="1" hangingPunct="1">
              <a:buFont typeface="Wingdings" charset="0"/>
              <a:buChar char="n"/>
              <a:defRPr/>
            </a:pPr>
            <a:r>
              <a:rPr lang="en-US" dirty="0">
                <a:ea typeface="+mn-ea"/>
                <a:cs typeface="+mn-cs"/>
              </a:rPr>
              <a:t>Classes should either add new responsibilities, or a particular way of implementing inherited ones</a:t>
            </a:r>
          </a:p>
        </p:txBody>
      </p:sp>
      <p:sp>
        <p:nvSpPr>
          <p:cNvPr id="71684" name="Slide Number Placeholder 1">
            <a:extLst>
              <a:ext uri="{FF2B5EF4-FFF2-40B4-BE49-F238E27FC236}">
                <a16:creationId xmlns:a16="http://schemas.microsoft.com/office/drawing/2014/main" id="{4C537B60-0BFA-01E7-B22A-3E381998EED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F1FC3B4-434C-4FB3-BAC6-7A613D4430E8}" type="slidenum">
              <a:rPr lang="en-AU" altLang="en-US" sz="1400" smtClean="0">
                <a:latin typeface="Times New Roman" panose="02020603050405020304" pitchFamily="18" charset="0"/>
              </a:rPr>
              <a:pPr>
                <a:spcBef>
                  <a:spcPct val="0"/>
                </a:spcBef>
                <a:buSzTx/>
                <a:buFontTx/>
                <a:buNone/>
              </a:pPr>
              <a:t>33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71685" name="Picture 2" descr="PlantUML diagram">
            <a:extLst>
              <a:ext uri="{FF2B5EF4-FFF2-40B4-BE49-F238E27FC236}">
                <a16:creationId xmlns:a16="http://schemas.microsoft.com/office/drawing/2014/main" id="{8332F05A-C0C1-CECB-7EEA-DDCAFEB686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1395413"/>
            <a:ext cx="5222875" cy="523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4">
            <a:extLst>
              <a:ext uri="{FF2B5EF4-FFF2-40B4-BE49-F238E27FC236}">
                <a16:creationId xmlns:a16="http://schemas.microsoft.com/office/drawing/2014/main" id="{7B11EE75-FAD2-478B-5965-142814070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447800"/>
            <a:ext cx="4598988" cy="462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6403" name="Rectangle 2">
            <a:extLst>
              <a:ext uri="{FF2B5EF4-FFF2-40B4-BE49-F238E27FC236}">
                <a16:creationId xmlns:a16="http://schemas.microsoft.com/office/drawing/2014/main" id="{FB1C8001-8C27-D3B2-93B8-13DA6D72396C}"/>
              </a:ext>
            </a:extLst>
          </p:cNvPr>
          <p:cNvSpPr>
            <a:spLocks noGrp="1" noChangeArrowheads="1"/>
          </p:cNvSpPr>
          <p:nvPr>
            <p:ph type="title" idx="4294967295"/>
          </p:nvPr>
        </p:nvSpPr>
        <p:spPr/>
        <p:txBody>
          <a:bodyPr/>
          <a:lstStyle/>
          <a:p>
            <a:pPr eaLnBrk="1" hangingPunct="1">
              <a:defRPr/>
            </a:pPr>
            <a:r>
              <a:rPr lang="en-US">
                <a:ea typeface="+mj-ea"/>
                <a:cs typeface="+mj-cs"/>
              </a:rPr>
              <a:t>Building Kind-Of Hierarchies</a:t>
            </a:r>
          </a:p>
        </p:txBody>
      </p:sp>
      <p:sp>
        <p:nvSpPr>
          <p:cNvPr id="486404" name="Rectangle 3">
            <a:extLst>
              <a:ext uri="{FF2B5EF4-FFF2-40B4-BE49-F238E27FC236}">
                <a16:creationId xmlns:a16="http://schemas.microsoft.com/office/drawing/2014/main" id="{EE90CC45-C002-90AA-198A-83813ACA7782}"/>
              </a:ext>
            </a:extLst>
          </p:cNvPr>
          <p:cNvSpPr>
            <a:spLocks noGrp="1" noChangeArrowheads="1"/>
          </p:cNvSpPr>
          <p:nvPr>
            <p:ph type="body" idx="4294967295"/>
          </p:nvPr>
        </p:nvSpPr>
        <p:spPr>
          <a:xfrm>
            <a:off x="1079500" y="1143000"/>
            <a:ext cx="3702050" cy="4800600"/>
          </a:xfrm>
        </p:spPr>
        <p:txBody>
          <a:bodyPr anchor="ctr"/>
          <a:lstStyle/>
          <a:p>
            <a:pPr marL="342900" indent="-342900" eaLnBrk="1" hangingPunct="1">
              <a:lnSpc>
                <a:spcPct val="90000"/>
              </a:lnSpc>
              <a:buFont typeface="Wingdings" charset="0"/>
              <a:buNone/>
              <a:defRPr/>
            </a:pPr>
            <a:r>
              <a:rPr lang="en-US" sz="2400" b="1" i="1">
                <a:ea typeface="+mn-ea"/>
                <a:cs typeface="+mn-cs"/>
              </a:rPr>
              <a:t>Incorrect Subclass/Superclass Relationships</a:t>
            </a:r>
          </a:p>
          <a:p>
            <a:pPr marL="342900" indent="-342900" eaLnBrk="1" hangingPunct="1">
              <a:lnSpc>
                <a:spcPct val="90000"/>
              </a:lnSpc>
              <a:buFont typeface="Wingdings" charset="0"/>
              <a:buChar char="n"/>
              <a:defRPr/>
            </a:pPr>
            <a:r>
              <a:rPr lang="en-US" sz="2400">
                <a:ea typeface="+mn-ea"/>
                <a:cs typeface="+mn-cs"/>
              </a:rPr>
              <a:t>G assumes only </a:t>
            </a:r>
            <a:r>
              <a:rPr lang="en-US" sz="2400" i="1">
                <a:solidFill>
                  <a:srgbClr val="7F0101"/>
                </a:solidFill>
                <a:ea typeface="+mn-ea"/>
                <a:cs typeface="+mn-cs"/>
              </a:rPr>
              <a:t>some</a:t>
            </a:r>
            <a:r>
              <a:rPr lang="en-US" sz="2400">
                <a:ea typeface="+mn-ea"/>
                <a:cs typeface="+mn-cs"/>
              </a:rPr>
              <a:t> of the responsibilities inherited from E</a:t>
            </a:r>
          </a:p>
          <a:p>
            <a:pPr marL="342900" indent="-342900" eaLnBrk="1" hangingPunct="1">
              <a:lnSpc>
                <a:spcPct val="90000"/>
              </a:lnSpc>
              <a:buFont typeface="Wingdings" charset="0"/>
              <a:buChar char="n"/>
              <a:defRPr/>
            </a:pPr>
            <a:endParaRPr lang="en-US" sz="2400">
              <a:ea typeface="+mn-ea"/>
              <a:cs typeface="+mn-cs"/>
            </a:endParaRPr>
          </a:p>
          <a:p>
            <a:pPr marL="342900" indent="-342900" eaLnBrk="1" hangingPunct="1">
              <a:lnSpc>
                <a:spcPct val="90000"/>
              </a:lnSpc>
              <a:buFont typeface="Wingdings" charset="0"/>
              <a:buNone/>
              <a:defRPr/>
            </a:pPr>
            <a:r>
              <a:rPr lang="en-US" sz="2400" b="1" i="1">
                <a:ea typeface="+mn-ea"/>
                <a:cs typeface="+mn-cs"/>
              </a:rPr>
              <a:t>Revised Inheritance Relationships</a:t>
            </a:r>
          </a:p>
          <a:p>
            <a:pPr marL="342900" indent="-342900" eaLnBrk="1" hangingPunct="1">
              <a:lnSpc>
                <a:spcPct val="90000"/>
              </a:lnSpc>
              <a:buFont typeface="Wingdings" charset="0"/>
              <a:buChar char="n"/>
              <a:defRPr/>
            </a:pPr>
            <a:r>
              <a:rPr lang="en-US" sz="2400">
                <a:ea typeface="+mn-ea"/>
                <a:cs typeface="+mn-cs"/>
              </a:rPr>
              <a:t>Introduce </a:t>
            </a:r>
            <a:r>
              <a:rPr lang="en-US" sz="2400" i="1">
                <a:solidFill>
                  <a:srgbClr val="7F0101"/>
                </a:solidFill>
                <a:ea typeface="+mn-ea"/>
                <a:cs typeface="+mn-cs"/>
              </a:rPr>
              <a:t>abstract superclasses</a:t>
            </a:r>
            <a:r>
              <a:rPr lang="en-US" sz="2400">
                <a:ea typeface="+mn-ea"/>
                <a:cs typeface="+mn-cs"/>
              </a:rPr>
              <a:t> to encapsulate common responsibilities</a:t>
            </a:r>
          </a:p>
        </p:txBody>
      </p:sp>
      <p:sp>
        <p:nvSpPr>
          <p:cNvPr id="73733" name="Slide Number Placeholder 1">
            <a:extLst>
              <a:ext uri="{FF2B5EF4-FFF2-40B4-BE49-F238E27FC236}">
                <a16:creationId xmlns:a16="http://schemas.microsoft.com/office/drawing/2014/main" id="{42B23482-6244-C3DD-EC3E-42BD4F4157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1262D49-B58C-49DF-B1E1-749118A07AD0}" type="slidenum">
              <a:rPr lang="en-AU" altLang="en-US" sz="1400" smtClean="0">
                <a:latin typeface="Times New Roman" panose="02020603050405020304" pitchFamily="18" charset="0"/>
              </a:rPr>
              <a:pPr>
                <a:spcBef>
                  <a:spcPct val="0"/>
                </a:spcBef>
                <a:buSzTx/>
                <a:buFontTx/>
                <a:buNone/>
              </a:pPr>
              <a:t>34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FFE55A75-3BEF-D62D-44F8-6AC186E8413C}"/>
              </a:ext>
            </a:extLst>
          </p:cNvPr>
          <p:cNvSpPr>
            <a:spLocks noGrp="1" noChangeArrowheads="1"/>
          </p:cNvSpPr>
          <p:nvPr>
            <p:ph type="title" idx="4294967295"/>
          </p:nvPr>
        </p:nvSpPr>
        <p:spPr/>
        <p:txBody>
          <a:bodyPr/>
          <a:lstStyle/>
          <a:p>
            <a:pPr eaLnBrk="1" hangingPunct="1">
              <a:defRPr/>
            </a:pPr>
            <a:r>
              <a:rPr lang="en-US">
                <a:ea typeface="+mj-ea"/>
                <a:cs typeface="+mj-cs"/>
              </a:rPr>
              <a:t>Graphics Editor - Tool Hierarchy</a:t>
            </a:r>
          </a:p>
        </p:txBody>
      </p:sp>
      <p:pic>
        <p:nvPicPr>
          <p:cNvPr id="75779" name="Picture 4">
            <a:extLst>
              <a:ext uri="{FF2B5EF4-FFF2-40B4-BE49-F238E27FC236}">
                <a16:creationId xmlns:a16="http://schemas.microsoft.com/office/drawing/2014/main" id="{604F138B-33CE-030B-4F53-282BBD83A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95400"/>
            <a:ext cx="7696200"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88457" name="Group 9">
            <a:extLst>
              <a:ext uri="{FF2B5EF4-FFF2-40B4-BE49-F238E27FC236}">
                <a16:creationId xmlns:a16="http://schemas.microsoft.com/office/drawing/2014/main" id="{3D8A9319-E1E0-C7D5-6349-6A96001CE5B9}"/>
              </a:ext>
            </a:extLst>
          </p:cNvPr>
          <p:cNvGrpSpPr>
            <a:grpSpLocks/>
          </p:cNvGrpSpPr>
          <p:nvPr/>
        </p:nvGrpSpPr>
        <p:grpSpPr bwMode="auto">
          <a:xfrm>
            <a:off x="2286000" y="3886200"/>
            <a:ext cx="5603875" cy="2270125"/>
            <a:chOff x="1440" y="2784"/>
            <a:chExt cx="3530" cy="1430"/>
          </a:xfrm>
        </p:grpSpPr>
        <p:sp>
          <p:nvSpPr>
            <p:cNvPr id="75782" name="Oval 7">
              <a:extLst>
                <a:ext uri="{FF2B5EF4-FFF2-40B4-BE49-F238E27FC236}">
                  <a16:creationId xmlns:a16="http://schemas.microsoft.com/office/drawing/2014/main" id="{EFC3C898-FDE6-7374-9657-AADE9ED78CEE}"/>
                </a:ext>
              </a:extLst>
            </p:cNvPr>
            <p:cNvSpPr>
              <a:spLocks noChangeArrowheads="1"/>
            </p:cNvSpPr>
            <p:nvPr/>
          </p:nvSpPr>
          <p:spPr bwMode="auto">
            <a:xfrm>
              <a:off x="2016" y="2784"/>
              <a:ext cx="2496" cy="864"/>
            </a:xfrm>
            <a:prstGeom prst="ellipse">
              <a:avLst/>
            </a:prstGeom>
            <a:noFill/>
            <a:ln w="28575">
              <a:solidFill>
                <a:srgbClr val="3399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endParaRPr lang="en-US" altLang="en-US" sz="2400">
                <a:solidFill>
                  <a:srgbClr val="00A479"/>
                </a:solidFill>
              </a:endParaRPr>
            </a:p>
          </p:txBody>
        </p:sp>
        <p:sp>
          <p:nvSpPr>
            <p:cNvPr id="75783" name="Text Box 8">
              <a:extLst>
                <a:ext uri="{FF2B5EF4-FFF2-40B4-BE49-F238E27FC236}">
                  <a16:creationId xmlns:a16="http://schemas.microsoft.com/office/drawing/2014/main" id="{4F680556-9120-D459-9047-277789CAFCE5}"/>
                </a:ext>
              </a:extLst>
            </p:cNvPr>
            <p:cNvSpPr txBox="1">
              <a:spLocks noChangeArrowheads="1"/>
            </p:cNvSpPr>
            <p:nvPr/>
          </p:nvSpPr>
          <p:spPr bwMode="auto">
            <a:xfrm>
              <a:off x="1440" y="3696"/>
              <a:ext cx="353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sz="2400" i="1"/>
                <a:t>There is potential for additional shared behaviour</a:t>
              </a:r>
            </a:p>
            <a:p>
              <a:pPr>
                <a:spcBef>
                  <a:spcPct val="0"/>
                </a:spcBef>
                <a:buSzTx/>
                <a:buFont typeface="Wingdings" panose="05000000000000000000" pitchFamily="2" charset="2"/>
                <a:buChar char="F"/>
              </a:pPr>
              <a:r>
                <a:rPr lang="en-AU" altLang="en-US" sz="2400" i="1"/>
                <a:t> may need to be further considered…</a:t>
              </a:r>
            </a:p>
          </p:txBody>
        </p:sp>
      </p:grpSp>
      <p:sp>
        <p:nvSpPr>
          <p:cNvPr id="75781" name="Slide Number Placeholder 1">
            <a:extLst>
              <a:ext uri="{FF2B5EF4-FFF2-40B4-BE49-F238E27FC236}">
                <a16:creationId xmlns:a16="http://schemas.microsoft.com/office/drawing/2014/main" id="{6C4A1A98-9AC7-FF5E-D456-6AE9B1CF1A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46CA9E5-8D68-43B3-9305-715AA19E5536}" type="slidenum">
              <a:rPr lang="en-AU" altLang="en-US" sz="1400" smtClean="0">
                <a:latin typeface="Times New Roman" panose="02020603050405020304" pitchFamily="18" charset="0"/>
              </a:rPr>
              <a:pPr>
                <a:spcBef>
                  <a:spcPct val="0"/>
                </a:spcBef>
                <a:buSzTx/>
                <a:buFontTx/>
                <a:buNone/>
              </a:pPr>
              <a:t>35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8457"/>
                                        </p:tgtEl>
                                        <p:attrNameLst>
                                          <p:attrName>style.visibility</p:attrName>
                                        </p:attrNameLst>
                                      </p:cBhvr>
                                      <p:to>
                                        <p:strVal val="visible"/>
                                      </p:to>
                                    </p:set>
                                    <p:anim calcmode="lin" valueType="num">
                                      <p:cBhvr additive="base">
                                        <p:cTn id="7" dur="500" fill="hold"/>
                                        <p:tgtEl>
                                          <p:spTgt spid="488457"/>
                                        </p:tgtEl>
                                        <p:attrNameLst>
                                          <p:attrName>ppt_x</p:attrName>
                                        </p:attrNameLst>
                                      </p:cBhvr>
                                      <p:tavLst>
                                        <p:tav tm="0">
                                          <p:val>
                                            <p:strVal val="#ppt_x"/>
                                          </p:val>
                                        </p:tav>
                                        <p:tav tm="100000">
                                          <p:val>
                                            <p:strVal val="#ppt_x"/>
                                          </p:val>
                                        </p:tav>
                                      </p:tavLst>
                                    </p:anim>
                                    <p:anim calcmode="lin" valueType="num">
                                      <p:cBhvr additive="base">
                                        <p:cTn id="8" dur="500" fill="hold"/>
                                        <p:tgtEl>
                                          <p:spTgt spid="488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a:extLst>
              <a:ext uri="{FF2B5EF4-FFF2-40B4-BE49-F238E27FC236}">
                <a16:creationId xmlns:a16="http://schemas.microsoft.com/office/drawing/2014/main" id="{3DEA8F58-0876-8D86-C073-779EECD1EA85}"/>
              </a:ext>
            </a:extLst>
          </p:cNvPr>
          <p:cNvSpPr>
            <a:spLocks noGrp="1" noChangeArrowheads="1"/>
          </p:cNvSpPr>
          <p:nvPr>
            <p:ph type="title" idx="4294967295"/>
          </p:nvPr>
        </p:nvSpPr>
        <p:spPr/>
        <p:txBody>
          <a:bodyPr/>
          <a:lstStyle/>
          <a:p>
            <a:pPr eaLnBrk="1" hangingPunct="1">
              <a:defRPr/>
            </a:pPr>
            <a:r>
              <a:rPr lang="en-US">
                <a:ea typeface="+mj-ea"/>
                <a:cs typeface="+mj-cs"/>
              </a:rPr>
              <a:t>Graphics Editor - Element Hierarchy</a:t>
            </a:r>
          </a:p>
        </p:txBody>
      </p:sp>
      <p:grpSp>
        <p:nvGrpSpPr>
          <p:cNvPr id="77827" name="Group 9">
            <a:extLst>
              <a:ext uri="{FF2B5EF4-FFF2-40B4-BE49-F238E27FC236}">
                <a16:creationId xmlns:a16="http://schemas.microsoft.com/office/drawing/2014/main" id="{D0FAB4DC-CDCC-52AD-8180-965C912529EC}"/>
              </a:ext>
            </a:extLst>
          </p:cNvPr>
          <p:cNvGrpSpPr>
            <a:grpSpLocks/>
          </p:cNvGrpSpPr>
          <p:nvPr/>
        </p:nvGrpSpPr>
        <p:grpSpPr bwMode="auto">
          <a:xfrm>
            <a:off x="3505200" y="1676400"/>
            <a:ext cx="1524000" cy="685800"/>
            <a:chOff x="2208" y="1056"/>
            <a:chExt cx="960" cy="432"/>
          </a:xfrm>
        </p:grpSpPr>
        <p:sp>
          <p:nvSpPr>
            <p:cNvPr id="77859" name="Rectangle 7">
              <a:extLst>
                <a:ext uri="{FF2B5EF4-FFF2-40B4-BE49-F238E27FC236}">
                  <a16:creationId xmlns:a16="http://schemas.microsoft.com/office/drawing/2014/main" id="{58B48521-851A-A259-D455-11E58BA69592}"/>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60" name="Text Box 8">
              <a:extLst>
                <a:ext uri="{FF2B5EF4-FFF2-40B4-BE49-F238E27FC236}">
                  <a16:creationId xmlns:a16="http://schemas.microsoft.com/office/drawing/2014/main" id="{372F4D59-D424-691B-D62E-C1A9049B169B}"/>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Drawing</a:t>
              </a:r>
              <a:br>
                <a:rPr lang="en-US" altLang="en-US" sz="1800" i="1"/>
              </a:br>
              <a:r>
                <a:rPr lang="en-US" altLang="en-US" sz="1800" i="1"/>
                <a:t>Element</a:t>
              </a:r>
              <a:endParaRPr lang="en-US" altLang="en-US" sz="1800"/>
            </a:p>
          </p:txBody>
        </p:sp>
      </p:grpSp>
      <p:grpSp>
        <p:nvGrpSpPr>
          <p:cNvPr id="77828" name="Group 10">
            <a:extLst>
              <a:ext uri="{FF2B5EF4-FFF2-40B4-BE49-F238E27FC236}">
                <a16:creationId xmlns:a16="http://schemas.microsoft.com/office/drawing/2014/main" id="{7C7CA97A-3FDB-7D0B-D712-E8DA59F20CEC}"/>
              </a:ext>
            </a:extLst>
          </p:cNvPr>
          <p:cNvGrpSpPr>
            <a:grpSpLocks/>
          </p:cNvGrpSpPr>
          <p:nvPr/>
        </p:nvGrpSpPr>
        <p:grpSpPr bwMode="auto">
          <a:xfrm>
            <a:off x="3505200" y="3429000"/>
            <a:ext cx="1524000" cy="685800"/>
            <a:chOff x="2208" y="1056"/>
            <a:chExt cx="960" cy="432"/>
          </a:xfrm>
        </p:grpSpPr>
        <p:sp>
          <p:nvSpPr>
            <p:cNvPr id="77857" name="Rectangle 11">
              <a:extLst>
                <a:ext uri="{FF2B5EF4-FFF2-40B4-BE49-F238E27FC236}">
                  <a16:creationId xmlns:a16="http://schemas.microsoft.com/office/drawing/2014/main" id="{E83944BA-97A3-2552-5472-80185E2B84BE}"/>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58" name="Text Box 12">
              <a:extLst>
                <a:ext uri="{FF2B5EF4-FFF2-40B4-BE49-F238E27FC236}">
                  <a16:creationId xmlns:a16="http://schemas.microsoft.com/office/drawing/2014/main" id="{9AB9F5A1-F1F0-FC39-A5F3-82247A15E7D5}"/>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Ellipse</a:t>
              </a:r>
              <a:br>
                <a:rPr lang="en-US" altLang="en-US" sz="1800"/>
              </a:br>
              <a:r>
                <a:rPr lang="en-US" altLang="en-US" sz="1800"/>
                <a:t>Element</a:t>
              </a:r>
            </a:p>
          </p:txBody>
        </p:sp>
      </p:grpSp>
      <p:grpSp>
        <p:nvGrpSpPr>
          <p:cNvPr id="77829" name="Group 13">
            <a:extLst>
              <a:ext uri="{FF2B5EF4-FFF2-40B4-BE49-F238E27FC236}">
                <a16:creationId xmlns:a16="http://schemas.microsoft.com/office/drawing/2014/main" id="{A368B954-2F9B-1E92-DA99-C57E6C827CD5}"/>
              </a:ext>
            </a:extLst>
          </p:cNvPr>
          <p:cNvGrpSpPr>
            <a:grpSpLocks/>
          </p:cNvGrpSpPr>
          <p:nvPr/>
        </p:nvGrpSpPr>
        <p:grpSpPr bwMode="auto">
          <a:xfrm>
            <a:off x="5181600" y="3429000"/>
            <a:ext cx="1524000" cy="685800"/>
            <a:chOff x="2208" y="1056"/>
            <a:chExt cx="960" cy="432"/>
          </a:xfrm>
        </p:grpSpPr>
        <p:sp>
          <p:nvSpPr>
            <p:cNvPr id="77855" name="Rectangle 14">
              <a:extLst>
                <a:ext uri="{FF2B5EF4-FFF2-40B4-BE49-F238E27FC236}">
                  <a16:creationId xmlns:a16="http://schemas.microsoft.com/office/drawing/2014/main" id="{CFB93CF0-58A1-8EF4-5A95-ED26CF1CFA13}"/>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56" name="Text Box 15">
              <a:extLst>
                <a:ext uri="{FF2B5EF4-FFF2-40B4-BE49-F238E27FC236}">
                  <a16:creationId xmlns:a16="http://schemas.microsoft.com/office/drawing/2014/main" id="{3906C800-D81D-5252-8653-706D7D3EFCA0}"/>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Rectangle</a:t>
              </a:r>
              <a:br>
                <a:rPr lang="en-US" altLang="en-US" sz="1800"/>
              </a:br>
              <a:r>
                <a:rPr lang="en-US" altLang="en-US" sz="1800"/>
                <a:t>Element</a:t>
              </a:r>
            </a:p>
          </p:txBody>
        </p:sp>
      </p:grpSp>
      <p:grpSp>
        <p:nvGrpSpPr>
          <p:cNvPr id="77830" name="Group 16">
            <a:extLst>
              <a:ext uri="{FF2B5EF4-FFF2-40B4-BE49-F238E27FC236}">
                <a16:creationId xmlns:a16="http://schemas.microsoft.com/office/drawing/2014/main" id="{107E4A00-E226-F499-694A-8B2ED6D868F4}"/>
              </a:ext>
            </a:extLst>
          </p:cNvPr>
          <p:cNvGrpSpPr>
            <a:grpSpLocks/>
          </p:cNvGrpSpPr>
          <p:nvPr/>
        </p:nvGrpSpPr>
        <p:grpSpPr bwMode="auto">
          <a:xfrm>
            <a:off x="6858000" y="3429000"/>
            <a:ext cx="1524000" cy="685800"/>
            <a:chOff x="2208" y="1056"/>
            <a:chExt cx="960" cy="432"/>
          </a:xfrm>
        </p:grpSpPr>
        <p:sp>
          <p:nvSpPr>
            <p:cNvPr id="77853" name="Rectangle 17">
              <a:extLst>
                <a:ext uri="{FF2B5EF4-FFF2-40B4-BE49-F238E27FC236}">
                  <a16:creationId xmlns:a16="http://schemas.microsoft.com/office/drawing/2014/main" id="{5BA332E8-7890-45F1-B3EE-931B7BA7FF6C}"/>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54" name="Text Box 18">
              <a:extLst>
                <a:ext uri="{FF2B5EF4-FFF2-40B4-BE49-F238E27FC236}">
                  <a16:creationId xmlns:a16="http://schemas.microsoft.com/office/drawing/2014/main" id="{64942806-C372-374E-253A-0C87895C32E1}"/>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77831" name="Group 19">
            <a:extLst>
              <a:ext uri="{FF2B5EF4-FFF2-40B4-BE49-F238E27FC236}">
                <a16:creationId xmlns:a16="http://schemas.microsoft.com/office/drawing/2014/main" id="{FA286081-CE87-F4A0-8F16-E615AE9DB00D}"/>
              </a:ext>
            </a:extLst>
          </p:cNvPr>
          <p:cNvGrpSpPr>
            <a:grpSpLocks/>
          </p:cNvGrpSpPr>
          <p:nvPr/>
        </p:nvGrpSpPr>
        <p:grpSpPr bwMode="auto">
          <a:xfrm>
            <a:off x="1828800" y="3429000"/>
            <a:ext cx="1524000" cy="685800"/>
            <a:chOff x="2208" y="1056"/>
            <a:chExt cx="960" cy="432"/>
          </a:xfrm>
        </p:grpSpPr>
        <p:sp>
          <p:nvSpPr>
            <p:cNvPr id="77851" name="Rectangle 20">
              <a:extLst>
                <a:ext uri="{FF2B5EF4-FFF2-40B4-BE49-F238E27FC236}">
                  <a16:creationId xmlns:a16="http://schemas.microsoft.com/office/drawing/2014/main" id="{603787D7-705D-2DA7-DB05-2D35990C0C19}"/>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52" name="Text Box 21">
              <a:extLst>
                <a:ext uri="{FF2B5EF4-FFF2-40B4-BE49-F238E27FC236}">
                  <a16:creationId xmlns:a16="http://schemas.microsoft.com/office/drawing/2014/main" id="{6B0FBBC6-ECD0-12B7-7A8D-4364842BB116}"/>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Line</a:t>
              </a:r>
              <a:br>
                <a:rPr lang="en-US" altLang="en-US" sz="1800"/>
              </a:br>
              <a:r>
                <a:rPr lang="en-US" altLang="en-US" sz="1800"/>
                <a:t>Element</a:t>
              </a:r>
            </a:p>
          </p:txBody>
        </p:sp>
      </p:grpSp>
      <p:grpSp>
        <p:nvGrpSpPr>
          <p:cNvPr id="77832" name="Group 22">
            <a:extLst>
              <a:ext uri="{FF2B5EF4-FFF2-40B4-BE49-F238E27FC236}">
                <a16:creationId xmlns:a16="http://schemas.microsoft.com/office/drawing/2014/main" id="{ED608D82-791B-7B56-4C71-BEC469CF298C}"/>
              </a:ext>
            </a:extLst>
          </p:cNvPr>
          <p:cNvGrpSpPr>
            <a:grpSpLocks/>
          </p:cNvGrpSpPr>
          <p:nvPr/>
        </p:nvGrpSpPr>
        <p:grpSpPr bwMode="auto">
          <a:xfrm>
            <a:off x="152400" y="3429000"/>
            <a:ext cx="1524000" cy="685800"/>
            <a:chOff x="2208" y="1056"/>
            <a:chExt cx="960" cy="432"/>
          </a:xfrm>
        </p:grpSpPr>
        <p:sp>
          <p:nvSpPr>
            <p:cNvPr id="77849" name="Rectangle 23">
              <a:extLst>
                <a:ext uri="{FF2B5EF4-FFF2-40B4-BE49-F238E27FC236}">
                  <a16:creationId xmlns:a16="http://schemas.microsoft.com/office/drawing/2014/main" id="{5A2196DC-A2B8-AF74-5F9E-B8E8FCFC5FE0}"/>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50" name="Text Box 24">
              <a:extLst>
                <a:ext uri="{FF2B5EF4-FFF2-40B4-BE49-F238E27FC236}">
                  <a16:creationId xmlns:a16="http://schemas.microsoft.com/office/drawing/2014/main" id="{A3251E88-63D8-6F25-758A-F0DDE06B184A}"/>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sp>
        <p:nvSpPr>
          <p:cNvPr id="77833" name="AutoShape 25">
            <a:extLst>
              <a:ext uri="{FF2B5EF4-FFF2-40B4-BE49-F238E27FC236}">
                <a16:creationId xmlns:a16="http://schemas.microsoft.com/office/drawing/2014/main" id="{D264DD04-DB3D-91B0-1F87-2CBF29871AEF}"/>
              </a:ext>
            </a:extLst>
          </p:cNvPr>
          <p:cNvSpPr>
            <a:spLocks noChangeArrowheads="1"/>
          </p:cNvSpPr>
          <p:nvPr/>
        </p:nvSpPr>
        <p:spPr bwMode="auto">
          <a:xfrm>
            <a:off x="4156075" y="2362200"/>
            <a:ext cx="228600" cy="2286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7834" name="Line 26">
            <a:extLst>
              <a:ext uri="{FF2B5EF4-FFF2-40B4-BE49-F238E27FC236}">
                <a16:creationId xmlns:a16="http://schemas.microsoft.com/office/drawing/2014/main" id="{6623B1FB-E11F-6DB7-C68E-C1D148330C49}"/>
              </a:ext>
            </a:extLst>
          </p:cNvPr>
          <p:cNvSpPr>
            <a:spLocks noChangeShapeType="1"/>
          </p:cNvSpPr>
          <p:nvPr/>
        </p:nvSpPr>
        <p:spPr bwMode="auto">
          <a:xfrm flipV="1">
            <a:off x="914400" y="29718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35" name="Line 27">
            <a:extLst>
              <a:ext uri="{FF2B5EF4-FFF2-40B4-BE49-F238E27FC236}">
                <a16:creationId xmlns:a16="http://schemas.microsoft.com/office/drawing/2014/main" id="{084B68CD-DAC4-149F-8C1D-791A1CE31D17}"/>
              </a:ext>
            </a:extLst>
          </p:cNvPr>
          <p:cNvSpPr>
            <a:spLocks noChangeShapeType="1"/>
          </p:cNvSpPr>
          <p:nvPr/>
        </p:nvSpPr>
        <p:spPr bwMode="auto">
          <a:xfrm flipV="1">
            <a:off x="2590800" y="29718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36" name="Line 28">
            <a:extLst>
              <a:ext uri="{FF2B5EF4-FFF2-40B4-BE49-F238E27FC236}">
                <a16:creationId xmlns:a16="http://schemas.microsoft.com/office/drawing/2014/main" id="{B80B5B3A-F498-DDE6-8C9D-6C2EB4A7965E}"/>
              </a:ext>
            </a:extLst>
          </p:cNvPr>
          <p:cNvSpPr>
            <a:spLocks noChangeShapeType="1"/>
          </p:cNvSpPr>
          <p:nvPr/>
        </p:nvSpPr>
        <p:spPr bwMode="auto">
          <a:xfrm flipV="1">
            <a:off x="4267200" y="29718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37" name="Line 29">
            <a:extLst>
              <a:ext uri="{FF2B5EF4-FFF2-40B4-BE49-F238E27FC236}">
                <a16:creationId xmlns:a16="http://schemas.microsoft.com/office/drawing/2014/main" id="{6267709B-4AA1-176B-81C6-A37C65D70E12}"/>
              </a:ext>
            </a:extLst>
          </p:cNvPr>
          <p:cNvSpPr>
            <a:spLocks noChangeShapeType="1"/>
          </p:cNvSpPr>
          <p:nvPr/>
        </p:nvSpPr>
        <p:spPr bwMode="auto">
          <a:xfrm flipV="1">
            <a:off x="5943600" y="29718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38" name="Line 30">
            <a:extLst>
              <a:ext uri="{FF2B5EF4-FFF2-40B4-BE49-F238E27FC236}">
                <a16:creationId xmlns:a16="http://schemas.microsoft.com/office/drawing/2014/main" id="{41915416-B006-0F8D-93CE-2A4611D6A28B}"/>
              </a:ext>
            </a:extLst>
          </p:cNvPr>
          <p:cNvSpPr>
            <a:spLocks noChangeShapeType="1"/>
          </p:cNvSpPr>
          <p:nvPr/>
        </p:nvSpPr>
        <p:spPr bwMode="auto">
          <a:xfrm flipV="1">
            <a:off x="7620000" y="29718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39" name="Line 31">
            <a:extLst>
              <a:ext uri="{FF2B5EF4-FFF2-40B4-BE49-F238E27FC236}">
                <a16:creationId xmlns:a16="http://schemas.microsoft.com/office/drawing/2014/main" id="{653BD979-31D9-D834-1115-BFFDFF9269D7}"/>
              </a:ext>
            </a:extLst>
          </p:cNvPr>
          <p:cNvSpPr>
            <a:spLocks noChangeShapeType="1"/>
          </p:cNvSpPr>
          <p:nvPr/>
        </p:nvSpPr>
        <p:spPr bwMode="auto">
          <a:xfrm>
            <a:off x="914400" y="2971800"/>
            <a:ext cx="6705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40" name="Line 32">
            <a:extLst>
              <a:ext uri="{FF2B5EF4-FFF2-40B4-BE49-F238E27FC236}">
                <a16:creationId xmlns:a16="http://schemas.microsoft.com/office/drawing/2014/main" id="{0E1E71B3-5FFA-3914-C779-EF3A0FAB4DDC}"/>
              </a:ext>
            </a:extLst>
          </p:cNvPr>
          <p:cNvSpPr>
            <a:spLocks noChangeShapeType="1"/>
          </p:cNvSpPr>
          <p:nvPr/>
        </p:nvSpPr>
        <p:spPr bwMode="auto">
          <a:xfrm flipV="1">
            <a:off x="4267200" y="2593975"/>
            <a:ext cx="0" cy="3778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41" name="Line 36">
            <a:extLst>
              <a:ext uri="{FF2B5EF4-FFF2-40B4-BE49-F238E27FC236}">
                <a16:creationId xmlns:a16="http://schemas.microsoft.com/office/drawing/2014/main" id="{6A2466C7-FC7C-EB0D-EFB2-9966CEBA8495}"/>
              </a:ext>
            </a:extLst>
          </p:cNvPr>
          <p:cNvSpPr>
            <a:spLocks noChangeShapeType="1"/>
          </p:cNvSpPr>
          <p:nvPr/>
        </p:nvSpPr>
        <p:spPr bwMode="auto">
          <a:xfrm>
            <a:off x="8382000" y="38100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42" name="Line 39">
            <a:extLst>
              <a:ext uri="{FF2B5EF4-FFF2-40B4-BE49-F238E27FC236}">
                <a16:creationId xmlns:a16="http://schemas.microsoft.com/office/drawing/2014/main" id="{8351372B-9021-8181-0660-92E238F4E643}"/>
              </a:ext>
            </a:extLst>
          </p:cNvPr>
          <p:cNvSpPr>
            <a:spLocks noChangeShapeType="1"/>
          </p:cNvSpPr>
          <p:nvPr/>
        </p:nvSpPr>
        <p:spPr bwMode="auto">
          <a:xfrm flipV="1">
            <a:off x="8763000" y="1981200"/>
            <a:ext cx="0" cy="1828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7843" name="Line 40">
            <a:extLst>
              <a:ext uri="{FF2B5EF4-FFF2-40B4-BE49-F238E27FC236}">
                <a16:creationId xmlns:a16="http://schemas.microsoft.com/office/drawing/2014/main" id="{F72A8912-A8B4-FCC1-64F0-5C2CBD39A8DD}"/>
              </a:ext>
            </a:extLst>
          </p:cNvPr>
          <p:cNvSpPr>
            <a:spLocks noChangeShapeType="1"/>
          </p:cNvSpPr>
          <p:nvPr/>
        </p:nvSpPr>
        <p:spPr bwMode="auto">
          <a:xfrm flipH="1">
            <a:off x="5029200" y="1981200"/>
            <a:ext cx="37338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77844" name="Text Box 41">
            <a:extLst>
              <a:ext uri="{FF2B5EF4-FFF2-40B4-BE49-F238E27FC236}">
                <a16:creationId xmlns:a16="http://schemas.microsoft.com/office/drawing/2014/main" id="{988C1533-6304-C549-528D-FA81B7C92E95}"/>
              </a:ext>
            </a:extLst>
          </p:cNvPr>
          <p:cNvSpPr txBox="1">
            <a:spLocks noChangeArrowheads="1"/>
          </p:cNvSpPr>
          <p:nvPr/>
        </p:nvSpPr>
        <p:spPr bwMode="auto">
          <a:xfrm>
            <a:off x="5105400" y="16764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grpSp>
        <p:nvGrpSpPr>
          <p:cNvPr id="526381" name="Group 45">
            <a:extLst>
              <a:ext uri="{FF2B5EF4-FFF2-40B4-BE49-F238E27FC236}">
                <a16:creationId xmlns:a16="http://schemas.microsoft.com/office/drawing/2014/main" id="{5D181342-57C0-D41E-B161-533A6A07F007}"/>
              </a:ext>
            </a:extLst>
          </p:cNvPr>
          <p:cNvGrpSpPr>
            <a:grpSpLocks/>
          </p:cNvGrpSpPr>
          <p:nvPr/>
        </p:nvGrpSpPr>
        <p:grpSpPr bwMode="auto">
          <a:xfrm>
            <a:off x="1676400" y="3124200"/>
            <a:ext cx="5276850" cy="2354263"/>
            <a:chOff x="1056" y="1968"/>
            <a:chExt cx="3324" cy="1483"/>
          </a:xfrm>
        </p:grpSpPr>
        <p:sp>
          <p:nvSpPr>
            <p:cNvPr id="77847" name="Oval 43">
              <a:extLst>
                <a:ext uri="{FF2B5EF4-FFF2-40B4-BE49-F238E27FC236}">
                  <a16:creationId xmlns:a16="http://schemas.microsoft.com/office/drawing/2014/main" id="{190C6444-E818-704F-C28C-CDB7BB0D356C}"/>
                </a:ext>
              </a:extLst>
            </p:cNvPr>
            <p:cNvSpPr>
              <a:spLocks noChangeArrowheads="1"/>
            </p:cNvSpPr>
            <p:nvPr/>
          </p:nvSpPr>
          <p:spPr bwMode="auto">
            <a:xfrm>
              <a:off x="1104" y="1968"/>
              <a:ext cx="3165" cy="864"/>
            </a:xfrm>
            <a:prstGeom prst="ellipse">
              <a:avLst/>
            </a:prstGeom>
            <a:noFill/>
            <a:ln w="28575">
              <a:solidFill>
                <a:srgbClr val="3399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endParaRPr lang="en-US" altLang="en-US" sz="2400">
                <a:solidFill>
                  <a:srgbClr val="00A479"/>
                </a:solidFill>
              </a:endParaRPr>
            </a:p>
          </p:txBody>
        </p:sp>
        <p:sp>
          <p:nvSpPr>
            <p:cNvPr id="77848" name="Text Box 44">
              <a:extLst>
                <a:ext uri="{FF2B5EF4-FFF2-40B4-BE49-F238E27FC236}">
                  <a16:creationId xmlns:a16="http://schemas.microsoft.com/office/drawing/2014/main" id="{C0C556D3-F6F6-2239-707A-08032F681A90}"/>
                </a:ext>
              </a:extLst>
            </p:cNvPr>
            <p:cNvSpPr txBox="1">
              <a:spLocks noChangeArrowheads="1"/>
            </p:cNvSpPr>
            <p:nvPr/>
          </p:nvSpPr>
          <p:spPr bwMode="auto">
            <a:xfrm>
              <a:off x="1056" y="2928"/>
              <a:ext cx="332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sz="2400" i="1">
                  <a:solidFill>
                    <a:srgbClr val="0C3A80"/>
                  </a:solidFill>
                </a:rPr>
                <a:t>They all are drawn using one (or more) lines</a:t>
              </a:r>
            </a:p>
            <a:p>
              <a:pPr>
                <a:spcBef>
                  <a:spcPct val="0"/>
                </a:spcBef>
                <a:buSzTx/>
                <a:buFont typeface="Wingdings" panose="05000000000000000000" pitchFamily="2" charset="2"/>
                <a:buChar char="F"/>
              </a:pPr>
              <a:r>
                <a:rPr lang="en-AU" altLang="en-US" sz="2400" i="1">
                  <a:solidFill>
                    <a:srgbClr val="0C3A80"/>
                  </a:solidFill>
                </a:rPr>
                <a:t> common responsibility!</a:t>
              </a:r>
              <a:endParaRPr lang="en-AU" altLang="en-US" sz="2400" i="1"/>
            </a:p>
          </p:txBody>
        </p:sp>
      </p:grpSp>
      <p:sp>
        <p:nvSpPr>
          <p:cNvPr id="77846" name="Slide Number Placeholder 1">
            <a:extLst>
              <a:ext uri="{FF2B5EF4-FFF2-40B4-BE49-F238E27FC236}">
                <a16:creationId xmlns:a16="http://schemas.microsoft.com/office/drawing/2014/main" id="{BB20F83D-4E84-B7E9-C4C6-49B8ADFBAC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810FC2B-BE65-4B67-9FD8-DDDE8B14ECF4}" type="slidenum">
              <a:rPr lang="en-AU" altLang="en-US" sz="1400" smtClean="0">
                <a:latin typeface="Times New Roman" panose="02020603050405020304" pitchFamily="18" charset="0"/>
              </a:rPr>
              <a:pPr>
                <a:spcBef>
                  <a:spcPct val="0"/>
                </a:spcBef>
                <a:buSzTx/>
                <a:buFontTx/>
                <a:buNone/>
              </a:pPr>
              <a:t>36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6381"/>
                                        </p:tgtEl>
                                        <p:attrNameLst>
                                          <p:attrName>style.visibility</p:attrName>
                                        </p:attrNameLst>
                                      </p:cBhvr>
                                      <p:to>
                                        <p:strVal val="visible"/>
                                      </p:to>
                                    </p:set>
                                    <p:anim calcmode="lin" valueType="num">
                                      <p:cBhvr additive="base">
                                        <p:cTn id="7" dur="500" fill="hold"/>
                                        <p:tgtEl>
                                          <p:spTgt spid="526381"/>
                                        </p:tgtEl>
                                        <p:attrNameLst>
                                          <p:attrName>ppt_x</p:attrName>
                                        </p:attrNameLst>
                                      </p:cBhvr>
                                      <p:tavLst>
                                        <p:tav tm="0">
                                          <p:val>
                                            <p:strVal val="#ppt_x"/>
                                          </p:val>
                                        </p:tav>
                                        <p:tav tm="100000">
                                          <p:val>
                                            <p:strVal val="#ppt_x"/>
                                          </p:val>
                                        </p:tav>
                                      </p:tavLst>
                                    </p:anim>
                                    <p:anim calcmode="lin" valueType="num">
                                      <p:cBhvr additive="base">
                                        <p:cTn id="8" dur="500" fill="hold"/>
                                        <p:tgtEl>
                                          <p:spTgt spid="5263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1713568F-E585-AE45-6664-583DD76F9132}"/>
              </a:ext>
            </a:extLst>
          </p:cNvPr>
          <p:cNvSpPr>
            <a:spLocks noGrp="1" noChangeArrowheads="1"/>
          </p:cNvSpPr>
          <p:nvPr>
            <p:ph type="title" idx="4294967295"/>
          </p:nvPr>
        </p:nvSpPr>
        <p:spPr/>
        <p:txBody>
          <a:bodyPr/>
          <a:lstStyle/>
          <a:p>
            <a:pPr eaLnBrk="1" hangingPunct="1">
              <a:defRPr/>
            </a:pPr>
            <a:r>
              <a:rPr lang="en-US">
                <a:ea typeface="+mj-ea"/>
                <a:cs typeface="+mj-cs"/>
              </a:rPr>
              <a:t>Element Hierarchy (cont.)</a:t>
            </a:r>
          </a:p>
        </p:txBody>
      </p:sp>
      <p:grpSp>
        <p:nvGrpSpPr>
          <p:cNvPr id="79875" name="Group 3">
            <a:extLst>
              <a:ext uri="{FF2B5EF4-FFF2-40B4-BE49-F238E27FC236}">
                <a16:creationId xmlns:a16="http://schemas.microsoft.com/office/drawing/2014/main" id="{B7411CA7-4A5F-81B1-0B78-3E4BD4DEDE2F}"/>
              </a:ext>
            </a:extLst>
          </p:cNvPr>
          <p:cNvGrpSpPr>
            <a:grpSpLocks/>
          </p:cNvGrpSpPr>
          <p:nvPr/>
        </p:nvGrpSpPr>
        <p:grpSpPr bwMode="auto">
          <a:xfrm>
            <a:off x="3429000" y="1774825"/>
            <a:ext cx="1981200" cy="892175"/>
            <a:chOff x="2208" y="1056"/>
            <a:chExt cx="960" cy="432"/>
          </a:xfrm>
        </p:grpSpPr>
        <p:sp>
          <p:nvSpPr>
            <p:cNvPr id="79916" name="Rectangle 4">
              <a:extLst>
                <a:ext uri="{FF2B5EF4-FFF2-40B4-BE49-F238E27FC236}">
                  <a16:creationId xmlns:a16="http://schemas.microsoft.com/office/drawing/2014/main" id="{B05C07F1-4B93-CDCD-50FF-0CEE11363A3F}"/>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17" name="Text Box 5">
              <a:extLst>
                <a:ext uri="{FF2B5EF4-FFF2-40B4-BE49-F238E27FC236}">
                  <a16:creationId xmlns:a16="http://schemas.microsoft.com/office/drawing/2014/main" id="{61D08621-9D62-655D-B0EB-50301537BF63}"/>
                </a:ext>
              </a:extLst>
            </p:cNvPr>
            <p:cNvSpPr txBox="1">
              <a:spLocks noChangeArrowheads="1"/>
            </p:cNvSpPr>
            <p:nvPr/>
          </p:nvSpPr>
          <p:spPr bwMode="auto">
            <a:xfrm>
              <a:off x="2304" y="1074"/>
              <a:ext cx="76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200" i="1"/>
                <a:t>Drawing</a:t>
              </a:r>
              <a:br>
                <a:rPr lang="en-US" altLang="en-US" sz="2200" i="1"/>
              </a:br>
              <a:r>
                <a:rPr lang="en-US" altLang="en-US" sz="2200" i="1"/>
                <a:t>Element</a:t>
              </a:r>
              <a:endParaRPr lang="en-US" altLang="en-US" sz="2200"/>
            </a:p>
          </p:txBody>
        </p:sp>
      </p:grpSp>
      <p:grpSp>
        <p:nvGrpSpPr>
          <p:cNvPr id="79876" name="Group 6">
            <a:extLst>
              <a:ext uri="{FF2B5EF4-FFF2-40B4-BE49-F238E27FC236}">
                <a16:creationId xmlns:a16="http://schemas.microsoft.com/office/drawing/2014/main" id="{FBD3B951-2389-ACA0-EBAD-F7EE5263C78A}"/>
              </a:ext>
            </a:extLst>
          </p:cNvPr>
          <p:cNvGrpSpPr>
            <a:grpSpLocks/>
          </p:cNvGrpSpPr>
          <p:nvPr/>
        </p:nvGrpSpPr>
        <p:grpSpPr bwMode="auto">
          <a:xfrm>
            <a:off x="3657600" y="3733800"/>
            <a:ext cx="1524000" cy="685800"/>
            <a:chOff x="2208" y="1056"/>
            <a:chExt cx="960" cy="432"/>
          </a:xfrm>
        </p:grpSpPr>
        <p:sp>
          <p:nvSpPr>
            <p:cNvPr id="79914" name="Rectangle 7">
              <a:extLst>
                <a:ext uri="{FF2B5EF4-FFF2-40B4-BE49-F238E27FC236}">
                  <a16:creationId xmlns:a16="http://schemas.microsoft.com/office/drawing/2014/main" id="{71F9CF1F-7840-8E8F-19F3-14B4E2272B17}"/>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15" name="Text Box 8">
              <a:extLst>
                <a:ext uri="{FF2B5EF4-FFF2-40B4-BE49-F238E27FC236}">
                  <a16:creationId xmlns:a16="http://schemas.microsoft.com/office/drawing/2014/main" id="{41224A6E-8317-6A21-C9EE-92280862871E}"/>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Ellipse</a:t>
              </a:r>
              <a:br>
                <a:rPr lang="en-US" altLang="en-US" sz="1800"/>
              </a:br>
              <a:r>
                <a:rPr lang="en-US" altLang="en-US" sz="1800"/>
                <a:t>Element</a:t>
              </a:r>
            </a:p>
          </p:txBody>
        </p:sp>
      </p:grpSp>
      <p:grpSp>
        <p:nvGrpSpPr>
          <p:cNvPr id="79877" name="Group 9">
            <a:extLst>
              <a:ext uri="{FF2B5EF4-FFF2-40B4-BE49-F238E27FC236}">
                <a16:creationId xmlns:a16="http://schemas.microsoft.com/office/drawing/2014/main" id="{40C4BFA3-912D-5958-89D5-8A00F9849718}"/>
              </a:ext>
            </a:extLst>
          </p:cNvPr>
          <p:cNvGrpSpPr>
            <a:grpSpLocks/>
          </p:cNvGrpSpPr>
          <p:nvPr/>
        </p:nvGrpSpPr>
        <p:grpSpPr bwMode="auto">
          <a:xfrm>
            <a:off x="5334000" y="3733800"/>
            <a:ext cx="1524000" cy="685800"/>
            <a:chOff x="2208" y="1056"/>
            <a:chExt cx="960" cy="432"/>
          </a:xfrm>
        </p:grpSpPr>
        <p:sp>
          <p:nvSpPr>
            <p:cNvPr id="79912" name="Rectangle 10">
              <a:extLst>
                <a:ext uri="{FF2B5EF4-FFF2-40B4-BE49-F238E27FC236}">
                  <a16:creationId xmlns:a16="http://schemas.microsoft.com/office/drawing/2014/main" id="{2BCC2F57-4569-E782-6FB3-46CC3D713FFF}"/>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13" name="Text Box 11">
              <a:extLst>
                <a:ext uri="{FF2B5EF4-FFF2-40B4-BE49-F238E27FC236}">
                  <a16:creationId xmlns:a16="http://schemas.microsoft.com/office/drawing/2014/main" id="{6CA93FF7-F987-B552-96E7-E3DC7A7FDF41}"/>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Rectangle</a:t>
              </a:r>
              <a:br>
                <a:rPr lang="en-US" altLang="en-US" sz="1800"/>
              </a:br>
              <a:r>
                <a:rPr lang="en-US" altLang="en-US" sz="1800"/>
                <a:t>Element</a:t>
              </a:r>
            </a:p>
          </p:txBody>
        </p:sp>
      </p:grpSp>
      <p:grpSp>
        <p:nvGrpSpPr>
          <p:cNvPr id="79878" name="Group 12">
            <a:extLst>
              <a:ext uri="{FF2B5EF4-FFF2-40B4-BE49-F238E27FC236}">
                <a16:creationId xmlns:a16="http://schemas.microsoft.com/office/drawing/2014/main" id="{991BADB9-3957-01E2-2A4B-C40FB1ECEC64}"/>
              </a:ext>
            </a:extLst>
          </p:cNvPr>
          <p:cNvGrpSpPr>
            <a:grpSpLocks/>
          </p:cNvGrpSpPr>
          <p:nvPr/>
        </p:nvGrpSpPr>
        <p:grpSpPr bwMode="auto">
          <a:xfrm>
            <a:off x="7010400" y="3733800"/>
            <a:ext cx="1524000" cy="685800"/>
            <a:chOff x="2208" y="1056"/>
            <a:chExt cx="960" cy="432"/>
          </a:xfrm>
        </p:grpSpPr>
        <p:sp>
          <p:nvSpPr>
            <p:cNvPr id="79910" name="Rectangle 13">
              <a:extLst>
                <a:ext uri="{FF2B5EF4-FFF2-40B4-BE49-F238E27FC236}">
                  <a16:creationId xmlns:a16="http://schemas.microsoft.com/office/drawing/2014/main" id="{6A3B1440-E9AE-6B4F-3B18-051C16685ED6}"/>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11" name="Text Box 14">
              <a:extLst>
                <a:ext uri="{FF2B5EF4-FFF2-40B4-BE49-F238E27FC236}">
                  <a16:creationId xmlns:a16="http://schemas.microsoft.com/office/drawing/2014/main" id="{475EEE80-5A69-271C-A01E-61E9D66A5CA2}"/>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79879" name="Group 15">
            <a:extLst>
              <a:ext uri="{FF2B5EF4-FFF2-40B4-BE49-F238E27FC236}">
                <a16:creationId xmlns:a16="http://schemas.microsoft.com/office/drawing/2014/main" id="{3DD14C4C-C9EC-5F3A-03D4-854379B0D65E}"/>
              </a:ext>
            </a:extLst>
          </p:cNvPr>
          <p:cNvGrpSpPr>
            <a:grpSpLocks/>
          </p:cNvGrpSpPr>
          <p:nvPr/>
        </p:nvGrpSpPr>
        <p:grpSpPr bwMode="auto">
          <a:xfrm>
            <a:off x="1981200" y="3733800"/>
            <a:ext cx="1524000" cy="685800"/>
            <a:chOff x="2208" y="1056"/>
            <a:chExt cx="960" cy="432"/>
          </a:xfrm>
        </p:grpSpPr>
        <p:sp>
          <p:nvSpPr>
            <p:cNvPr id="79908" name="Rectangle 16">
              <a:extLst>
                <a:ext uri="{FF2B5EF4-FFF2-40B4-BE49-F238E27FC236}">
                  <a16:creationId xmlns:a16="http://schemas.microsoft.com/office/drawing/2014/main" id="{2DD2A1D2-1D7F-A829-E4DA-A62414126EA0}"/>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09" name="Text Box 17">
              <a:extLst>
                <a:ext uri="{FF2B5EF4-FFF2-40B4-BE49-F238E27FC236}">
                  <a16:creationId xmlns:a16="http://schemas.microsoft.com/office/drawing/2014/main" id="{C019328D-B801-1367-DEB1-DA545AA3898D}"/>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Line</a:t>
              </a:r>
              <a:br>
                <a:rPr lang="en-US" altLang="en-US" sz="1800"/>
              </a:br>
              <a:r>
                <a:rPr lang="en-US" altLang="en-US" sz="1800"/>
                <a:t>Element</a:t>
              </a:r>
            </a:p>
          </p:txBody>
        </p:sp>
      </p:grpSp>
      <p:grpSp>
        <p:nvGrpSpPr>
          <p:cNvPr id="79880" name="Group 18">
            <a:extLst>
              <a:ext uri="{FF2B5EF4-FFF2-40B4-BE49-F238E27FC236}">
                <a16:creationId xmlns:a16="http://schemas.microsoft.com/office/drawing/2014/main" id="{79023C0B-6AB5-522B-AE5D-E91BC5874587}"/>
              </a:ext>
            </a:extLst>
          </p:cNvPr>
          <p:cNvGrpSpPr>
            <a:grpSpLocks/>
          </p:cNvGrpSpPr>
          <p:nvPr/>
        </p:nvGrpSpPr>
        <p:grpSpPr bwMode="auto">
          <a:xfrm>
            <a:off x="304800" y="3733800"/>
            <a:ext cx="1524000" cy="685800"/>
            <a:chOff x="2208" y="1056"/>
            <a:chExt cx="960" cy="432"/>
          </a:xfrm>
        </p:grpSpPr>
        <p:sp>
          <p:nvSpPr>
            <p:cNvPr id="79906" name="Rectangle 19">
              <a:extLst>
                <a:ext uri="{FF2B5EF4-FFF2-40B4-BE49-F238E27FC236}">
                  <a16:creationId xmlns:a16="http://schemas.microsoft.com/office/drawing/2014/main" id="{B6CD2D7A-9A88-4E3A-4B50-259681D8C1E3}"/>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07" name="Text Box 20">
              <a:extLst>
                <a:ext uri="{FF2B5EF4-FFF2-40B4-BE49-F238E27FC236}">
                  <a16:creationId xmlns:a16="http://schemas.microsoft.com/office/drawing/2014/main" id="{155DC578-1C87-F506-3477-97583AB377F3}"/>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sp>
        <p:nvSpPr>
          <p:cNvPr id="79881" name="AutoShape 21">
            <a:extLst>
              <a:ext uri="{FF2B5EF4-FFF2-40B4-BE49-F238E27FC236}">
                <a16:creationId xmlns:a16="http://schemas.microsoft.com/office/drawing/2014/main" id="{5ABFE7E0-4D99-CC21-2A4F-92C291FC56E6}"/>
              </a:ext>
            </a:extLst>
          </p:cNvPr>
          <p:cNvSpPr>
            <a:spLocks noChangeArrowheads="1"/>
          </p:cNvSpPr>
          <p:nvPr/>
        </p:nvSpPr>
        <p:spPr bwMode="auto">
          <a:xfrm>
            <a:off x="4308475" y="2667000"/>
            <a:ext cx="228600" cy="2286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882" name="Line 22">
            <a:extLst>
              <a:ext uri="{FF2B5EF4-FFF2-40B4-BE49-F238E27FC236}">
                <a16:creationId xmlns:a16="http://schemas.microsoft.com/office/drawing/2014/main" id="{58B15463-1050-E6EE-BD4A-ED51CE9FDD51}"/>
              </a:ext>
            </a:extLst>
          </p:cNvPr>
          <p:cNvSpPr>
            <a:spLocks noChangeShapeType="1"/>
          </p:cNvSpPr>
          <p:nvPr/>
        </p:nvSpPr>
        <p:spPr bwMode="auto">
          <a:xfrm flipV="1">
            <a:off x="1066800" y="32766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3" name="Line 23">
            <a:extLst>
              <a:ext uri="{FF2B5EF4-FFF2-40B4-BE49-F238E27FC236}">
                <a16:creationId xmlns:a16="http://schemas.microsoft.com/office/drawing/2014/main" id="{656AA1FA-4EEA-DBA7-6F6E-91820382E133}"/>
              </a:ext>
            </a:extLst>
          </p:cNvPr>
          <p:cNvSpPr>
            <a:spLocks noChangeShapeType="1"/>
          </p:cNvSpPr>
          <p:nvPr/>
        </p:nvSpPr>
        <p:spPr bwMode="auto">
          <a:xfrm flipV="1">
            <a:off x="2743200" y="32766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4" name="Line 24">
            <a:extLst>
              <a:ext uri="{FF2B5EF4-FFF2-40B4-BE49-F238E27FC236}">
                <a16:creationId xmlns:a16="http://schemas.microsoft.com/office/drawing/2014/main" id="{CFA59502-20E2-8702-1DE1-F0CB355B36D6}"/>
              </a:ext>
            </a:extLst>
          </p:cNvPr>
          <p:cNvSpPr>
            <a:spLocks noChangeShapeType="1"/>
          </p:cNvSpPr>
          <p:nvPr/>
        </p:nvSpPr>
        <p:spPr bwMode="auto">
          <a:xfrm flipV="1">
            <a:off x="4419600" y="32766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5" name="Line 25">
            <a:extLst>
              <a:ext uri="{FF2B5EF4-FFF2-40B4-BE49-F238E27FC236}">
                <a16:creationId xmlns:a16="http://schemas.microsoft.com/office/drawing/2014/main" id="{A74A8514-D1D6-D4DE-5DF5-9D5C59176E57}"/>
              </a:ext>
            </a:extLst>
          </p:cNvPr>
          <p:cNvSpPr>
            <a:spLocks noChangeShapeType="1"/>
          </p:cNvSpPr>
          <p:nvPr/>
        </p:nvSpPr>
        <p:spPr bwMode="auto">
          <a:xfrm flipV="1">
            <a:off x="6096000" y="32766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6" name="Line 26">
            <a:extLst>
              <a:ext uri="{FF2B5EF4-FFF2-40B4-BE49-F238E27FC236}">
                <a16:creationId xmlns:a16="http://schemas.microsoft.com/office/drawing/2014/main" id="{4CB5BE9D-F088-829C-101A-BD2A6AA6514E}"/>
              </a:ext>
            </a:extLst>
          </p:cNvPr>
          <p:cNvSpPr>
            <a:spLocks noChangeShapeType="1"/>
          </p:cNvSpPr>
          <p:nvPr/>
        </p:nvSpPr>
        <p:spPr bwMode="auto">
          <a:xfrm flipV="1">
            <a:off x="7772400" y="32766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7" name="Line 27">
            <a:extLst>
              <a:ext uri="{FF2B5EF4-FFF2-40B4-BE49-F238E27FC236}">
                <a16:creationId xmlns:a16="http://schemas.microsoft.com/office/drawing/2014/main" id="{893D647A-1980-11C3-1E6D-B898D58A0ABA}"/>
              </a:ext>
            </a:extLst>
          </p:cNvPr>
          <p:cNvSpPr>
            <a:spLocks noChangeShapeType="1"/>
          </p:cNvSpPr>
          <p:nvPr/>
        </p:nvSpPr>
        <p:spPr bwMode="auto">
          <a:xfrm>
            <a:off x="1066800" y="3276600"/>
            <a:ext cx="6705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8" name="Line 28">
            <a:extLst>
              <a:ext uri="{FF2B5EF4-FFF2-40B4-BE49-F238E27FC236}">
                <a16:creationId xmlns:a16="http://schemas.microsoft.com/office/drawing/2014/main" id="{104F3584-AF19-83B2-4EBF-6B27C7207DC8}"/>
              </a:ext>
            </a:extLst>
          </p:cNvPr>
          <p:cNvSpPr>
            <a:spLocks noChangeShapeType="1"/>
          </p:cNvSpPr>
          <p:nvPr/>
        </p:nvSpPr>
        <p:spPr bwMode="auto">
          <a:xfrm flipV="1">
            <a:off x="4419600" y="2898775"/>
            <a:ext cx="0" cy="3778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89" name="Line 29">
            <a:extLst>
              <a:ext uri="{FF2B5EF4-FFF2-40B4-BE49-F238E27FC236}">
                <a16:creationId xmlns:a16="http://schemas.microsoft.com/office/drawing/2014/main" id="{17BA9B9C-28E2-A090-4FB2-7FD6DCD86DCA}"/>
              </a:ext>
            </a:extLst>
          </p:cNvPr>
          <p:cNvSpPr>
            <a:spLocks noChangeShapeType="1"/>
          </p:cNvSpPr>
          <p:nvPr/>
        </p:nvSpPr>
        <p:spPr bwMode="auto">
          <a:xfrm>
            <a:off x="8534400" y="4114800"/>
            <a:ext cx="381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90" name="Line 30">
            <a:extLst>
              <a:ext uri="{FF2B5EF4-FFF2-40B4-BE49-F238E27FC236}">
                <a16:creationId xmlns:a16="http://schemas.microsoft.com/office/drawing/2014/main" id="{A6A12277-E475-A9FD-2E4D-3392E0BB6813}"/>
              </a:ext>
            </a:extLst>
          </p:cNvPr>
          <p:cNvSpPr>
            <a:spLocks noChangeShapeType="1"/>
          </p:cNvSpPr>
          <p:nvPr/>
        </p:nvSpPr>
        <p:spPr bwMode="auto">
          <a:xfrm flipV="1">
            <a:off x="8915400" y="2286000"/>
            <a:ext cx="0" cy="1828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91" name="Line 31">
            <a:extLst>
              <a:ext uri="{FF2B5EF4-FFF2-40B4-BE49-F238E27FC236}">
                <a16:creationId xmlns:a16="http://schemas.microsoft.com/office/drawing/2014/main" id="{4E221B23-F94A-15E1-CFF5-05CF714492DD}"/>
              </a:ext>
            </a:extLst>
          </p:cNvPr>
          <p:cNvSpPr>
            <a:spLocks noChangeShapeType="1"/>
          </p:cNvSpPr>
          <p:nvPr/>
        </p:nvSpPr>
        <p:spPr bwMode="auto">
          <a:xfrm flipH="1">
            <a:off x="5410200" y="2286000"/>
            <a:ext cx="35052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79892" name="Text Box 32">
            <a:extLst>
              <a:ext uri="{FF2B5EF4-FFF2-40B4-BE49-F238E27FC236}">
                <a16:creationId xmlns:a16="http://schemas.microsoft.com/office/drawing/2014/main" id="{F781FEEB-4E21-9F1D-3EFE-C9718FE3A7E0}"/>
              </a:ext>
            </a:extLst>
          </p:cNvPr>
          <p:cNvSpPr txBox="1">
            <a:spLocks noChangeArrowheads="1"/>
          </p:cNvSpPr>
          <p:nvPr/>
        </p:nvSpPr>
        <p:spPr bwMode="auto">
          <a:xfrm>
            <a:off x="5486400" y="19812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sp>
        <p:nvSpPr>
          <p:cNvPr id="79893" name="Rectangle 36">
            <a:extLst>
              <a:ext uri="{FF2B5EF4-FFF2-40B4-BE49-F238E27FC236}">
                <a16:creationId xmlns:a16="http://schemas.microsoft.com/office/drawing/2014/main" id="{000ED240-1662-93B2-03FA-85882DEFD52C}"/>
              </a:ext>
            </a:extLst>
          </p:cNvPr>
          <p:cNvSpPr>
            <a:spLocks noChangeArrowheads="1"/>
          </p:cNvSpPr>
          <p:nvPr/>
        </p:nvSpPr>
        <p:spPr bwMode="auto">
          <a:xfrm>
            <a:off x="1295400" y="1676400"/>
            <a:ext cx="1905000" cy="7620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894" name="Text Box 37">
            <a:extLst>
              <a:ext uri="{FF2B5EF4-FFF2-40B4-BE49-F238E27FC236}">
                <a16:creationId xmlns:a16="http://schemas.microsoft.com/office/drawing/2014/main" id="{8A049A77-20FE-5A7D-A1A0-8EB39803CC3E}"/>
              </a:ext>
            </a:extLst>
          </p:cNvPr>
          <p:cNvSpPr txBox="1">
            <a:spLocks noChangeArrowheads="1"/>
          </p:cNvSpPr>
          <p:nvPr/>
        </p:nvSpPr>
        <p:spPr bwMode="auto">
          <a:xfrm>
            <a:off x="1409700" y="1752600"/>
            <a:ext cx="1789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Including additional</a:t>
            </a:r>
            <a:br>
              <a:rPr lang="en-US" altLang="en-US" sz="1800"/>
            </a:br>
            <a:r>
              <a:rPr lang="en-US" altLang="en-US" sz="1800"/>
              <a:t>responsibility</a:t>
            </a:r>
          </a:p>
        </p:txBody>
      </p:sp>
      <p:sp>
        <p:nvSpPr>
          <p:cNvPr id="79895" name="Rectangle 39">
            <a:extLst>
              <a:ext uri="{FF2B5EF4-FFF2-40B4-BE49-F238E27FC236}">
                <a16:creationId xmlns:a16="http://schemas.microsoft.com/office/drawing/2014/main" id="{E7DF4B8A-9F94-8700-0FEC-3531E2AF065C}"/>
              </a:ext>
            </a:extLst>
          </p:cNvPr>
          <p:cNvSpPr>
            <a:spLocks noChangeArrowheads="1"/>
          </p:cNvSpPr>
          <p:nvPr/>
        </p:nvSpPr>
        <p:spPr bwMode="auto">
          <a:xfrm>
            <a:off x="1295400" y="1676400"/>
            <a:ext cx="152400"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896" name="Rectangle 40">
            <a:extLst>
              <a:ext uri="{FF2B5EF4-FFF2-40B4-BE49-F238E27FC236}">
                <a16:creationId xmlns:a16="http://schemas.microsoft.com/office/drawing/2014/main" id="{D228F598-DD35-0534-DD46-9D5C26EE220D}"/>
              </a:ext>
            </a:extLst>
          </p:cNvPr>
          <p:cNvSpPr>
            <a:spLocks noChangeArrowheads="1"/>
          </p:cNvSpPr>
          <p:nvPr/>
        </p:nvSpPr>
        <p:spPr bwMode="auto">
          <a:xfrm>
            <a:off x="1143000" y="1600200"/>
            <a:ext cx="3048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897" name="Line 41">
            <a:extLst>
              <a:ext uri="{FF2B5EF4-FFF2-40B4-BE49-F238E27FC236}">
                <a16:creationId xmlns:a16="http://schemas.microsoft.com/office/drawing/2014/main" id="{58C83BD1-9933-8EE9-DAAA-985B20D846F3}"/>
              </a:ext>
            </a:extLst>
          </p:cNvPr>
          <p:cNvSpPr>
            <a:spLocks noChangeShapeType="1"/>
          </p:cNvSpPr>
          <p:nvPr/>
        </p:nvSpPr>
        <p:spPr bwMode="auto">
          <a:xfrm flipH="1">
            <a:off x="1295400" y="1676400"/>
            <a:ext cx="152400"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9898" name="Line 42">
            <a:extLst>
              <a:ext uri="{FF2B5EF4-FFF2-40B4-BE49-F238E27FC236}">
                <a16:creationId xmlns:a16="http://schemas.microsoft.com/office/drawing/2014/main" id="{93458EB4-1858-A9F3-1D3C-40CC85244D17}"/>
              </a:ext>
            </a:extLst>
          </p:cNvPr>
          <p:cNvSpPr>
            <a:spLocks noChangeShapeType="1"/>
          </p:cNvSpPr>
          <p:nvPr/>
        </p:nvSpPr>
        <p:spPr bwMode="auto">
          <a:xfrm>
            <a:off x="3200400" y="2133600"/>
            <a:ext cx="228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533553" name="Group 49">
            <a:extLst>
              <a:ext uri="{FF2B5EF4-FFF2-40B4-BE49-F238E27FC236}">
                <a16:creationId xmlns:a16="http://schemas.microsoft.com/office/drawing/2014/main" id="{6785A133-7BBD-CA3C-D2C5-2D7D15EECF26}"/>
              </a:ext>
            </a:extLst>
          </p:cNvPr>
          <p:cNvGrpSpPr>
            <a:grpSpLocks/>
          </p:cNvGrpSpPr>
          <p:nvPr/>
        </p:nvGrpSpPr>
        <p:grpSpPr bwMode="auto">
          <a:xfrm>
            <a:off x="152400" y="3657600"/>
            <a:ext cx="8534400" cy="1676400"/>
            <a:chOff x="96" y="2304"/>
            <a:chExt cx="5376" cy="1056"/>
          </a:xfrm>
        </p:grpSpPr>
        <p:sp>
          <p:nvSpPr>
            <p:cNvPr id="79903" name="Oval 44">
              <a:extLst>
                <a:ext uri="{FF2B5EF4-FFF2-40B4-BE49-F238E27FC236}">
                  <a16:creationId xmlns:a16="http://schemas.microsoft.com/office/drawing/2014/main" id="{1A331BA8-3361-4185-7D24-03991866A29C}"/>
                </a:ext>
              </a:extLst>
            </p:cNvPr>
            <p:cNvSpPr>
              <a:spLocks noChangeArrowheads="1"/>
            </p:cNvSpPr>
            <p:nvPr/>
          </p:nvSpPr>
          <p:spPr bwMode="auto">
            <a:xfrm>
              <a:off x="96" y="2304"/>
              <a:ext cx="1104" cy="576"/>
            </a:xfrm>
            <a:prstGeom prst="ellipse">
              <a:avLst/>
            </a:prstGeom>
            <a:noFill/>
            <a:ln w="317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04" name="Oval 45">
              <a:extLst>
                <a:ext uri="{FF2B5EF4-FFF2-40B4-BE49-F238E27FC236}">
                  <a16:creationId xmlns:a16="http://schemas.microsoft.com/office/drawing/2014/main" id="{BE860863-038F-6483-EF42-C88D8FCD0BDF}"/>
                </a:ext>
              </a:extLst>
            </p:cNvPr>
            <p:cNvSpPr>
              <a:spLocks noChangeArrowheads="1"/>
            </p:cNvSpPr>
            <p:nvPr/>
          </p:nvSpPr>
          <p:spPr bwMode="auto">
            <a:xfrm>
              <a:off x="4368" y="2304"/>
              <a:ext cx="1104" cy="576"/>
            </a:xfrm>
            <a:prstGeom prst="ellipse">
              <a:avLst/>
            </a:prstGeom>
            <a:noFill/>
            <a:ln w="31750">
              <a:solidFill>
                <a:srgbClr val="00A47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05" name="Text Box 46">
              <a:extLst>
                <a:ext uri="{FF2B5EF4-FFF2-40B4-BE49-F238E27FC236}">
                  <a16:creationId xmlns:a16="http://schemas.microsoft.com/office/drawing/2014/main" id="{699AB8B7-D40E-3854-8A50-61F6733EE836}"/>
                </a:ext>
              </a:extLst>
            </p:cNvPr>
            <p:cNvSpPr txBox="1">
              <a:spLocks noChangeArrowheads="1"/>
            </p:cNvSpPr>
            <p:nvPr/>
          </p:nvSpPr>
          <p:spPr bwMode="auto">
            <a:xfrm>
              <a:off x="864" y="3072"/>
              <a:ext cx="3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i="1">
                  <a:solidFill>
                    <a:srgbClr val="7F0300"/>
                  </a:solidFill>
                </a:rPr>
                <a:t>Two classes do not have this additional responsibility!</a:t>
              </a:r>
            </a:p>
          </p:txBody>
        </p:sp>
      </p:grpSp>
      <p:sp>
        <p:nvSpPr>
          <p:cNvPr id="533551" name="Rectangle 47">
            <a:extLst>
              <a:ext uri="{FF2B5EF4-FFF2-40B4-BE49-F238E27FC236}">
                <a16:creationId xmlns:a16="http://schemas.microsoft.com/office/drawing/2014/main" id="{88ED7DA8-E023-2B9F-3A79-953755F49027}"/>
              </a:ext>
            </a:extLst>
          </p:cNvPr>
          <p:cNvSpPr>
            <a:spLocks noChangeArrowheads="1"/>
          </p:cNvSpPr>
          <p:nvPr/>
        </p:nvSpPr>
        <p:spPr bwMode="auto">
          <a:xfrm rot="-2400000">
            <a:off x="762000" y="3733800"/>
            <a:ext cx="7543800" cy="228600"/>
          </a:xfrm>
          <a:prstGeom prst="rect">
            <a:avLst/>
          </a:prstGeom>
          <a:solidFill>
            <a:srgbClr val="7F0300"/>
          </a:solidFill>
          <a:ln w="9525">
            <a:solidFill>
              <a:srgbClr val="7F0300"/>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33552" name="Rectangle 48">
            <a:extLst>
              <a:ext uri="{FF2B5EF4-FFF2-40B4-BE49-F238E27FC236}">
                <a16:creationId xmlns:a16="http://schemas.microsoft.com/office/drawing/2014/main" id="{9AA27F3A-78F2-219B-12FE-22C12EBA5C37}"/>
              </a:ext>
            </a:extLst>
          </p:cNvPr>
          <p:cNvSpPr>
            <a:spLocks noChangeArrowheads="1"/>
          </p:cNvSpPr>
          <p:nvPr/>
        </p:nvSpPr>
        <p:spPr bwMode="auto">
          <a:xfrm rot="2400000">
            <a:off x="762000" y="3733800"/>
            <a:ext cx="7543800" cy="228600"/>
          </a:xfrm>
          <a:prstGeom prst="rect">
            <a:avLst/>
          </a:prstGeom>
          <a:solidFill>
            <a:srgbClr val="7F0300"/>
          </a:solidFill>
          <a:ln w="9525">
            <a:solidFill>
              <a:srgbClr val="7F0300"/>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79902" name="Slide Number Placeholder 1">
            <a:extLst>
              <a:ext uri="{FF2B5EF4-FFF2-40B4-BE49-F238E27FC236}">
                <a16:creationId xmlns:a16="http://schemas.microsoft.com/office/drawing/2014/main" id="{2793E40A-B763-E033-381D-7E0E93FEC29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3D8C612-FDC3-468A-9292-0A5601F3CE3D}" type="slidenum">
              <a:rPr lang="en-AU" altLang="en-US" sz="1400" smtClean="0">
                <a:latin typeface="Times New Roman" panose="02020603050405020304" pitchFamily="18" charset="0"/>
              </a:rPr>
              <a:pPr>
                <a:spcBef>
                  <a:spcPct val="0"/>
                </a:spcBef>
                <a:buSzTx/>
                <a:buFontTx/>
                <a:buNone/>
              </a:pPr>
              <a:t>37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3553"/>
                                        </p:tgtEl>
                                        <p:attrNameLst>
                                          <p:attrName>style.visibility</p:attrName>
                                        </p:attrNameLst>
                                      </p:cBhvr>
                                      <p:to>
                                        <p:strVal val="visible"/>
                                      </p:to>
                                    </p:set>
                                    <p:anim calcmode="lin" valueType="num">
                                      <p:cBhvr additive="base">
                                        <p:cTn id="7" dur="500" fill="hold"/>
                                        <p:tgtEl>
                                          <p:spTgt spid="533553"/>
                                        </p:tgtEl>
                                        <p:attrNameLst>
                                          <p:attrName>ppt_x</p:attrName>
                                        </p:attrNameLst>
                                      </p:cBhvr>
                                      <p:tavLst>
                                        <p:tav tm="0">
                                          <p:val>
                                            <p:strVal val="#ppt_x"/>
                                          </p:val>
                                        </p:tav>
                                        <p:tav tm="100000">
                                          <p:val>
                                            <p:strVal val="#ppt_x"/>
                                          </p:val>
                                        </p:tav>
                                      </p:tavLst>
                                    </p:anim>
                                    <p:anim calcmode="lin" valueType="num">
                                      <p:cBhvr additive="base">
                                        <p:cTn id="8" dur="500" fill="hold"/>
                                        <p:tgtEl>
                                          <p:spTgt spid="53355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533551"/>
                                        </p:tgtEl>
                                        <p:attrNameLst>
                                          <p:attrName>style.visibility</p:attrName>
                                        </p:attrNameLst>
                                      </p:cBhvr>
                                      <p:to>
                                        <p:strVal val="visible"/>
                                      </p:to>
                                    </p:set>
                                    <p:animEffect transition="in" filter="dissolve">
                                      <p:cBhvr>
                                        <p:cTn id="13" dur="500"/>
                                        <p:tgtEl>
                                          <p:spTgt spid="533551"/>
                                        </p:tgtEl>
                                      </p:cBhvr>
                                    </p:animEffect>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533552"/>
                                        </p:tgtEl>
                                        <p:attrNameLst>
                                          <p:attrName>style.visibility</p:attrName>
                                        </p:attrNameLst>
                                      </p:cBhvr>
                                      <p:to>
                                        <p:strVal val="visible"/>
                                      </p:to>
                                    </p:set>
                                    <p:animEffect transition="in" filter="dissolve">
                                      <p:cBhvr>
                                        <p:cTn id="17" dur="500"/>
                                        <p:tgtEl>
                                          <p:spTgt spid="533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51" grpId="0" animBg="1"/>
      <p:bldP spid="53355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a:extLst>
              <a:ext uri="{FF2B5EF4-FFF2-40B4-BE49-F238E27FC236}">
                <a16:creationId xmlns:a16="http://schemas.microsoft.com/office/drawing/2014/main" id="{13D25596-2F50-D79F-3DD3-F29A16DABEAA}"/>
              </a:ext>
            </a:extLst>
          </p:cNvPr>
          <p:cNvSpPr>
            <a:spLocks noGrp="1" noChangeArrowheads="1"/>
          </p:cNvSpPr>
          <p:nvPr>
            <p:ph type="title" idx="4294967295"/>
          </p:nvPr>
        </p:nvSpPr>
        <p:spPr/>
        <p:txBody>
          <a:bodyPr/>
          <a:lstStyle/>
          <a:p>
            <a:pPr eaLnBrk="1" hangingPunct="1">
              <a:defRPr/>
            </a:pPr>
            <a:r>
              <a:rPr lang="en-US">
                <a:ea typeface="+mj-ea"/>
                <a:cs typeface="+mj-cs"/>
              </a:rPr>
              <a:t>Element Hierarchy (cont.)</a:t>
            </a:r>
          </a:p>
        </p:txBody>
      </p:sp>
      <p:grpSp>
        <p:nvGrpSpPr>
          <p:cNvPr id="81923" name="Group 3">
            <a:extLst>
              <a:ext uri="{FF2B5EF4-FFF2-40B4-BE49-F238E27FC236}">
                <a16:creationId xmlns:a16="http://schemas.microsoft.com/office/drawing/2014/main" id="{0BE051EC-F527-8C42-C1FE-93C060FEBB94}"/>
              </a:ext>
            </a:extLst>
          </p:cNvPr>
          <p:cNvGrpSpPr>
            <a:grpSpLocks/>
          </p:cNvGrpSpPr>
          <p:nvPr/>
        </p:nvGrpSpPr>
        <p:grpSpPr bwMode="auto">
          <a:xfrm>
            <a:off x="3505200" y="1219200"/>
            <a:ext cx="1524000" cy="685800"/>
            <a:chOff x="2208" y="1056"/>
            <a:chExt cx="960" cy="432"/>
          </a:xfrm>
        </p:grpSpPr>
        <p:sp>
          <p:nvSpPr>
            <p:cNvPr id="81966" name="Rectangle 4">
              <a:extLst>
                <a:ext uri="{FF2B5EF4-FFF2-40B4-BE49-F238E27FC236}">
                  <a16:creationId xmlns:a16="http://schemas.microsoft.com/office/drawing/2014/main" id="{6E8E80C4-6E51-571D-6BAD-23E9EEDE6A71}"/>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67" name="Text Box 5">
              <a:extLst>
                <a:ext uri="{FF2B5EF4-FFF2-40B4-BE49-F238E27FC236}">
                  <a16:creationId xmlns:a16="http://schemas.microsoft.com/office/drawing/2014/main" id="{7A24D77B-359A-0CAC-8E85-D653B6D1B1CC}"/>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Drawing</a:t>
              </a:r>
              <a:br>
                <a:rPr lang="en-US" altLang="en-US" sz="1800"/>
              </a:br>
              <a:r>
                <a:rPr lang="en-US" altLang="en-US" sz="1800"/>
                <a:t>Element</a:t>
              </a:r>
            </a:p>
          </p:txBody>
        </p:sp>
      </p:grpSp>
      <p:grpSp>
        <p:nvGrpSpPr>
          <p:cNvPr id="81924" name="Group 6">
            <a:extLst>
              <a:ext uri="{FF2B5EF4-FFF2-40B4-BE49-F238E27FC236}">
                <a16:creationId xmlns:a16="http://schemas.microsoft.com/office/drawing/2014/main" id="{BEDA5AE1-C8FF-2741-1DB4-3A6B9725CB39}"/>
              </a:ext>
            </a:extLst>
          </p:cNvPr>
          <p:cNvGrpSpPr>
            <a:grpSpLocks/>
          </p:cNvGrpSpPr>
          <p:nvPr/>
        </p:nvGrpSpPr>
        <p:grpSpPr bwMode="auto">
          <a:xfrm>
            <a:off x="3505200" y="2971800"/>
            <a:ext cx="1524000" cy="685800"/>
            <a:chOff x="2208" y="1056"/>
            <a:chExt cx="960" cy="432"/>
          </a:xfrm>
        </p:grpSpPr>
        <p:sp>
          <p:nvSpPr>
            <p:cNvPr id="81964" name="Rectangle 7">
              <a:extLst>
                <a:ext uri="{FF2B5EF4-FFF2-40B4-BE49-F238E27FC236}">
                  <a16:creationId xmlns:a16="http://schemas.microsoft.com/office/drawing/2014/main" id="{FF79A58F-2916-ABEE-FD77-4DE65EB06161}"/>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65" name="Text Box 8">
              <a:extLst>
                <a:ext uri="{FF2B5EF4-FFF2-40B4-BE49-F238E27FC236}">
                  <a16:creationId xmlns:a16="http://schemas.microsoft.com/office/drawing/2014/main" id="{E0AC67DE-0F1D-E5CD-50A9-F4EA3E44539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Linear</a:t>
              </a:r>
              <a:br>
                <a:rPr lang="en-US" altLang="en-US" sz="1800" i="1"/>
              </a:br>
              <a:r>
                <a:rPr lang="en-US" altLang="en-US" sz="1800" i="1"/>
                <a:t>Element</a:t>
              </a:r>
              <a:endParaRPr lang="en-US" altLang="en-US" sz="1800"/>
            </a:p>
          </p:txBody>
        </p:sp>
      </p:grpSp>
      <p:grpSp>
        <p:nvGrpSpPr>
          <p:cNvPr id="81925" name="Group 9">
            <a:extLst>
              <a:ext uri="{FF2B5EF4-FFF2-40B4-BE49-F238E27FC236}">
                <a16:creationId xmlns:a16="http://schemas.microsoft.com/office/drawing/2014/main" id="{687A9206-6065-BC69-0545-18E65040CA2D}"/>
              </a:ext>
            </a:extLst>
          </p:cNvPr>
          <p:cNvGrpSpPr>
            <a:grpSpLocks/>
          </p:cNvGrpSpPr>
          <p:nvPr/>
        </p:nvGrpSpPr>
        <p:grpSpPr bwMode="auto">
          <a:xfrm>
            <a:off x="5181600" y="2971800"/>
            <a:ext cx="1524000" cy="685800"/>
            <a:chOff x="2208" y="1056"/>
            <a:chExt cx="960" cy="432"/>
          </a:xfrm>
        </p:grpSpPr>
        <p:sp>
          <p:nvSpPr>
            <p:cNvPr id="81962" name="Rectangle 10">
              <a:extLst>
                <a:ext uri="{FF2B5EF4-FFF2-40B4-BE49-F238E27FC236}">
                  <a16:creationId xmlns:a16="http://schemas.microsoft.com/office/drawing/2014/main" id="{0847FAD6-B53B-FA71-5B1A-0AAAAE7B2D71}"/>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63" name="Text Box 11">
              <a:extLst>
                <a:ext uri="{FF2B5EF4-FFF2-40B4-BE49-F238E27FC236}">
                  <a16:creationId xmlns:a16="http://schemas.microsoft.com/office/drawing/2014/main" id="{99693352-F7D0-2A1E-0370-597FAE6FCB12}"/>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81926" name="Group 12">
            <a:extLst>
              <a:ext uri="{FF2B5EF4-FFF2-40B4-BE49-F238E27FC236}">
                <a16:creationId xmlns:a16="http://schemas.microsoft.com/office/drawing/2014/main" id="{BD99EBA0-3AB0-D42D-9B38-D1F0DCAA44B2}"/>
              </a:ext>
            </a:extLst>
          </p:cNvPr>
          <p:cNvGrpSpPr>
            <a:grpSpLocks/>
          </p:cNvGrpSpPr>
          <p:nvPr/>
        </p:nvGrpSpPr>
        <p:grpSpPr bwMode="auto">
          <a:xfrm>
            <a:off x="5181600" y="4724400"/>
            <a:ext cx="1524000" cy="685800"/>
            <a:chOff x="2208" y="1056"/>
            <a:chExt cx="960" cy="432"/>
          </a:xfrm>
        </p:grpSpPr>
        <p:sp>
          <p:nvSpPr>
            <p:cNvPr id="81960" name="Rectangle 13">
              <a:extLst>
                <a:ext uri="{FF2B5EF4-FFF2-40B4-BE49-F238E27FC236}">
                  <a16:creationId xmlns:a16="http://schemas.microsoft.com/office/drawing/2014/main" id="{A40EA459-3A38-0ABA-476C-6FC2A6D46715}"/>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61" name="Text Box 14">
              <a:extLst>
                <a:ext uri="{FF2B5EF4-FFF2-40B4-BE49-F238E27FC236}">
                  <a16:creationId xmlns:a16="http://schemas.microsoft.com/office/drawing/2014/main" id="{679F5089-A703-A39F-522E-F4FCB1092822}"/>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Rectangle</a:t>
              </a:r>
              <a:br>
                <a:rPr lang="en-US" altLang="en-US" sz="1800"/>
              </a:br>
              <a:r>
                <a:rPr lang="en-US" altLang="en-US" sz="1800"/>
                <a:t>Element</a:t>
              </a:r>
            </a:p>
          </p:txBody>
        </p:sp>
      </p:grpSp>
      <p:grpSp>
        <p:nvGrpSpPr>
          <p:cNvPr id="81927" name="Group 15">
            <a:extLst>
              <a:ext uri="{FF2B5EF4-FFF2-40B4-BE49-F238E27FC236}">
                <a16:creationId xmlns:a16="http://schemas.microsoft.com/office/drawing/2014/main" id="{E99C420E-FBEF-4A5F-978F-8E6D9E498858}"/>
              </a:ext>
            </a:extLst>
          </p:cNvPr>
          <p:cNvGrpSpPr>
            <a:grpSpLocks/>
          </p:cNvGrpSpPr>
          <p:nvPr/>
        </p:nvGrpSpPr>
        <p:grpSpPr bwMode="auto">
          <a:xfrm>
            <a:off x="1828800" y="2971800"/>
            <a:ext cx="1524000" cy="685800"/>
            <a:chOff x="2208" y="1056"/>
            <a:chExt cx="960" cy="432"/>
          </a:xfrm>
        </p:grpSpPr>
        <p:sp>
          <p:nvSpPr>
            <p:cNvPr id="81958" name="Rectangle 16">
              <a:extLst>
                <a:ext uri="{FF2B5EF4-FFF2-40B4-BE49-F238E27FC236}">
                  <a16:creationId xmlns:a16="http://schemas.microsoft.com/office/drawing/2014/main" id="{4E279EA0-E90B-76F7-C884-31F66B781102}"/>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59" name="Text Box 17">
              <a:extLst>
                <a:ext uri="{FF2B5EF4-FFF2-40B4-BE49-F238E27FC236}">
                  <a16:creationId xmlns:a16="http://schemas.microsoft.com/office/drawing/2014/main" id="{4351CF1F-9D9C-59EE-9EB6-F29AC91EE919}"/>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grpSp>
        <p:nvGrpSpPr>
          <p:cNvPr id="81928" name="Group 18">
            <a:extLst>
              <a:ext uri="{FF2B5EF4-FFF2-40B4-BE49-F238E27FC236}">
                <a16:creationId xmlns:a16="http://schemas.microsoft.com/office/drawing/2014/main" id="{1698E7F5-8AC4-AF52-6DD4-DF3CB5DD8EF1}"/>
              </a:ext>
            </a:extLst>
          </p:cNvPr>
          <p:cNvGrpSpPr>
            <a:grpSpLocks/>
          </p:cNvGrpSpPr>
          <p:nvPr/>
        </p:nvGrpSpPr>
        <p:grpSpPr bwMode="auto">
          <a:xfrm>
            <a:off x="1828800" y="4724400"/>
            <a:ext cx="1524000" cy="685800"/>
            <a:chOff x="2208" y="1056"/>
            <a:chExt cx="960" cy="432"/>
          </a:xfrm>
        </p:grpSpPr>
        <p:sp>
          <p:nvSpPr>
            <p:cNvPr id="81956" name="Rectangle 19">
              <a:extLst>
                <a:ext uri="{FF2B5EF4-FFF2-40B4-BE49-F238E27FC236}">
                  <a16:creationId xmlns:a16="http://schemas.microsoft.com/office/drawing/2014/main" id="{2D1DB56A-EB04-6A00-4474-6DC7D44DBAA3}"/>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57" name="Text Box 20">
              <a:extLst>
                <a:ext uri="{FF2B5EF4-FFF2-40B4-BE49-F238E27FC236}">
                  <a16:creationId xmlns:a16="http://schemas.microsoft.com/office/drawing/2014/main" id="{71A65027-AD69-C83B-53FB-6CB951687370}"/>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Line</a:t>
              </a:r>
              <a:br>
                <a:rPr lang="en-US" altLang="en-US" sz="1800"/>
              </a:br>
              <a:r>
                <a:rPr lang="en-US" altLang="en-US" sz="1800"/>
                <a:t>Element</a:t>
              </a:r>
            </a:p>
          </p:txBody>
        </p:sp>
      </p:grpSp>
      <p:grpSp>
        <p:nvGrpSpPr>
          <p:cNvPr id="81929" name="Group 39">
            <a:extLst>
              <a:ext uri="{FF2B5EF4-FFF2-40B4-BE49-F238E27FC236}">
                <a16:creationId xmlns:a16="http://schemas.microsoft.com/office/drawing/2014/main" id="{2749EBA8-8854-215B-A68A-0F1B2A8C279C}"/>
              </a:ext>
            </a:extLst>
          </p:cNvPr>
          <p:cNvGrpSpPr>
            <a:grpSpLocks/>
          </p:cNvGrpSpPr>
          <p:nvPr/>
        </p:nvGrpSpPr>
        <p:grpSpPr bwMode="auto">
          <a:xfrm>
            <a:off x="2590800" y="1905000"/>
            <a:ext cx="3352800" cy="1066800"/>
            <a:chOff x="1632" y="1488"/>
            <a:chExt cx="2112" cy="672"/>
          </a:xfrm>
        </p:grpSpPr>
        <p:sp>
          <p:nvSpPr>
            <p:cNvPr id="81950" name="AutoShape 21">
              <a:extLst>
                <a:ext uri="{FF2B5EF4-FFF2-40B4-BE49-F238E27FC236}">
                  <a16:creationId xmlns:a16="http://schemas.microsoft.com/office/drawing/2014/main" id="{4B5BA947-B095-C6FF-5306-94991B222CF2}"/>
                </a:ext>
              </a:extLst>
            </p:cNvPr>
            <p:cNvSpPr>
              <a:spLocks noChangeArrowheads="1"/>
            </p:cNvSpPr>
            <p:nvPr/>
          </p:nvSpPr>
          <p:spPr bwMode="auto">
            <a:xfrm>
              <a:off x="2618" y="1488"/>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51" name="Line 23">
              <a:extLst>
                <a:ext uri="{FF2B5EF4-FFF2-40B4-BE49-F238E27FC236}">
                  <a16:creationId xmlns:a16="http://schemas.microsoft.com/office/drawing/2014/main" id="{D929473C-5080-C7D0-9FC3-F9E070E9B32B}"/>
                </a:ext>
              </a:extLst>
            </p:cNvPr>
            <p:cNvSpPr>
              <a:spLocks noChangeShapeType="1"/>
            </p:cNvSpPr>
            <p:nvPr/>
          </p:nvSpPr>
          <p:spPr bwMode="auto">
            <a:xfrm flipV="1">
              <a:off x="1632"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52" name="Line 24">
              <a:extLst>
                <a:ext uri="{FF2B5EF4-FFF2-40B4-BE49-F238E27FC236}">
                  <a16:creationId xmlns:a16="http://schemas.microsoft.com/office/drawing/2014/main" id="{EDD69763-F7CB-200E-510B-AA6A53497554}"/>
                </a:ext>
              </a:extLst>
            </p:cNvPr>
            <p:cNvSpPr>
              <a:spLocks noChangeShapeType="1"/>
            </p:cNvSpPr>
            <p:nvPr/>
          </p:nvSpPr>
          <p:spPr bwMode="auto">
            <a:xfrm flipV="1">
              <a:off x="2688"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53" name="Line 25">
              <a:extLst>
                <a:ext uri="{FF2B5EF4-FFF2-40B4-BE49-F238E27FC236}">
                  <a16:creationId xmlns:a16="http://schemas.microsoft.com/office/drawing/2014/main" id="{85F251C9-43DC-BEC4-6844-25755E14589B}"/>
                </a:ext>
              </a:extLst>
            </p:cNvPr>
            <p:cNvSpPr>
              <a:spLocks noChangeShapeType="1"/>
            </p:cNvSpPr>
            <p:nvPr/>
          </p:nvSpPr>
          <p:spPr bwMode="auto">
            <a:xfrm flipV="1">
              <a:off x="3744"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54" name="Line 27">
              <a:extLst>
                <a:ext uri="{FF2B5EF4-FFF2-40B4-BE49-F238E27FC236}">
                  <a16:creationId xmlns:a16="http://schemas.microsoft.com/office/drawing/2014/main" id="{9F0C485A-6391-C69E-FE5A-189697D88F53}"/>
                </a:ext>
              </a:extLst>
            </p:cNvPr>
            <p:cNvSpPr>
              <a:spLocks noChangeShapeType="1"/>
            </p:cNvSpPr>
            <p:nvPr/>
          </p:nvSpPr>
          <p:spPr bwMode="auto">
            <a:xfrm>
              <a:off x="1632" y="1872"/>
              <a:ext cx="21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55" name="Line 28">
              <a:extLst>
                <a:ext uri="{FF2B5EF4-FFF2-40B4-BE49-F238E27FC236}">
                  <a16:creationId xmlns:a16="http://schemas.microsoft.com/office/drawing/2014/main" id="{7C5EE1D3-1DB2-DC7E-6FBC-38612ACA2C26}"/>
                </a:ext>
              </a:extLst>
            </p:cNvPr>
            <p:cNvSpPr>
              <a:spLocks noChangeShapeType="1"/>
            </p:cNvSpPr>
            <p:nvPr/>
          </p:nvSpPr>
          <p:spPr bwMode="auto">
            <a:xfrm flipV="1">
              <a:off x="2688" y="1634"/>
              <a:ext cx="0" cy="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81930" name="Line 29">
            <a:extLst>
              <a:ext uri="{FF2B5EF4-FFF2-40B4-BE49-F238E27FC236}">
                <a16:creationId xmlns:a16="http://schemas.microsoft.com/office/drawing/2014/main" id="{5AD3978F-56EA-85DA-F89F-40EAE29F3DE6}"/>
              </a:ext>
            </a:extLst>
          </p:cNvPr>
          <p:cNvSpPr>
            <a:spLocks noChangeShapeType="1"/>
          </p:cNvSpPr>
          <p:nvPr/>
        </p:nvSpPr>
        <p:spPr bwMode="auto">
          <a:xfrm>
            <a:off x="6705600" y="3352800"/>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31" name="Line 30">
            <a:extLst>
              <a:ext uri="{FF2B5EF4-FFF2-40B4-BE49-F238E27FC236}">
                <a16:creationId xmlns:a16="http://schemas.microsoft.com/office/drawing/2014/main" id="{18809052-77DA-0710-2321-85D30F72AD48}"/>
              </a:ext>
            </a:extLst>
          </p:cNvPr>
          <p:cNvSpPr>
            <a:spLocks noChangeShapeType="1"/>
          </p:cNvSpPr>
          <p:nvPr/>
        </p:nvSpPr>
        <p:spPr bwMode="auto">
          <a:xfrm flipV="1">
            <a:off x="7620000" y="1524000"/>
            <a:ext cx="0" cy="1828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32" name="Line 31">
            <a:extLst>
              <a:ext uri="{FF2B5EF4-FFF2-40B4-BE49-F238E27FC236}">
                <a16:creationId xmlns:a16="http://schemas.microsoft.com/office/drawing/2014/main" id="{CAFDA342-004B-667E-22D0-AB8ADAF23C7E}"/>
              </a:ext>
            </a:extLst>
          </p:cNvPr>
          <p:cNvSpPr>
            <a:spLocks noChangeShapeType="1"/>
          </p:cNvSpPr>
          <p:nvPr/>
        </p:nvSpPr>
        <p:spPr bwMode="auto">
          <a:xfrm flipH="1">
            <a:off x="5029200" y="1524000"/>
            <a:ext cx="25908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81933" name="Text Box 32">
            <a:extLst>
              <a:ext uri="{FF2B5EF4-FFF2-40B4-BE49-F238E27FC236}">
                <a16:creationId xmlns:a16="http://schemas.microsoft.com/office/drawing/2014/main" id="{3E4B6D20-E6B6-0D02-6FA3-ABFF7EA93D9D}"/>
              </a:ext>
            </a:extLst>
          </p:cNvPr>
          <p:cNvSpPr txBox="1">
            <a:spLocks noChangeArrowheads="1"/>
          </p:cNvSpPr>
          <p:nvPr/>
        </p:nvSpPr>
        <p:spPr bwMode="auto">
          <a:xfrm>
            <a:off x="5105400" y="12192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grpSp>
        <p:nvGrpSpPr>
          <p:cNvPr id="81934" name="Group 36">
            <a:extLst>
              <a:ext uri="{FF2B5EF4-FFF2-40B4-BE49-F238E27FC236}">
                <a16:creationId xmlns:a16="http://schemas.microsoft.com/office/drawing/2014/main" id="{66A7DA41-8715-76D6-4738-C387FC436759}"/>
              </a:ext>
            </a:extLst>
          </p:cNvPr>
          <p:cNvGrpSpPr>
            <a:grpSpLocks/>
          </p:cNvGrpSpPr>
          <p:nvPr/>
        </p:nvGrpSpPr>
        <p:grpSpPr bwMode="auto">
          <a:xfrm>
            <a:off x="3505200" y="4724400"/>
            <a:ext cx="1524000" cy="685800"/>
            <a:chOff x="2208" y="1056"/>
            <a:chExt cx="960" cy="432"/>
          </a:xfrm>
        </p:grpSpPr>
        <p:sp>
          <p:nvSpPr>
            <p:cNvPr id="81948" name="Rectangle 37">
              <a:extLst>
                <a:ext uri="{FF2B5EF4-FFF2-40B4-BE49-F238E27FC236}">
                  <a16:creationId xmlns:a16="http://schemas.microsoft.com/office/drawing/2014/main" id="{F180BFDA-C7F7-358E-B468-299AC4B2FF76}"/>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49" name="Text Box 38">
              <a:extLst>
                <a:ext uri="{FF2B5EF4-FFF2-40B4-BE49-F238E27FC236}">
                  <a16:creationId xmlns:a16="http://schemas.microsoft.com/office/drawing/2014/main" id="{8E371146-0F8E-A0DE-CD8D-887DC8F04495}"/>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Ellipse</a:t>
              </a:r>
              <a:br>
                <a:rPr lang="en-US" altLang="en-US" sz="1800"/>
              </a:br>
              <a:r>
                <a:rPr lang="en-US" altLang="en-US" sz="1800"/>
                <a:t>Element</a:t>
              </a:r>
            </a:p>
          </p:txBody>
        </p:sp>
      </p:grpSp>
      <p:grpSp>
        <p:nvGrpSpPr>
          <p:cNvPr id="81935" name="Group 40">
            <a:extLst>
              <a:ext uri="{FF2B5EF4-FFF2-40B4-BE49-F238E27FC236}">
                <a16:creationId xmlns:a16="http://schemas.microsoft.com/office/drawing/2014/main" id="{C169D09E-575B-AFB2-0E91-68FE9DA7E280}"/>
              </a:ext>
            </a:extLst>
          </p:cNvPr>
          <p:cNvGrpSpPr>
            <a:grpSpLocks/>
          </p:cNvGrpSpPr>
          <p:nvPr/>
        </p:nvGrpSpPr>
        <p:grpSpPr bwMode="auto">
          <a:xfrm>
            <a:off x="2590800" y="3657600"/>
            <a:ext cx="3352800" cy="1066800"/>
            <a:chOff x="1632" y="1488"/>
            <a:chExt cx="2112" cy="672"/>
          </a:xfrm>
        </p:grpSpPr>
        <p:sp>
          <p:nvSpPr>
            <p:cNvPr id="81942" name="AutoShape 41">
              <a:extLst>
                <a:ext uri="{FF2B5EF4-FFF2-40B4-BE49-F238E27FC236}">
                  <a16:creationId xmlns:a16="http://schemas.microsoft.com/office/drawing/2014/main" id="{97885F46-8AE5-5B66-D6EF-88B0DBE035C5}"/>
                </a:ext>
              </a:extLst>
            </p:cNvPr>
            <p:cNvSpPr>
              <a:spLocks noChangeArrowheads="1"/>
            </p:cNvSpPr>
            <p:nvPr/>
          </p:nvSpPr>
          <p:spPr bwMode="auto">
            <a:xfrm>
              <a:off x="2618" y="1488"/>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1943" name="Line 42">
              <a:extLst>
                <a:ext uri="{FF2B5EF4-FFF2-40B4-BE49-F238E27FC236}">
                  <a16:creationId xmlns:a16="http://schemas.microsoft.com/office/drawing/2014/main" id="{D8F57B37-439C-4114-B092-BE343ECB5DD6}"/>
                </a:ext>
              </a:extLst>
            </p:cNvPr>
            <p:cNvSpPr>
              <a:spLocks noChangeShapeType="1"/>
            </p:cNvSpPr>
            <p:nvPr/>
          </p:nvSpPr>
          <p:spPr bwMode="auto">
            <a:xfrm flipV="1">
              <a:off x="1632"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44" name="Line 43">
              <a:extLst>
                <a:ext uri="{FF2B5EF4-FFF2-40B4-BE49-F238E27FC236}">
                  <a16:creationId xmlns:a16="http://schemas.microsoft.com/office/drawing/2014/main" id="{794FFD58-80C0-92EA-94D1-D8262B01AAF4}"/>
                </a:ext>
              </a:extLst>
            </p:cNvPr>
            <p:cNvSpPr>
              <a:spLocks noChangeShapeType="1"/>
            </p:cNvSpPr>
            <p:nvPr/>
          </p:nvSpPr>
          <p:spPr bwMode="auto">
            <a:xfrm flipV="1">
              <a:off x="2688"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45" name="Line 44">
              <a:extLst>
                <a:ext uri="{FF2B5EF4-FFF2-40B4-BE49-F238E27FC236}">
                  <a16:creationId xmlns:a16="http://schemas.microsoft.com/office/drawing/2014/main" id="{B90EC2E6-B929-0B4C-73A3-8301D359089F}"/>
                </a:ext>
              </a:extLst>
            </p:cNvPr>
            <p:cNvSpPr>
              <a:spLocks noChangeShapeType="1"/>
            </p:cNvSpPr>
            <p:nvPr/>
          </p:nvSpPr>
          <p:spPr bwMode="auto">
            <a:xfrm flipV="1">
              <a:off x="3744"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46" name="Line 45">
              <a:extLst>
                <a:ext uri="{FF2B5EF4-FFF2-40B4-BE49-F238E27FC236}">
                  <a16:creationId xmlns:a16="http://schemas.microsoft.com/office/drawing/2014/main" id="{0716B62A-6589-A1C1-4818-9E315A5BB094}"/>
                </a:ext>
              </a:extLst>
            </p:cNvPr>
            <p:cNvSpPr>
              <a:spLocks noChangeShapeType="1"/>
            </p:cNvSpPr>
            <p:nvPr/>
          </p:nvSpPr>
          <p:spPr bwMode="auto">
            <a:xfrm>
              <a:off x="1632" y="1872"/>
              <a:ext cx="21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1947" name="Line 46">
              <a:extLst>
                <a:ext uri="{FF2B5EF4-FFF2-40B4-BE49-F238E27FC236}">
                  <a16:creationId xmlns:a16="http://schemas.microsoft.com/office/drawing/2014/main" id="{F1222523-7BA0-4468-E77E-F0C5F0224014}"/>
                </a:ext>
              </a:extLst>
            </p:cNvPr>
            <p:cNvSpPr>
              <a:spLocks noChangeShapeType="1"/>
            </p:cNvSpPr>
            <p:nvPr/>
          </p:nvSpPr>
          <p:spPr bwMode="auto">
            <a:xfrm flipV="1">
              <a:off x="2688" y="1634"/>
              <a:ext cx="0" cy="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529458" name="Group 50">
            <a:extLst>
              <a:ext uri="{FF2B5EF4-FFF2-40B4-BE49-F238E27FC236}">
                <a16:creationId xmlns:a16="http://schemas.microsoft.com/office/drawing/2014/main" id="{C7E2E663-7CE2-14FF-4366-25AD47C5537F}"/>
              </a:ext>
            </a:extLst>
          </p:cNvPr>
          <p:cNvGrpSpPr>
            <a:grpSpLocks/>
          </p:cNvGrpSpPr>
          <p:nvPr/>
        </p:nvGrpSpPr>
        <p:grpSpPr bwMode="auto">
          <a:xfrm>
            <a:off x="3352800" y="4419600"/>
            <a:ext cx="3581400" cy="2270125"/>
            <a:chOff x="2112" y="2784"/>
            <a:chExt cx="2256" cy="1430"/>
          </a:xfrm>
        </p:grpSpPr>
        <p:sp>
          <p:nvSpPr>
            <p:cNvPr id="81940" name="Oval 48">
              <a:extLst>
                <a:ext uri="{FF2B5EF4-FFF2-40B4-BE49-F238E27FC236}">
                  <a16:creationId xmlns:a16="http://schemas.microsoft.com/office/drawing/2014/main" id="{7008D988-4176-CF77-EF7E-D62743327738}"/>
                </a:ext>
              </a:extLst>
            </p:cNvPr>
            <p:cNvSpPr>
              <a:spLocks noChangeArrowheads="1"/>
            </p:cNvSpPr>
            <p:nvPr/>
          </p:nvSpPr>
          <p:spPr bwMode="auto">
            <a:xfrm>
              <a:off x="2112" y="2784"/>
              <a:ext cx="2256" cy="864"/>
            </a:xfrm>
            <a:prstGeom prst="ellipse">
              <a:avLst/>
            </a:prstGeom>
            <a:noFill/>
            <a:ln w="28575">
              <a:solidFill>
                <a:srgbClr val="3399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endParaRPr lang="en-US" altLang="en-US" sz="2400">
                <a:solidFill>
                  <a:srgbClr val="00A479"/>
                </a:solidFill>
              </a:endParaRPr>
            </a:p>
          </p:txBody>
        </p:sp>
        <p:sp>
          <p:nvSpPr>
            <p:cNvPr id="81941" name="Text Box 49">
              <a:extLst>
                <a:ext uri="{FF2B5EF4-FFF2-40B4-BE49-F238E27FC236}">
                  <a16:creationId xmlns:a16="http://schemas.microsoft.com/office/drawing/2014/main" id="{C969AB16-D806-DE44-418D-EC7A4CA98478}"/>
                </a:ext>
              </a:extLst>
            </p:cNvPr>
            <p:cNvSpPr txBox="1">
              <a:spLocks noChangeArrowheads="1"/>
            </p:cNvSpPr>
            <p:nvPr/>
          </p:nvSpPr>
          <p:spPr bwMode="auto">
            <a:xfrm>
              <a:off x="2400" y="3696"/>
              <a:ext cx="17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sz="2400" i="1">
                  <a:solidFill>
                    <a:srgbClr val="0C3A80"/>
                  </a:solidFill>
                </a:rPr>
                <a:t>Can be filled with colour</a:t>
              </a:r>
            </a:p>
            <a:p>
              <a:pPr>
                <a:spcBef>
                  <a:spcPct val="0"/>
                </a:spcBef>
                <a:buSzTx/>
                <a:buFont typeface="Wingdings" panose="05000000000000000000" pitchFamily="2" charset="2"/>
                <a:buChar char="F"/>
              </a:pPr>
              <a:r>
                <a:rPr lang="en-AU" altLang="en-US" sz="2400" i="1">
                  <a:solidFill>
                    <a:srgbClr val="0C3A80"/>
                  </a:solidFill>
                </a:rPr>
                <a:t> new responsibility!</a:t>
              </a:r>
            </a:p>
          </p:txBody>
        </p:sp>
      </p:grpSp>
      <p:pic>
        <p:nvPicPr>
          <p:cNvPr id="81937" name="Picture 51" descr="a_brief_history_of_smileys_2">
            <a:extLst>
              <a:ext uri="{FF2B5EF4-FFF2-40B4-BE49-F238E27FC236}">
                <a16:creationId xmlns:a16="http://schemas.microsoft.com/office/drawing/2014/main" id="{F4F40ED5-9E0A-112E-81BB-3F8812A5D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0" y="3048000"/>
            <a:ext cx="3794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38" name="Picture 52" descr="a_brief_history_of_smileys_2">
            <a:extLst>
              <a:ext uri="{FF2B5EF4-FFF2-40B4-BE49-F238E27FC236}">
                <a16:creationId xmlns:a16="http://schemas.microsoft.com/office/drawing/2014/main" id="{31F49F85-ED60-A684-1362-BEB4CE539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513" y="3048000"/>
            <a:ext cx="379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9" name="Slide Number Placeholder 1">
            <a:extLst>
              <a:ext uri="{FF2B5EF4-FFF2-40B4-BE49-F238E27FC236}">
                <a16:creationId xmlns:a16="http://schemas.microsoft.com/office/drawing/2014/main" id="{A034E893-9745-D45D-23EF-1A84AF64D35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61AF44F-40C5-41E5-BCA9-845794C9EBE0}" type="slidenum">
              <a:rPr lang="en-AU" altLang="en-US" sz="1400" smtClean="0">
                <a:latin typeface="Times New Roman" panose="02020603050405020304" pitchFamily="18" charset="0"/>
              </a:rPr>
              <a:pPr>
                <a:spcBef>
                  <a:spcPct val="0"/>
                </a:spcBef>
                <a:buSzTx/>
                <a:buFontTx/>
                <a:buNone/>
              </a:pPr>
              <a:t>38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9458"/>
                                        </p:tgtEl>
                                        <p:attrNameLst>
                                          <p:attrName>style.visibility</p:attrName>
                                        </p:attrNameLst>
                                      </p:cBhvr>
                                      <p:to>
                                        <p:strVal val="visible"/>
                                      </p:to>
                                    </p:set>
                                    <p:anim calcmode="lin" valueType="num">
                                      <p:cBhvr additive="base">
                                        <p:cTn id="7" dur="500" fill="hold"/>
                                        <p:tgtEl>
                                          <p:spTgt spid="529458"/>
                                        </p:tgtEl>
                                        <p:attrNameLst>
                                          <p:attrName>ppt_x</p:attrName>
                                        </p:attrNameLst>
                                      </p:cBhvr>
                                      <p:tavLst>
                                        <p:tav tm="0">
                                          <p:val>
                                            <p:strVal val="#ppt_x"/>
                                          </p:val>
                                        </p:tav>
                                        <p:tav tm="100000">
                                          <p:val>
                                            <p:strVal val="#ppt_x"/>
                                          </p:val>
                                        </p:tav>
                                      </p:tavLst>
                                    </p:anim>
                                    <p:anim calcmode="lin" valueType="num">
                                      <p:cBhvr additive="base">
                                        <p:cTn id="8" dur="500" fill="hold"/>
                                        <p:tgtEl>
                                          <p:spTgt spid="529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a:extLst>
              <a:ext uri="{FF2B5EF4-FFF2-40B4-BE49-F238E27FC236}">
                <a16:creationId xmlns:a16="http://schemas.microsoft.com/office/drawing/2014/main" id="{56872B82-37E6-C749-E6A0-F99CDDF952F5}"/>
              </a:ext>
            </a:extLst>
          </p:cNvPr>
          <p:cNvSpPr>
            <a:spLocks noGrp="1" noChangeArrowheads="1"/>
          </p:cNvSpPr>
          <p:nvPr>
            <p:ph type="title" idx="4294967295"/>
          </p:nvPr>
        </p:nvSpPr>
        <p:spPr/>
        <p:txBody>
          <a:bodyPr/>
          <a:lstStyle/>
          <a:p>
            <a:pPr eaLnBrk="1" hangingPunct="1">
              <a:defRPr/>
            </a:pPr>
            <a:r>
              <a:rPr lang="en-US">
                <a:ea typeface="+mj-ea"/>
                <a:cs typeface="+mj-cs"/>
              </a:rPr>
              <a:t>Final Element Hierarchy</a:t>
            </a:r>
          </a:p>
        </p:txBody>
      </p:sp>
      <p:grpSp>
        <p:nvGrpSpPr>
          <p:cNvPr id="83971" name="Group 3">
            <a:extLst>
              <a:ext uri="{FF2B5EF4-FFF2-40B4-BE49-F238E27FC236}">
                <a16:creationId xmlns:a16="http://schemas.microsoft.com/office/drawing/2014/main" id="{408A236E-55D7-E788-964A-4F03D46B6680}"/>
              </a:ext>
            </a:extLst>
          </p:cNvPr>
          <p:cNvGrpSpPr>
            <a:grpSpLocks/>
          </p:cNvGrpSpPr>
          <p:nvPr/>
        </p:nvGrpSpPr>
        <p:grpSpPr bwMode="auto">
          <a:xfrm>
            <a:off x="3505200" y="1295400"/>
            <a:ext cx="1524000" cy="685800"/>
            <a:chOff x="2208" y="1056"/>
            <a:chExt cx="960" cy="432"/>
          </a:xfrm>
        </p:grpSpPr>
        <p:sp>
          <p:nvSpPr>
            <p:cNvPr id="84022" name="Rectangle 4">
              <a:extLst>
                <a:ext uri="{FF2B5EF4-FFF2-40B4-BE49-F238E27FC236}">
                  <a16:creationId xmlns:a16="http://schemas.microsoft.com/office/drawing/2014/main" id="{F7DE1C46-72CA-CE96-05C7-6D80CF8D2322}"/>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23" name="Text Box 5">
              <a:extLst>
                <a:ext uri="{FF2B5EF4-FFF2-40B4-BE49-F238E27FC236}">
                  <a16:creationId xmlns:a16="http://schemas.microsoft.com/office/drawing/2014/main" id="{CB89436D-44B3-A77D-90B0-CCC9118C048F}"/>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Drawing</a:t>
              </a:r>
              <a:br>
                <a:rPr lang="en-US" altLang="en-US" sz="1800"/>
              </a:br>
              <a:r>
                <a:rPr lang="en-US" altLang="en-US" sz="1800"/>
                <a:t>Element</a:t>
              </a:r>
            </a:p>
          </p:txBody>
        </p:sp>
      </p:grpSp>
      <p:grpSp>
        <p:nvGrpSpPr>
          <p:cNvPr id="83972" name="Group 6">
            <a:extLst>
              <a:ext uri="{FF2B5EF4-FFF2-40B4-BE49-F238E27FC236}">
                <a16:creationId xmlns:a16="http://schemas.microsoft.com/office/drawing/2014/main" id="{C6AD00E1-6183-83F3-ED56-3018070DCD77}"/>
              </a:ext>
            </a:extLst>
          </p:cNvPr>
          <p:cNvGrpSpPr>
            <a:grpSpLocks/>
          </p:cNvGrpSpPr>
          <p:nvPr/>
        </p:nvGrpSpPr>
        <p:grpSpPr bwMode="auto">
          <a:xfrm>
            <a:off x="3505200" y="2743200"/>
            <a:ext cx="1524000" cy="685800"/>
            <a:chOff x="2208" y="1056"/>
            <a:chExt cx="960" cy="432"/>
          </a:xfrm>
        </p:grpSpPr>
        <p:sp>
          <p:nvSpPr>
            <p:cNvPr id="84020" name="Rectangle 7">
              <a:extLst>
                <a:ext uri="{FF2B5EF4-FFF2-40B4-BE49-F238E27FC236}">
                  <a16:creationId xmlns:a16="http://schemas.microsoft.com/office/drawing/2014/main" id="{DB839912-9E25-CEC5-B16C-E34CD8F45868}"/>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21" name="Text Box 8">
              <a:extLst>
                <a:ext uri="{FF2B5EF4-FFF2-40B4-BE49-F238E27FC236}">
                  <a16:creationId xmlns:a16="http://schemas.microsoft.com/office/drawing/2014/main" id="{4CEB8808-3E42-F326-0A6C-197C5CE80CFD}"/>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Linear</a:t>
              </a:r>
              <a:br>
                <a:rPr lang="en-US" altLang="en-US" sz="1800" i="1"/>
              </a:br>
              <a:r>
                <a:rPr lang="en-US" altLang="en-US" sz="1800" i="1"/>
                <a:t>Element</a:t>
              </a:r>
              <a:endParaRPr lang="en-US" altLang="en-US" sz="1800"/>
            </a:p>
          </p:txBody>
        </p:sp>
      </p:grpSp>
      <p:grpSp>
        <p:nvGrpSpPr>
          <p:cNvPr id="83973" name="Group 9">
            <a:extLst>
              <a:ext uri="{FF2B5EF4-FFF2-40B4-BE49-F238E27FC236}">
                <a16:creationId xmlns:a16="http://schemas.microsoft.com/office/drawing/2014/main" id="{39B73F16-4666-B861-254D-29C4A3578CD0}"/>
              </a:ext>
            </a:extLst>
          </p:cNvPr>
          <p:cNvGrpSpPr>
            <a:grpSpLocks/>
          </p:cNvGrpSpPr>
          <p:nvPr/>
        </p:nvGrpSpPr>
        <p:grpSpPr bwMode="auto">
          <a:xfrm>
            <a:off x="5181600" y="2743200"/>
            <a:ext cx="1524000" cy="685800"/>
            <a:chOff x="2208" y="1056"/>
            <a:chExt cx="960" cy="432"/>
          </a:xfrm>
        </p:grpSpPr>
        <p:sp>
          <p:nvSpPr>
            <p:cNvPr id="84018" name="Rectangle 10">
              <a:extLst>
                <a:ext uri="{FF2B5EF4-FFF2-40B4-BE49-F238E27FC236}">
                  <a16:creationId xmlns:a16="http://schemas.microsoft.com/office/drawing/2014/main" id="{8B465009-5223-6DBA-5D75-592B4B2FCD10}"/>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19" name="Text Box 11">
              <a:extLst>
                <a:ext uri="{FF2B5EF4-FFF2-40B4-BE49-F238E27FC236}">
                  <a16:creationId xmlns:a16="http://schemas.microsoft.com/office/drawing/2014/main" id="{E3F182B0-8865-192E-2742-D21F77371B3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83974" name="Group 12">
            <a:extLst>
              <a:ext uri="{FF2B5EF4-FFF2-40B4-BE49-F238E27FC236}">
                <a16:creationId xmlns:a16="http://schemas.microsoft.com/office/drawing/2014/main" id="{1E830903-3C67-23AB-2AFF-979C703B37C7}"/>
              </a:ext>
            </a:extLst>
          </p:cNvPr>
          <p:cNvGrpSpPr>
            <a:grpSpLocks/>
          </p:cNvGrpSpPr>
          <p:nvPr/>
        </p:nvGrpSpPr>
        <p:grpSpPr bwMode="auto">
          <a:xfrm>
            <a:off x="5334000" y="5638800"/>
            <a:ext cx="1524000" cy="685800"/>
            <a:chOff x="2208" y="1056"/>
            <a:chExt cx="960" cy="432"/>
          </a:xfrm>
        </p:grpSpPr>
        <p:sp>
          <p:nvSpPr>
            <p:cNvPr id="84016" name="Rectangle 13">
              <a:extLst>
                <a:ext uri="{FF2B5EF4-FFF2-40B4-BE49-F238E27FC236}">
                  <a16:creationId xmlns:a16="http://schemas.microsoft.com/office/drawing/2014/main" id="{FA9E745C-7C7E-0E8E-A93E-EEEE913FD5A0}"/>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17" name="Text Box 14">
              <a:extLst>
                <a:ext uri="{FF2B5EF4-FFF2-40B4-BE49-F238E27FC236}">
                  <a16:creationId xmlns:a16="http://schemas.microsoft.com/office/drawing/2014/main" id="{F19879C7-BA52-B245-1D63-7A233174539F}"/>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Rectangle</a:t>
              </a:r>
              <a:br>
                <a:rPr lang="en-US" altLang="en-US" sz="1800"/>
              </a:br>
              <a:r>
                <a:rPr lang="en-US" altLang="en-US" sz="1800"/>
                <a:t>Element</a:t>
              </a:r>
            </a:p>
          </p:txBody>
        </p:sp>
      </p:grpSp>
      <p:grpSp>
        <p:nvGrpSpPr>
          <p:cNvPr id="83975" name="Group 15">
            <a:extLst>
              <a:ext uri="{FF2B5EF4-FFF2-40B4-BE49-F238E27FC236}">
                <a16:creationId xmlns:a16="http://schemas.microsoft.com/office/drawing/2014/main" id="{C9B5E094-DCFD-21E7-9CAE-992216F9D5DB}"/>
              </a:ext>
            </a:extLst>
          </p:cNvPr>
          <p:cNvGrpSpPr>
            <a:grpSpLocks/>
          </p:cNvGrpSpPr>
          <p:nvPr/>
        </p:nvGrpSpPr>
        <p:grpSpPr bwMode="auto">
          <a:xfrm>
            <a:off x="1828800" y="2743200"/>
            <a:ext cx="1524000" cy="685800"/>
            <a:chOff x="2208" y="1056"/>
            <a:chExt cx="960" cy="432"/>
          </a:xfrm>
        </p:grpSpPr>
        <p:sp>
          <p:nvSpPr>
            <p:cNvPr id="84014" name="Rectangle 16">
              <a:extLst>
                <a:ext uri="{FF2B5EF4-FFF2-40B4-BE49-F238E27FC236}">
                  <a16:creationId xmlns:a16="http://schemas.microsoft.com/office/drawing/2014/main" id="{C9610F3C-FCB0-9E5F-1475-4F36B2FC91DD}"/>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15" name="Text Box 17">
              <a:extLst>
                <a:ext uri="{FF2B5EF4-FFF2-40B4-BE49-F238E27FC236}">
                  <a16:creationId xmlns:a16="http://schemas.microsoft.com/office/drawing/2014/main" id="{7A2E9DB0-DBA0-77A1-3C10-065F478132B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grpSp>
        <p:nvGrpSpPr>
          <p:cNvPr id="83976" name="Group 18">
            <a:extLst>
              <a:ext uri="{FF2B5EF4-FFF2-40B4-BE49-F238E27FC236}">
                <a16:creationId xmlns:a16="http://schemas.microsoft.com/office/drawing/2014/main" id="{4D5987AF-EEE6-EE86-66ED-2C2A126E16B6}"/>
              </a:ext>
            </a:extLst>
          </p:cNvPr>
          <p:cNvGrpSpPr>
            <a:grpSpLocks/>
          </p:cNvGrpSpPr>
          <p:nvPr/>
        </p:nvGrpSpPr>
        <p:grpSpPr bwMode="auto">
          <a:xfrm>
            <a:off x="2667000" y="4191000"/>
            <a:ext cx="1524000" cy="685800"/>
            <a:chOff x="2208" y="1056"/>
            <a:chExt cx="960" cy="432"/>
          </a:xfrm>
        </p:grpSpPr>
        <p:sp>
          <p:nvSpPr>
            <p:cNvPr id="84012" name="Rectangle 19">
              <a:extLst>
                <a:ext uri="{FF2B5EF4-FFF2-40B4-BE49-F238E27FC236}">
                  <a16:creationId xmlns:a16="http://schemas.microsoft.com/office/drawing/2014/main" id="{47B3FADD-AA80-47B1-27FE-356DB471ED1E}"/>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13" name="Text Box 20">
              <a:extLst>
                <a:ext uri="{FF2B5EF4-FFF2-40B4-BE49-F238E27FC236}">
                  <a16:creationId xmlns:a16="http://schemas.microsoft.com/office/drawing/2014/main" id="{8EC9A607-B811-86D7-0EF2-CD3031646EF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Line</a:t>
              </a:r>
              <a:br>
                <a:rPr lang="en-US" altLang="en-US" sz="1800"/>
              </a:br>
              <a:r>
                <a:rPr lang="en-US" altLang="en-US" sz="1800"/>
                <a:t>Element</a:t>
              </a:r>
            </a:p>
          </p:txBody>
        </p:sp>
      </p:grpSp>
      <p:sp>
        <p:nvSpPr>
          <p:cNvPr id="83977" name="Line 28">
            <a:extLst>
              <a:ext uri="{FF2B5EF4-FFF2-40B4-BE49-F238E27FC236}">
                <a16:creationId xmlns:a16="http://schemas.microsoft.com/office/drawing/2014/main" id="{36F82EE6-86B5-F52A-67A3-9E89150CE54F}"/>
              </a:ext>
            </a:extLst>
          </p:cNvPr>
          <p:cNvSpPr>
            <a:spLocks noChangeShapeType="1"/>
          </p:cNvSpPr>
          <p:nvPr/>
        </p:nvSpPr>
        <p:spPr bwMode="auto">
          <a:xfrm>
            <a:off x="6705600" y="3124200"/>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78" name="Line 29">
            <a:extLst>
              <a:ext uri="{FF2B5EF4-FFF2-40B4-BE49-F238E27FC236}">
                <a16:creationId xmlns:a16="http://schemas.microsoft.com/office/drawing/2014/main" id="{A062B4F5-EB98-DB9E-E102-E125E83DB844}"/>
              </a:ext>
            </a:extLst>
          </p:cNvPr>
          <p:cNvSpPr>
            <a:spLocks noChangeShapeType="1"/>
          </p:cNvSpPr>
          <p:nvPr/>
        </p:nvSpPr>
        <p:spPr bwMode="auto">
          <a:xfrm flipV="1">
            <a:off x="7620000" y="1600200"/>
            <a:ext cx="0" cy="1524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79" name="Line 30">
            <a:extLst>
              <a:ext uri="{FF2B5EF4-FFF2-40B4-BE49-F238E27FC236}">
                <a16:creationId xmlns:a16="http://schemas.microsoft.com/office/drawing/2014/main" id="{F73F6330-9512-C13A-8205-25ED81B6B536}"/>
              </a:ext>
            </a:extLst>
          </p:cNvPr>
          <p:cNvSpPr>
            <a:spLocks noChangeShapeType="1"/>
          </p:cNvSpPr>
          <p:nvPr/>
        </p:nvSpPr>
        <p:spPr bwMode="auto">
          <a:xfrm flipH="1">
            <a:off x="5029200" y="1600200"/>
            <a:ext cx="25908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83980" name="Text Box 31">
            <a:extLst>
              <a:ext uri="{FF2B5EF4-FFF2-40B4-BE49-F238E27FC236}">
                <a16:creationId xmlns:a16="http://schemas.microsoft.com/office/drawing/2014/main" id="{FDA2FA6C-48FC-A5C3-F90E-F458B509F205}"/>
              </a:ext>
            </a:extLst>
          </p:cNvPr>
          <p:cNvSpPr txBox="1">
            <a:spLocks noChangeArrowheads="1"/>
          </p:cNvSpPr>
          <p:nvPr/>
        </p:nvSpPr>
        <p:spPr bwMode="auto">
          <a:xfrm>
            <a:off x="5105400" y="12954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grpSp>
        <p:nvGrpSpPr>
          <p:cNvPr id="83981" name="Group 32">
            <a:extLst>
              <a:ext uri="{FF2B5EF4-FFF2-40B4-BE49-F238E27FC236}">
                <a16:creationId xmlns:a16="http://schemas.microsoft.com/office/drawing/2014/main" id="{01AF193B-261E-3F7C-D199-2C81D66B9FB6}"/>
              </a:ext>
            </a:extLst>
          </p:cNvPr>
          <p:cNvGrpSpPr>
            <a:grpSpLocks/>
          </p:cNvGrpSpPr>
          <p:nvPr/>
        </p:nvGrpSpPr>
        <p:grpSpPr bwMode="auto">
          <a:xfrm>
            <a:off x="4343400" y="4191000"/>
            <a:ext cx="1524000" cy="685800"/>
            <a:chOff x="2208" y="1056"/>
            <a:chExt cx="960" cy="432"/>
          </a:xfrm>
        </p:grpSpPr>
        <p:sp>
          <p:nvSpPr>
            <p:cNvPr id="84010" name="Rectangle 33">
              <a:extLst>
                <a:ext uri="{FF2B5EF4-FFF2-40B4-BE49-F238E27FC236}">
                  <a16:creationId xmlns:a16="http://schemas.microsoft.com/office/drawing/2014/main" id="{E86D4B59-B34B-ECB4-C8DE-87637F1ABD59}"/>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11" name="Text Box 34">
              <a:extLst>
                <a:ext uri="{FF2B5EF4-FFF2-40B4-BE49-F238E27FC236}">
                  <a16:creationId xmlns:a16="http://schemas.microsoft.com/office/drawing/2014/main" id="{9364C34C-53F8-E79C-0CAF-8997A669B2E5}"/>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Filled</a:t>
              </a:r>
              <a:br>
                <a:rPr lang="en-US" altLang="en-US" sz="1800" i="1"/>
              </a:br>
              <a:r>
                <a:rPr lang="en-US" altLang="en-US" sz="1800" i="1"/>
                <a:t>Element</a:t>
              </a:r>
            </a:p>
          </p:txBody>
        </p:sp>
      </p:grpSp>
      <p:grpSp>
        <p:nvGrpSpPr>
          <p:cNvPr id="83982" name="Group 54">
            <a:extLst>
              <a:ext uri="{FF2B5EF4-FFF2-40B4-BE49-F238E27FC236}">
                <a16:creationId xmlns:a16="http://schemas.microsoft.com/office/drawing/2014/main" id="{AC1531E0-F7BE-788F-E983-397D45EE9A10}"/>
              </a:ext>
            </a:extLst>
          </p:cNvPr>
          <p:cNvGrpSpPr>
            <a:grpSpLocks/>
          </p:cNvGrpSpPr>
          <p:nvPr/>
        </p:nvGrpSpPr>
        <p:grpSpPr bwMode="auto">
          <a:xfrm>
            <a:off x="2590800" y="1981200"/>
            <a:ext cx="3352800" cy="762000"/>
            <a:chOff x="1632" y="1104"/>
            <a:chExt cx="2112" cy="480"/>
          </a:xfrm>
        </p:grpSpPr>
        <p:sp>
          <p:nvSpPr>
            <p:cNvPr id="84004" name="AutoShape 22">
              <a:extLst>
                <a:ext uri="{FF2B5EF4-FFF2-40B4-BE49-F238E27FC236}">
                  <a16:creationId xmlns:a16="http://schemas.microsoft.com/office/drawing/2014/main" id="{369F35DE-4986-54D0-981D-16ABA69F91F1}"/>
                </a:ext>
              </a:extLst>
            </p:cNvPr>
            <p:cNvSpPr>
              <a:spLocks noChangeArrowheads="1"/>
            </p:cNvSpPr>
            <p:nvPr/>
          </p:nvSpPr>
          <p:spPr bwMode="auto">
            <a:xfrm>
              <a:off x="2618" y="1104"/>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05" name="Line 23">
              <a:extLst>
                <a:ext uri="{FF2B5EF4-FFF2-40B4-BE49-F238E27FC236}">
                  <a16:creationId xmlns:a16="http://schemas.microsoft.com/office/drawing/2014/main" id="{9F2988B2-548E-9FE9-1187-B51A0F2FBD18}"/>
                </a:ext>
              </a:extLst>
            </p:cNvPr>
            <p:cNvSpPr>
              <a:spLocks noChangeShapeType="1"/>
            </p:cNvSpPr>
            <p:nvPr/>
          </p:nvSpPr>
          <p:spPr bwMode="auto">
            <a:xfrm flipV="1">
              <a:off x="1632"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6" name="Line 26">
              <a:extLst>
                <a:ext uri="{FF2B5EF4-FFF2-40B4-BE49-F238E27FC236}">
                  <a16:creationId xmlns:a16="http://schemas.microsoft.com/office/drawing/2014/main" id="{ABFF98FD-33DD-B288-5954-BBAD9356AA41}"/>
                </a:ext>
              </a:extLst>
            </p:cNvPr>
            <p:cNvSpPr>
              <a:spLocks noChangeShapeType="1"/>
            </p:cNvSpPr>
            <p:nvPr/>
          </p:nvSpPr>
          <p:spPr bwMode="auto">
            <a:xfrm>
              <a:off x="1632" y="1392"/>
              <a:ext cx="21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7" name="Line 27">
              <a:extLst>
                <a:ext uri="{FF2B5EF4-FFF2-40B4-BE49-F238E27FC236}">
                  <a16:creationId xmlns:a16="http://schemas.microsoft.com/office/drawing/2014/main" id="{6D68EBD5-6E85-2BA6-3DD1-D7028E989A6C}"/>
                </a:ext>
              </a:extLst>
            </p:cNvPr>
            <p:cNvSpPr>
              <a:spLocks noChangeShapeType="1"/>
            </p:cNvSpPr>
            <p:nvPr/>
          </p:nvSpPr>
          <p:spPr bwMode="auto">
            <a:xfrm flipV="1">
              <a:off x="2688" y="1250"/>
              <a:ext cx="0" cy="1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8" name="Line 52">
              <a:extLst>
                <a:ext uri="{FF2B5EF4-FFF2-40B4-BE49-F238E27FC236}">
                  <a16:creationId xmlns:a16="http://schemas.microsoft.com/office/drawing/2014/main" id="{CC4EA06F-30E2-070D-6B63-780852F2F9EA}"/>
                </a:ext>
              </a:extLst>
            </p:cNvPr>
            <p:cNvSpPr>
              <a:spLocks noChangeShapeType="1"/>
            </p:cNvSpPr>
            <p:nvPr/>
          </p:nvSpPr>
          <p:spPr bwMode="auto">
            <a:xfrm flipV="1">
              <a:off x="2688"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9" name="Line 53">
              <a:extLst>
                <a:ext uri="{FF2B5EF4-FFF2-40B4-BE49-F238E27FC236}">
                  <a16:creationId xmlns:a16="http://schemas.microsoft.com/office/drawing/2014/main" id="{5E1BF7D3-CC97-0628-9888-E99A24A04086}"/>
                </a:ext>
              </a:extLst>
            </p:cNvPr>
            <p:cNvSpPr>
              <a:spLocks noChangeShapeType="1"/>
            </p:cNvSpPr>
            <p:nvPr/>
          </p:nvSpPr>
          <p:spPr bwMode="auto">
            <a:xfrm flipV="1">
              <a:off x="3744"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83983" name="Group 69">
            <a:extLst>
              <a:ext uri="{FF2B5EF4-FFF2-40B4-BE49-F238E27FC236}">
                <a16:creationId xmlns:a16="http://schemas.microsoft.com/office/drawing/2014/main" id="{A029A342-6AFA-6EC3-B6DD-AE49D4099E0D}"/>
              </a:ext>
            </a:extLst>
          </p:cNvPr>
          <p:cNvGrpSpPr>
            <a:grpSpLocks/>
          </p:cNvGrpSpPr>
          <p:nvPr/>
        </p:nvGrpSpPr>
        <p:grpSpPr bwMode="auto">
          <a:xfrm>
            <a:off x="3429000" y="3441700"/>
            <a:ext cx="1752600" cy="749300"/>
            <a:chOff x="2160" y="2024"/>
            <a:chExt cx="1104" cy="472"/>
          </a:xfrm>
        </p:grpSpPr>
        <p:sp>
          <p:nvSpPr>
            <p:cNvPr id="83999" name="AutoShape 56">
              <a:extLst>
                <a:ext uri="{FF2B5EF4-FFF2-40B4-BE49-F238E27FC236}">
                  <a16:creationId xmlns:a16="http://schemas.microsoft.com/office/drawing/2014/main" id="{F5B2E46F-415D-948D-A374-08D136E8C8E7}"/>
                </a:ext>
              </a:extLst>
            </p:cNvPr>
            <p:cNvSpPr>
              <a:spLocks noChangeArrowheads="1"/>
            </p:cNvSpPr>
            <p:nvPr/>
          </p:nvSpPr>
          <p:spPr bwMode="auto">
            <a:xfrm>
              <a:off x="2618" y="2024"/>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4000" name="Line 57">
              <a:extLst>
                <a:ext uri="{FF2B5EF4-FFF2-40B4-BE49-F238E27FC236}">
                  <a16:creationId xmlns:a16="http://schemas.microsoft.com/office/drawing/2014/main" id="{1BE2F53A-7FB2-E39E-C3E5-3DAD02C3A3BD}"/>
                </a:ext>
              </a:extLst>
            </p:cNvPr>
            <p:cNvSpPr>
              <a:spLocks noChangeShapeType="1"/>
            </p:cNvSpPr>
            <p:nvPr/>
          </p:nvSpPr>
          <p:spPr bwMode="auto">
            <a:xfrm flipV="1">
              <a:off x="2160" y="2304"/>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1" name="Line 58">
              <a:extLst>
                <a:ext uri="{FF2B5EF4-FFF2-40B4-BE49-F238E27FC236}">
                  <a16:creationId xmlns:a16="http://schemas.microsoft.com/office/drawing/2014/main" id="{6E44B952-0710-7EE9-0215-35AECDAACB4A}"/>
                </a:ext>
              </a:extLst>
            </p:cNvPr>
            <p:cNvSpPr>
              <a:spLocks noChangeShapeType="1"/>
            </p:cNvSpPr>
            <p:nvPr/>
          </p:nvSpPr>
          <p:spPr bwMode="auto">
            <a:xfrm>
              <a:off x="2160" y="2304"/>
              <a:ext cx="11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2" name="Line 59">
              <a:extLst>
                <a:ext uri="{FF2B5EF4-FFF2-40B4-BE49-F238E27FC236}">
                  <a16:creationId xmlns:a16="http://schemas.microsoft.com/office/drawing/2014/main" id="{A1B88D13-A5E1-426B-F2D0-50873190FE70}"/>
                </a:ext>
              </a:extLst>
            </p:cNvPr>
            <p:cNvSpPr>
              <a:spLocks noChangeShapeType="1"/>
            </p:cNvSpPr>
            <p:nvPr/>
          </p:nvSpPr>
          <p:spPr bwMode="auto">
            <a:xfrm flipV="1">
              <a:off x="2688" y="2170"/>
              <a:ext cx="0" cy="1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4003" name="Line 61">
              <a:extLst>
                <a:ext uri="{FF2B5EF4-FFF2-40B4-BE49-F238E27FC236}">
                  <a16:creationId xmlns:a16="http://schemas.microsoft.com/office/drawing/2014/main" id="{95CEAC1F-CB92-4948-E7A7-F7687AF57ECA}"/>
                </a:ext>
              </a:extLst>
            </p:cNvPr>
            <p:cNvSpPr>
              <a:spLocks noChangeShapeType="1"/>
            </p:cNvSpPr>
            <p:nvPr/>
          </p:nvSpPr>
          <p:spPr bwMode="auto">
            <a:xfrm flipV="1">
              <a:off x="3264" y="2304"/>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83984" name="Group 70">
            <a:extLst>
              <a:ext uri="{FF2B5EF4-FFF2-40B4-BE49-F238E27FC236}">
                <a16:creationId xmlns:a16="http://schemas.microsoft.com/office/drawing/2014/main" id="{4CA00A81-5AE9-0593-E4FB-2244CF654FC8}"/>
              </a:ext>
            </a:extLst>
          </p:cNvPr>
          <p:cNvGrpSpPr>
            <a:grpSpLocks/>
          </p:cNvGrpSpPr>
          <p:nvPr/>
        </p:nvGrpSpPr>
        <p:grpSpPr bwMode="auto">
          <a:xfrm>
            <a:off x="4343400" y="4876800"/>
            <a:ext cx="1752600" cy="749300"/>
            <a:chOff x="2160" y="2024"/>
            <a:chExt cx="1104" cy="472"/>
          </a:xfrm>
        </p:grpSpPr>
        <p:sp>
          <p:nvSpPr>
            <p:cNvPr id="83994" name="AutoShape 71">
              <a:extLst>
                <a:ext uri="{FF2B5EF4-FFF2-40B4-BE49-F238E27FC236}">
                  <a16:creationId xmlns:a16="http://schemas.microsoft.com/office/drawing/2014/main" id="{54D4AA8B-9AE4-AC72-774C-6481BA2658C3}"/>
                </a:ext>
              </a:extLst>
            </p:cNvPr>
            <p:cNvSpPr>
              <a:spLocks noChangeArrowheads="1"/>
            </p:cNvSpPr>
            <p:nvPr/>
          </p:nvSpPr>
          <p:spPr bwMode="auto">
            <a:xfrm>
              <a:off x="2618" y="2024"/>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3995" name="Line 72">
              <a:extLst>
                <a:ext uri="{FF2B5EF4-FFF2-40B4-BE49-F238E27FC236}">
                  <a16:creationId xmlns:a16="http://schemas.microsoft.com/office/drawing/2014/main" id="{A01EA587-98F9-BD69-10D9-C4C28350DB79}"/>
                </a:ext>
              </a:extLst>
            </p:cNvPr>
            <p:cNvSpPr>
              <a:spLocks noChangeShapeType="1"/>
            </p:cNvSpPr>
            <p:nvPr/>
          </p:nvSpPr>
          <p:spPr bwMode="auto">
            <a:xfrm flipV="1">
              <a:off x="2160" y="2304"/>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96" name="Line 73">
              <a:extLst>
                <a:ext uri="{FF2B5EF4-FFF2-40B4-BE49-F238E27FC236}">
                  <a16:creationId xmlns:a16="http://schemas.microsoft.com/office/drawing/2014/main" id="{D755796E-F400-A937-BBB5-6B20642F8FE1}"/>
                </a:ext>
              </a:extLst>
            </p:cNvPr>
            <p:cNvSpPr>
              <a:spLocks noChangeShapeType="1"/>
            </p:cNvSpPr>
            <p:nvPr/>
          </p:nvSpPr>
          <p:spPr bwMode="auto">
            <a:xfrm>
              <a:off x="2160" y="2304"/>
              <a:ext cx="110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97" name="Line 74">
              <a:extLst>
                <a:ext uri="{FF2B5EF4-FFF2-40B4-BE49-F238E27FC236}">
                  <a16:creationId xmlns:a16="http://schemas.microsoft.com/office/drawing/2014/main" id="{38CE6852-7C90-E61F-BB5E-15E0BA8BF00E}"/>
                </a:ext>
              </a:extLst>
            </p:cNvPr>
            <p:cNvSpPr>
              <a:spLocks noChangeShapeType="1"/>
            </p:cNvSpPr>
            <p:nvPr/>
          </p:nvSpPr>
          <p:spPr bwMode="auto">
            <a:xfrm flipV="1">
              <a:off x="2688" y="2170"/>
              <a:ext cx="0" cy="1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3998" name="Line 75">
              <a:extLst>
                <a:ext uri="{FF2B5EF4-FFF2-40B4-BE49-F238E27FC236}">
                  <a16:creationId xmlns:a16="http://schemas.microsoft.com/office/drawing/2014/main" id="{F04F782E-2463-80BC-4196-BECD985EAD77}"/>
                </a:ext>
              </a:extLst>
            </p:cNvPr>
            <p:cNvSpPr>
              <a:spLocks noChangeShapeType="1"/>
            </p:cNvSpPr>
            <p:nvPr/>
          </p:nvSpPr>
          <p:spPr bwMode="auto">
            <a:xfrm flipV="1">
              <a:off x="3264" y="2304"/>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83985" name="Group 76">
            <a:extLst>
              <a:ext uri="{FF2B5EF4-FFF2-40B4-BE49-F238E27FC236}">
                <a16:creationId xmlns:a16="http://schemas.microsoft.com/office/drawing/2014/main" id="{BD566B20-7B91-1B5B-5A17-F76ECCE97C0B}"/>
              </a:ext>
            </a:extLst>
          </p:cNvPr>
          <p:cNvGrpSpPr>
            <a:grpSpLocks/>
          </p:cNvGrpSpPr>
          <p:nvPr/>
        </p:nvGrpSpPr>
        <p:grpSpPr bwMode="auto">
          <a:xfrm>
            <a:off x="3581400" y="5638800"/>
            <a:ext cx="1524000" cy="685800"/>
            <a:chOff x="2208" y="1056"/>
            <a:chExt cx="960" cy="432"/>
          </a:xfrm>
        </p:grpSpPr>
        <p:sp>
          <p:nvSpPr>
            <p:cNvPr id="83992" name="Rectangle 77">
              <a:extLst>
                <a:ext uri="{FF2B5EF4-FFF2-40B4-BE49-F238E27FC236}">
                  <a16:creationId xmlns:a16="http://schemas.microsoft.com/office/drawing/2014/main" id="{35F00F51-667B-1C77-A52F-1C30331DC4BA}"/>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83993" name="Text Box 78">
              <a:extLst>
                <a:ext uri="{FF2B5EF4-FFF2-40B4-BE49-F238E27FC236}">
                  <a16:creationId xmlns:a16="http://schemas.microsoft.com/office/drawing/2014/main" id="{B4138376-5ABD-F4A8-F84C-4585D5BC3CEE}"/>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Ellipse</a:t>
              </a:r>
              <a:br>
                <a:rPr lang="en-US" altLang="en-US" sz="1800"/>
              </a:br>
              <a:r>
                <a:rPr lang="en-US" altLang="en-US" sz="1800"/>
                <a:t>Element</a:t>
              </a:r>
            </a:p>
          </p:txBody>
        </p:sp>
      </p:grpSp>
      <p:grpSp>
        <p:nvGrpSpPr>
          <p:cNvPr id="531538" name="Group 82">
            <a:extLst>
              <a:ext uri="{FF2B5EF4-FFF2-40B4-BE49-F238E27FC236}">
                <a16:creationId xmlns:a16="http://schemas.microsoft.com/office/drawing/2014/main" id="{0B01BAA1-BA59-0024-0D0D-9ED6B4FAC89E}"/>
              </a:ext>
            </a:extLst>
          </p:cNvPr>
          <p:cNvGrpSpPr>
            <a:grpSpLocks/>
          </p:cNvGrpSpPr>
          <p:nvPr/>
        </p:nvGrpSpPr>
        <p:grpSpPr bwMode="auto">
          <a:xfrm>
            <a:off x="914400" y="1219200"/>
            <a:ext cx="8112125" cy="3268663"/>
            <a:chOff x="576" y="768"/>
            <a:chExt cx="5110" cy="2059"/>
          </a:xfrm>
        </p:grpSpPr>
        <p:sp>
          <p:nvSpPr>
            <p:cNvPr id="83990" name="Oval 80">
              <a:extLst>
                <a:ext uri="{FF2B5EF4-FFF2-40B4-BE49-F238E27FC236}">
                  <a16:creationId xmlns:a16="http://schemas.microsoft.com/office/drawing/2014/main" id="{80529D68-DF39-78C5-B11E-A7E1DC0F127C}"/>
                </a:ext>
              </a:extLst>
            </p:cNvPr>
            <p:cNvSpPr>
              <a:spLocks noChangeArrowheads="1"/>
            </p:cNvSpPr>
            <p:nvPr/>
          </p:nvSpPr>
          <p:spPr bwMode="auto">
            <a:xfrm>
              <a:off x="576" y="768"/>
              <a:ext cx="4224" cy="1584"/>
            </a:xfrm>
            <a:prstGeom prst="ellipse">
              <a:avLst/>
            </a:prstGeom>
            <a:noFill/>
            <a:ln w="28575">
              <a:solidFill>
                <a:srgbClr val="3399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endParaRPr lang="en-US" altLang="en-US" sz="2400">
                <a:solidFill>
                  <a:srgbClr val="00A479"/>
                </a:solidFill>
              </a:endParaRPr>
            </a:p>
          </p:txBody>
        </p:sp>
        <p:sp>
          <p:nvSpPr>
            <p:cNvPr id="83991" name="Text Box 81">
              <a:extLst>
                <a:ext uri="{FF2B5EF4-FFF2-40B4-BE49-F238E27FC236}">
                  <a16:creationId xmlns:a16="http://schemas.microsoft.com/office/drawing/2014/main" id="{EA7C56EB-E358-236B-B237-806A16E4725D}"/>
                </a:ext>
              </a:extLst>
            </p:cNvPr>
            <p:cNvSpPr txBox="1">
              <a:spLocks noChangeArrowheads="1"/>
            </p:cNvSpPr>
            <p:nvPr/>
          </p:nvSpPr>
          <p:spPr bwMode="auto">
            <a:xfrm>
              <a:off x="3744" y="2304"/>
              <a:ext cx="194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sz="2400" i="1">
                  <a:solidFill>
                    <a:srgbClr val="0C3A80"/>
                  </a:solidFill>
                </a:rPr>
                <a:t>Common design structure</a:t>
              </a:r>
            </a:p>
            <a:p>
              <a:pPr>
                <a:spcBef>
                  <a:spcPct val="0"/>
                </a:spcBef>
                <a:buSzTx/>
                <a:buFont typeface="Wingdings" panose="05000000000000000000" pitchFamily="2" charset="2"/>
                <a:buChar char="F"/>
              </a:pPr>
              <a:r>
                <a:rPr lang="en-AU" altLang="en-US" sz="2400" i="1">
                  <a:solidFill>
                    <a:srgbClr val="0C3A80"/>
                  </a:solidFill>
                </a:rPr>
                <a:t> more in Lecture 7</a:t>
              </a:r>
            </a:p>
          </p:txBody>
        </p:sp>
      </p:grpSp>
      <p:pic>
        <p:nvPicPr>
          <p:cNvPr id="83987" name="Picture 84" descr="a_brief_history_of_smileys_2">
            <a:extLst>
              <a:ext uri="{FF2B5EF4-FFF2-40B4-BE49-F238E27FC236}">
                <a16:creationId xmlns:a16="http://schemas.microsoft.com/office/drawing/2014/main" id="{BD3581B6-2278-0F2A-6ABC-329C9BE93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1788" y="5943600"/>
            <a:ext cx="303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8" name="Picture 85" descr="a_brief_history_of_smileys_2">
            <a:extLst>
              <a:ext uri="{FF2B5EF4-FFF2-40B4-BE49-F238E27FC236}">
                <a16:creationId xmlns:a16="http://schemas.microsoft.com/office/drawing/2014/main" id="{A3481304-EAD5-1BC1-3861-B586F4757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5715000"/>
            <a:ext cx="303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89" name="Slide Number Placeholder 1">
            <a:extLst>
              <a:ext uri="{FF2B5EF4-FFF2-40B4-BE49-F238E27FC236}">
                <a16:creationId xmlns:a16="http://schemas.microsoft.com/office/drawing/2014/main" id="{5DFB0A18-DC32-6016-FBCD-9B3E73237BB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5E64588-E0AE-4980-AE27-184B8C37B27F}" type="slidenum">
              <a:rPr lang="en-AU" altLang="en-US" sz="1400" smtClean="0">
                <a:latin typeface="Times New Roman" panose="02020603050405020304" pitchFamily="18" charset="0"/>
              </a:rPr>
              <a:pPr>
                <a:spcBef>
                  <a:spcPct val="0"/>
                </a:spcBef>
                <a:buSzTx/>
                <a:buFontTx/>
                <a:buNone/>
              </a:pPr>
              <a:t>39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1538"/>
                                        </p:tgtEl>
                                        <p:attrNameLst>
                                          <p:attrName>style.visibility</p:attrName>
                                        </p:attrNameLst>
                                      </p:cBhvr>
                                      <p:to>
                                        <p:strVal val="visible"/>
                                      </p:to>
                                    </p:set>
                                    <p:anim calcmode="lin" valueType="num">
                                      <p:cBhvr additive="base">
                                        <p:cTn id="7" dur="500" fill="hold"/>
                                        <p:tgtEl>
                                          <p:spTgt spid="531538"/>
                                        </p:tgtEl>
                                        <p:attrNameLst>
                                          <p:attrName>ppt_x</p:attrName>
                                        </p:attrNameLst>
                                      </p:cBhvr>
                                      <p:tavLst>
                                        <p:tav tm="0">
                                          <p:val>
                                            <p:strVal val="#ppt_x"/>
                                          </p:val>
                                        </p:tav>
                                        <p:tav tm="100000">
                                          <p:val>
                                            <p:strVal val="#ppt_x"/>
                                          </p:val>
                                        </p:tav>
                                      </p:tavLst>
                                    </p:anim>
                                    <p:anim calcmode="lin" valueType="num">
                                      <p:cBhvr additive="base">
                                        <p:cTn id="8" dur="500" fill="hold"/>
                                        <p:tgtEl>
                                          <p:spTgt spid="5315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1026">
            <a:extLst>
              <a:ext uri="{FF2B5EF4-FFF2-40B4-BE49-F238E27FC236}">
                <a16:creationId xmlns:a16="http://schemas.microsoft.com/office/drawing/2014/main" id="{EDE0F1CB-E2EB-1858-8B9B-902F49609F82}"/>
              </a:ext>
            </a:extLst>
          </p:cNvPr>
          <p:cNvSpPr>
            <a:spLocks noGrp="1" noChangeArrowheads="1"/>
          </p:cNvSpPr>
          <p:nvPr>
            <p:ph type="title"/>
          </p:nvPr>
        </p:nvSpPr>
        <p:spPr/>
        <p:txBody>
          <a:bodyPr/>
          <a:lstStyle/>
          <a:p>
            <a:pPr>
              <a:defRPr/>
            </a:pPr>
            <a:r>
              <a:rPr lang="en-US">
                <a:ea typeface="+mj-ea"/>
                <a:cs typeface="+mj-cs"/>
              </a:rPr>
              <a:t>Inheritance Heuristics</a:t>
            </a:r>
          </a:p>
        </p:txBody>
      </p:sp>
      <p:sp>
        <p:nvSpPr>
          <p:cNvPr id="86019" name="Rectangle 1027">
            <a:extLst>
              <a:ext uri="{FF2B5EF4-FFF2-40B4-BE49-F238E27FC236}">
                <a16:creationId xmlns:a16="http://schemas.microsoft.com/office/drawing/2014/main" id="{111912FF-E574-D7B3-91D2-461281BE2E23}"/>
              </a:ext>
            </a:extLst>
          </p:cNvPr>
          <p:cNvSpPr>
            <a:spLocks noGrp="1" noChangeArrowheads="1"/>
          </p:cNvSpPr>
          <p:nvPr>
            <p:ph type="body" idx="1"/>
          </p:nvPr>
        </p:nvSpPr>
        <p:spPr>
          <a:xfrm>
            <a:off x="179388" y="1187450"/>
            <a:ext cx="2916237" cy="4800600"/>
          </a:xfrm>
        </p:spPr>
        <p:txBody>
          <a:bodyPr/>
          <a:lstStyle/>
          <a:p>
            <a:r>
              <a:rPr lang="en-US" altLang="en-US" sz="3200"/>
              <a:t>Heuristic 5.4 (p. 84)</a:t>
            </a:r>
          </a:p>
          <a:p>
            <a:pPr lvl="1"/>
            <a:r>
              <a:rPr lang="en-US" altLang="en-US" sz="2800" i="1">
                <a:solidFill>
                  <a:srgbClr val="7F0300"/>
                </a:solidFill>
              </a:rPr>
              <a:t>In theory, inheritance hierarchies should be deep - the deeper, the better</a:t>
            </a:r>
            <a:endParaRPr lang="en-US" altLang="en-US" sz="2800"/>
          </a:p>
          <a:p>
            <a:pPr lvl="1">
              <a:buFont typeface="Wingdings" panose="05000000000000000000" pitchFamily="2" charset="2"/>
              <a:buChar char="F"/>
            </a:pPr>
            <a:r>
              <a:rPr lang="en-US" altLang="en-US" sz="2800"/>
              <a:t>“Correct” set of responsibilities at each level.</a:t>
            </a:r>
          </a:p>
          <a:p>
            <a:pPr>
              <a:buFont typeface="Wingdings" panose="05000000000000000000" pitchFamily="2" charset="2"/>
              <a:buNone/>
            </a:pPr>
            <a:endParaRPr lang="en-US" altLang="en-US" sz="1800"/>
          </a:p>
        </p:txBody>
      </p:sp>
      <p:sp>
        <p:nvSpPr>
          <p:cNvPr id="86020" name="Slide Number Placeholder 1">
            <a:extLst>
              <a:ext uri="{FF2B5EF4-FFF2-40B4-BE49-F238E27FC236}">
                <a16:creationId xmlns:a16="http://schemas.microsoft.com/office/drawing/2014/main" id="{68230978-2834-648C-E603-67305006FB8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6D74975-DD28-4E28-8EA6-C783821B8E17}" type="slidenum">
              <a:rPr lang="en-AU" altLang="en-US" sz="1400" smtClean="0">
                <a:latin typeface="Times New Roman" panose="02020603050405020304" pitchFamily="18" charset="0"/>
              </a:rPr>
              <a:pPr>
                <a:spcBef>
                  <a:spcPct val="0"/>
                </a:spcBef>
                <a:buSzTx/>
                <a:buFontTx/>
                <a:buNone/>
              </a:pPr>
              <a:t>40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86021" name="Picture 6" descr="PlantUML diagram">
            <a:extLst>
              <a:ext uri="{FF2B5EF4-FFF2-40B4-BE49-F238E27FC236}">
                <a16:creationId xmlns:a16="http://schemas.microsoft.com/office/drawing/2014/main" id="{E9794615-1C87-96CA-BCFD-5CC6045D1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173163"/>
            <a:ext cx="5338762"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1026">
            <a:extLst>
              <a:ext uri="{FF2B5EF4-FFF2-40B4-BE49-F238E27FC236}">
                <a16:creationId xmlns:a16="http://schemas.microsoft.com/office/drawing/2014/main" id="{2299A47B-CE7D-DCF2-AFF5-013D652B6536}"/>
              </a:ext>
            </a:extLst>
          </p:cNvPr>
          <p:cNvSpPr>
            <a:spLocks noGrp="1" noChangeArrowheads="1"/>
          </p:cNvSpPr>
          <p:nvPr>
            <p:ph type="title"/>
          </p:nvPr>
        </p:nvSpPr>
        <p:spPr/>
        <p:txBody>
          <a:bodyPr/>
          <a:lstStyle/>
          <a:p>
            <a:pPr>
              <a:defRPr/>
            </a:pPr>
            <a:r>
              <a:rPr lang="en-US">
                <a:ea typeface="+mj-ea"/>
                <a:cs typeface="+mj-cs"/>
              </a:rPr>
              <a:t>Inheritance Heuristics</a:t>
            </a:r>
          </a:p>
        </p:txBody>
      </p:sp>
      <p:sp>
        <p:nvSpPr>
          <p:cNvPr id="88067" name="Rectangle 1027">
            <a:extLst>
              <a:ext uri="{FF2B5EF4-FFF2-40B4-BE49-F238E27FC236}">
                <a16:creationId xmlns:a16="http://schemas.microsoft.com/office/drawing/2014/main" id="{ED2D4823-9FDC-5599-CD75-E93FB329FBB9}"/>
              </a:ext>
            </a:extLst>
          </p:cNvPr>
          <p:cNvSpPr>
            <a:spLocks noGrp="1" noChangeArrowheads="1"/>
          </p:cNvSpPr>
          <p:nvPr>
            <p:ph type="body" idx="1"/>
          </p:nvPr>
        </p:nvSpPr>
        <p:spPr>
          <a:xfrm>
            <a:off x="179388" y="1196975"/>
            <a:ext cx="2916237" cy="4800600"/>
          </a:xfrm>
        </p:spPr>
        <p:txBody>
          <a:bodyPr/>
          <a:lstStyle/>
          <a:p>
            <a:r>
              <a:rPr lang="en-US" altLang="en-US" sz="2400"/>
              <a:t>Heuristic 5.5 (p. 84)</a:t>
            </a:r>
          </a:p>
          <a:p>
            <a:pPr lvl="1"/>
            <a:r>
              <a:rPr lang="en-US" altLang="en-US" sz="2000" i="1">
                <a:solidFill>
                  <a:srgbClr val="7F0300"/>
                </a:solidFill>
              </a:rPr>
              <a:t>In practice, inheritance hierarchies should be no deeper than an average developer can keep in his/her short-term memory</a:t>
            </a:r>
            <a:endParaRPr lang="en-US" altLang="en-US" sz="2000"/>
          </a:p>
          <a:p>
            <a:pPr lvl="1">
              <a:buFont typeface="Wingdings" panose="05000000000000000000" pitchFamily="2" charset="2"/>
              <a:buChar char="F"/>
            </a:pPr>
            <a:r>
              <a:rPr lang="en-US" altLang="en-US" sz="2000"/>
              <a:t>Developers must be able to work with a given abstraction hierarchy! Assume 5 to 7 be a maximum depth.</a:t>
            </a:r>
          </a:p>
          <a:p>
            <a:pPr lvl="1">
              <a:buFont typeface="Wingdings" panose="05000000000000000000" pitchFamily="2" charset="2"/>
              <a:buChar char="F"/>
            </a:pPr>
            <a:r>
              <a:rPr lang="en-US" altLang="en-US" sz="2000"/>
              <a:t>Empirical studies show that hierarchies are rarely deep</a:t>
            </a:r>
          </a:p>
        </p:txBody>
      </p:sp>
      <p:sp>
        <p:nvSpPr>
          <p:cNvPr id="88068" name="Slide Number Placeholder 1">
            <a:extLst>
              <a:ext uri="{FF2B5EF4-FFF2-40B4-BE49-F238E27FC236}">
                <a16:creationId xmlns:a16="http://schemas.microsoft.com/office/drawing/2014/main" id="{BF387AB6-03C3-074B-04AC-831E51733B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B7EABD6-CBD0-49C6-9D70-D49575C1081C}" type="slidenum">
              <a:rPr lang="en-AU" altLang="en-US" sz="1400" smtClean="0">
                <a:latin typeface="Times New Roman" panose="02020603050405020304" pitchFamily="18" charset="0"/>
              </a:rPr>
              <a:pPr>
                <a:spcBef>
                  <a:spcPct val="0"/>
                </a:spcBef>
                <a:buSzTx/>
                <a:buFontTx/>
                <a:buNone/>
              </a:pPr>
              <a:t>41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88069" name="Picture 6">
            <a:extLst>
              <a:ext uri="{FF2B5EF4-FFF2-40B4-BE49-F238E27FC236}">
                <a16:creationId xmlns:a16="http://schemas.microsoft.com/office/drawing/2014/main" id="{BE3166A5-9446-0B5B-D898-5934A4BB3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273175"/>
            <a:ext cx="4081462" cy="539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1026">
            <a:extLst>
              <a:ext uri="{FF2B5EF4-FFF2-40B4-BE49-F238E27FC236}">
                <a16:creationId xmlns:a16="http://schemas.microsoft.com/office/drawing/2014/main" id="{7DD71D10-4A7F-762A-8598-6AA9139043CC}"/>
              </a:ext>
            </a:extLst>
          </p:cNvPr>
          <p:cNvSpPr>
            <a:spLocks noGrp="1" noChangeArrowheads="1"/>
          </p:cNvSpPr>
          <p:nvPr>
            <p:ph type="title"/>
          </p:nvPr>
        </p:nvSpPr>
        <p:spPr/>
        <p:txBody>
          <a:bodyPr/>
          <a:lstStyle/>
          <a:p>
            <a:pPr>
              <a:defRPr/>
            </a:pPr>
            <a:r>
              <a:rPr lang="en-US">
                <a:ea typeface="+mj-ea"/>
                <a:cs typeface="+mj-cs"/>
              </a:rPr>
              <a:t>Inheritance Heuristics (cont.)</a:t>
            </a:r>
          </a:p>
        </p:txBody>
      </p:sp>
      <p:sp>
        <p:nvSpPr>
          <p:cNvPr id="547843" name="Rectangle 1027">
            <a:extLst>
              <a:ext uri="{FF2B5EF4-FFF2-40B4-BE49-F238E27FC236}">
                <a16:creationId xmlns:a16="http://schemas.microsoft.com/office/drawing/2014/main" id="{7561B48E-90D8-5F90-E4D1-2515A4CC0F30}"/>
              </a:ext>
            </a:extLst>
          </p:cNvPr>
          <p:cNvSpPr>
            <a:spLocks noGrp="1" noChangeArrowheads="1"/>
          </p:cNvSpPr>
          <p:nvPr>
            <p:ph type="body" idx="1"/>
          </p:nvPr>
        </p:nvSpPr>
        <p:spPr>
          <a:xfrm>
            <a:off x="207963" y="1400175"/>
            <a:ext cx="3284537" cy="4800600"/>
          </a:xfrm>
        </p:spPr>
        <p:txBody>
          <a:bodyPr/>
          <a:lstStyle/>
          <a:p>
            <a:pPr>
              <a:lnSpc>
                <a:spcPct val="90000"/>
              </a:lnSpc>
              <a:buFont typeface="Wingdings" charset="0"/>
              <a:buChar char="n"/>
              <a:defRPr/>
            </a:pPr>
            <a:r>
              <a:rPr lang="en-US" dirty="0">
                <a:ea typeface="+mn-ea"/>
                <a:cs typeface="+mn-cs"/>
              </a:rPr>
              <a:t>Heuristic 5.12 (p. 98)</a:t>
            </a:r>
          </a:p>
          <a:p>
            <a:pPr lvl="1">
              <a:lnSpc>
                <a:spcPct val="90000"/>
              </a:lnSpc>
              <a:buFont typeface="Wingdings" charset="0"/>
              <a:buChar char="¨"/>
              <a:defRPr/>
            </a:pPr>
            <a:r>
              <a:rPr lang="en-US" i="1" dirty="0">
                <a:solidFill>
                  <a:srgbClr val="7F0300"/>
                </a:solidFill>
                <a:ea typeface="+mn-ea"/>
              </a:rPr>
              <a:t>Explicit case analysis on the type of an object is usually an error. The designer should use polymorphism in most cases</a:t>
            </a:r>
            <a:endParaRPr lang="en-US" dirty="0">
              <a:ea typeface="+mn-ea"/>
            </a:endParaRPr>
          </a:p>
          <a:p>
            <a:pPr lvl="1">
              <a:lnSpc>
                <a:spcPct val="90000"/>
              </a:lnSpc>
              <a:buFont typeface="Wingdings" charset="0"/>
              <a:buChar char="F"/>
              <a:defRPr/>
            </a:pPr>
            <a:r>
              <a:rPr lang="en-US" dirty="0">
                <a:ea typeface="+mn-ea"/>
              </a:rPr>
              <a:t>Case analysis also often reveals misassigned responsibilities!</a:t>
            </a:r>
          </a:p>
        </p:txBody>
      </p:sp>
      <p:sp>
        <p:nvSpPr>
          <p:cNvPr id="90116" name="Slide Number Placeholder 1">
            <a:extLst>
              <a:ext uri="{FF2B5EF4-FFF2-40B4-BE49-F238E27FC236}">
                <a16:creationId xmlns:a16="http://schemas.microsoft.com/office/drawing/2014/main" id="{F03623AC-CAA8-96CE-772F-B63ED09E585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14FDBAE-67E1-441C-9C5E-F4953B9EE876}" type="slidenum">
              <a:rPr lang="en-AU" altLang="en-US" sz="1400" smtClean="0">
                <a:latin typeface="Times New Roman" panose="02020603050405020304" pitchFamily="18" charset="0"/>
              </a:rPr>
              <a:pPr>
                <a:spcBef>
                  <a:spcPct val="0"/>
                </a:spcBef>
                <a:buSzTx/>
                <a:buFontTx/>
                <a:buNone/>
              </a:pPr>
              <a:t>42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90117" name="Picture 6" descr="PlantUML diagram">
            <a:extLst>
              <a:ext uri="{FF2B5EF4-FFF2-40B4-BE49-F238E27FC236}">
                <a16:creationId xmlns:a16="http://schemas.microsoft.com/office/drawing/2014/main" id="{DD95D645-7784-B59A-A76D-D4461616E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0" y="1809750"/>
            <a:ext cx="5387975" cy="303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1026">
            <a:extLst>
              <a:ext uri="{FF2B5EF4-FFF2-40B4-BE49-F238E27FC236}">
                <a16:creationId xmlns:a16="http://schemas.microsoft.com/office/drawing/2014/main" id="{A4BC2122-5A13-F924-C8FD-460F784A6364}"/>
              </a:ext>
            </a:extLst>
          </p:cNvPr>
          <p:cNvSpPr>
            <a:spLocks noGrp="1" noChangeArrowheads="1"/>
          </p:cNvSpPr>
          <p:nvPr>
            <p:ph type="title"/>
          </p:nvPr>
        </p:nvSpPr>
        <p:spPr/>
        <p:txBody>
          <a:bodyPr/>
          <a:lstStyle/>
          <a:p>
            <a:pPr>
              <a:defRPr/>
            </a:pPr>
            <a:r>
              <a:rPr lang="en-US">
                <a:ea typeface="+mj-ea"/>
                <a:cs typeface="+mj-cs"/>
              </a:rPr>
              <a:t>Inheritance Heuristics (cont.)</a:t>
            </a:r>
          </a:p>
        </p:txBody>
      </p:sp>
      <p:sp>
        <p:nvSpPr>
          <p:cNvPr id="547843" name="Rectangle 1027">
            <a:extLst>
              <a:ext uri="{FF2B5EF4-FFF2-40B4-BE49-F238E27FC236}">
                <a16:creationId xmlns:a16="http://schemas.microsoft.com/office/drawing/2014/main" id="{629189B3-2B62-3D9C-22C6-80A320F3BECB}"/>
              </a:ext>
            </a:extLst>
          </p:cNvPr>
          <p:cNvSpPr>
            <a:spLocks noGrp="1" noChangeArrowheads="1"/>
          </p:cNvSpPr>
          <p:nvPr>
            <p:ph type="body" idx="1"/>
          </p:nvPr>
        </p:nvSpPr>
        <p:spPr>
          <a:xfrm>
            <a:off x="107950" y="1397000"/>
            <a:ext cx="3571875" cy="4800600"/>
          </a:xfrm>
        </p:spPr>
        <p:txBody>
          <a:bodyPr/>
          <a:lstStyle/>
          <a:p>
            <a:pPr>
              <a:lnSpc>
                <a:spcPct val="90000"/>
              </a:lnSpc>
              <a:buFont typeface="Wingdings" charset="0"/>
              <a:buChar char="n"/>
              <a:defRPr/>
            </a:pPr>
            <a:r>
              <a:rPr lang="en-US" dirty="0">
                <a:ea typeface="+mn-ea"/>
                <a:cs typeface="+mn-cs"/>
              </a:rPr>
              <a:t>Heuristic 5.16 (p. 113)</a:t>
            </a:r>
          </a:p>
          <a:p>
            <a:pPr lvl="1">
              <a:lnSpc>
                <a:spcPct val="90000"/>
              </a:lnSpc>
              <a:buFont typeface="Wingdings" charset="0"/>
              <a:buChar char="¨"/>
              <a:defRPr/>
            </a:pPr>
            <a:r>
              <a:rPr lang="en-US" i="1" dirty="0">
                <a:solidFill>
                  <a:srgbClr val="7F0300"/>
                </a:solidFill>
                <a:ea typeface="+mn-ea"/>
              </a:rPr>
              <a:t>It should be illegal for a derived class to override a base class method with a method that does nothing.</a:t>
            </a:r>
            <a:endParaRPr lang="en-US" dirty="0">
              <a:ea typeface="+mn-ea"/>
            </a:endParaRPr>
          </a:p>
          <a:p>
            <a:pPr lvl="1">
              <a:lnSpc>
                <a:spcPct val="90000"/>
              </a:lnSpc>
              <a:buFont typeface="Wingdings" charset="0"/>
              <a:buChar char="F"/>
              <a:defRPr/>
            </a:pPr>
            <a:r>
              <a:rPr lang="en-US" dirty="0">
                <a:ea typeface="+mn-ea"/>
              </a:rPr>
              <a:t>Declaring a NO-OP method implies that this class does not have a particular responsibility!</a:t>
            </a:r>
          </a:p>
        </p:txBody>
      </p:sp>
      <p:sp>
        <p:nvSpPr>
          <p:cNvPr id="92164" name="Slide Number Placeholder 1">
            <a:extLst>
              <a:ext uri="{FF2B5EF4-FFF2-40B4-BE49-F238E27FC236}">
                <a16:creationId xmlns:a16="http://schemas.microsoft.com/office/drawing/2014/main" id="{B092C9DB-3395-FB3A-AD6A-071D6986273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29A66B6-1566-41EF-9B31-F775BA55709F}" type="slidenum">
              <a:rPr lang="en-AU" altLang="en-US" sz="1400" smtClean="0">
                <a:latin typeface="Times New Roman" panose="02020603050405020304" pitchFamily="18" charset="0"/>
              </a:rPr>
              <a:pPr>
                <a:spcBef>
                  <a:spcPct val="0"/>
                </a:spcBef>
                <a:buSzTx/>
                <a:buFontTx/>
                <a:buNone/>
              </a:pPr>
              <a:t>43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92165" name="Picture 2" descr="PlantUML diagram">
            <a:extLst>
              <a:ext uri="{FF2B5EF4-FFF2-40B4-BE49-F238E27FC236}">
                <a16:creationId xmlns:a16="http://schemas.microsoft.com/office/drawing/2014/main" id="{87D21B2A-502D-9777-9C34-895BC2B84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450" y="1916113"/>
            <a:ext cx="5534025"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B969E1A4-2290-7068-9594-26031CF25B3D}"/>
              </a:ext>
            </a:extLst>
          </p:cNvPr>
          <p:cNvSpPr>
            <a:spLocks noGrp="1" noChangeArrowheads="1"/>
          </p:cNvSpPr>
          <p:nvPr>
            <p:ph type="title"/>
          </p:nvPr>
        </p:nvSpPr>
        <p:spPr/>
        <p:txBody>
          <a:bodyPr/>
          <a:lstStyle/>
          <a:p>
            <a:endParaRPr lang="en-US" altLang="en-US"/>
          </a:p>
        </p:txBody>
      </p:sp>
      <p:sp>
        <p:nvSpPr>
          <p:cNvPr id="94211" name="Content Placeholder 2">
            <a:extLst>
              <a:ext uri="{FF2B5EF4-FFF2-40B4-BE49-F238E27FC236}">
                <a16:creationId xmlns:a16="http://schemas.microsoft.com/office/drawing/2014/main" id="{23A2D27A-9AE8-B7E1-E8D4-8F76972A1BF4}"/>
              </a:ext>
            </a:extLst>
          </p:cNvPr>
          <p:cNvSpPr>
            <a:spLocks noGrp="1" noChangeArrowheads="1"/>
          </p:cNvSpPr>
          <p:nvPr>
            <p:ph idx="1"/>
          </p:nvPr>
        </p:nvSpPr>
        <p:spPr/>
        <p:txBody>
          <a:bodyPr/>
          <a:lstStyle/>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lgn="ctr">
              <a:buFont typeface="Wingdings" panose="05000000000000000000" pitchFamily="2" charset="2"/>
              <a:buNone/>
            </a:pPr>
            <a:r>
              <a:rPr lang="en-AU" altLang="en-US"/>
              <a:t>Break</a:t>
            </a:r>
          </a:p>
        </p:txBody>
      </p:sp>
      <p:sp>
        <p:nvSpPr>
          <p:cNvPr id="94212" name="Slide Number Placeholder 3">
            <a:extLst>
              <a:ext uri="{FF2B5EF4-FFF2-40B4-BE49-F238E27FC236}">
                <a16:creationId xmlns:a16="http://schemas.microsoft.com/office/drawing/2014/main" id="{4E902C03-E132-C39E-52FF-829869F7D4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0D64899-4DF4-4E0F-ABA8-33FDBC853B94}" type="slidenum">
              <a:rPr lang="en-AU" altLang="en-US" sz="1400" smtClean="0">
                <a:solidFill>
                  <a:srgbClr val="000000"/>
                </a:solidFill>
                <a:latin typeface="Times New Roman" panose="02020603050405020304" pitchFamily="18" charset="0"/>
              </a:rPr>
              <a:pPr>
                <a:spcBef>
                  <a:spcPct val="0"/>
                </a:spcBef>
                <a:buSzTx/>
                <a:buFontTx/>
                <a:buNone/>
              </a:pPr>
              <a:t>44</a:t>
            </a:fld>
            <a:endParaRPr lang="en-AU" altLang="en-US" sz="1400">
              <a:solidFill>
                <a:srgbClr val="000000"/>
              </a:solidFill>
              <a:latin typeface="Times New Roman" panose="02020603050405020304" pitchFamily="18" charset="0"/>
            </a:endParaRPr>
          </a:p>
          <a:p>
            <a:pPr>
              <a:spcBef>
                <a:spcPct val="0"/>
              </a:spcBef>
              <a:buSzTx/>
              <a:buFontTx/>
              <a:buNone/>
            </a:pPr>
            <a:endParaRPr lang="en-AU" altLang="en-US" sz="1400">
              <a:solidFill>
                <a:srgbClr val="000000"/>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3AD30FC-E926-68A4-7AD7-AA470CC0BE86}"/>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73443" name="Rectangle 1027">
            <a:extLst>
              <a:ext uri="{FF2B5EF4-FFF2-40B4-BE49-F238E27FC236}">
                <a16:creationId xmlns:a16="http://schemas.microsoft.com/office/drawing/2014/main" id="{1E318DD1-920E-643A-5FA1-5C75400300CB}"/>
              </a:ext>
            </a:extLst>
          </p:cNvPr>
          <p:cNvSpPr>
            <a:spLocks noGrp="1" noChangeArrowheads="1"/>
          </p:cNvSpPr>
          <p:nvPr>
            <p:ph type="title"/>
          </p:nvPr>
        </p:nvSpPr>
        <p:spPr/>
        <p:txBody>
          <a:bodyPr/>
          <a:lstStyle/>
          <a:p>
            <a:pPr>
              <a:defRPr/>
            </a:pPr>
            <a:r>
              <a:rPr lang="en-US">
                <a:ea typeface="+mj-ea"/>
                <a:cs typeface="+mj-cs"/>
              </a:rPr>
              <a:t>Roadmap</a:t>
            </a:r>
          </a:p>
        </p:txBody>
      </p:sp>
      <p:pic>
        <p:nvPicPr>
          <p:cNvPr id="95236" name="Picture 6" descr="roadmap">
            <a:extLst>
              <a:ext uri="{FF2B5EF4-FFF2-40B4-BE49-F238E27FC236}">
                <a16:creationId xmlns:a16="http://schemas.microsoft.com/office/drawing/2014/main" id="{E89E404C-03F9-5636-7688-BB38FF707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45" name="Rectangle 1029">
            <a:extLst>
              <a:ext uri="{FF2B5EF4-FFF2-40B4-BE49-F238E27FC236}">
                <a16:creationId xmlns:a16="http://schemas.microsoft.com/office/drawing/2014/main" id="{8FF10BE6-D6E3-91EC-D5FE-7387086B3187}"/>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Recap Lecture 5</a:t>
            </a:r>
          </a:p>
          <a:p>
            <a:pPr>
              <a:buFont typeface="Wingdings" charset="0"/>
              <a:buChar char="n"/>
              <a:defRPr/>
            </a:pPr>
            <a:r>
              <a:rPr lang="en-US">
                <a:ea typeface="+mn-ea"/>
                <a:cs typeface="+mn-cs"/>
              </a:rPr>
              <a:t>Building good class hierarchies</a:t>
            </a:r>
          </a:p>
          <a:p>
            <a:pPr lvl="1">
              <a:buFont typeface="Wingdings" charset="0"/>
              <a:buChar char="¨"/>
              <a:defRPr/>
            </a:pPr>
            <a:r>
              <a:rPr lang="en-US">
                <a:ea typeface="+mn-ea"/>
              </a:rPr>
              <a:t>Types of inheritance</a:t>
            </a:r>
          </a:p>
          <a:p>
            <a:pPr lvl="1">
              <a:buFont typeface="Wingdings" charset="0"/>
              <a:buChar char="¨"/>
              <a:defRPr/>
            </a:pPr>
            <a:r>
              <a:rPr lang="en-US">
                <a:ea typeface="+mn-ea"/>
              </a:rPr>
              <a:t>Heuristics for creating class hierarchies</a:t>
            </a:r>
          </a:p>
          <a:p>
            <a:pPr>
              <a:buFont typeface="Wingdings" charset="0"/>
              <a:buChar char="n"/>
              <a:defRPr/>
            </a:pPr>
            <a:r>
              <a:rPr lang="en-US" b="1">
                <a:ea typeface="+mn-ea"/>
                <a:cs typeface="+mn-cs"/>
              </a:rPr>
              <a:t>Roles and Protocols</a:t>
            </a:r>
            <a:endParaRPr lang="en-US">
              <a:ea typeface="+mn-ea"/>
              <a:cs typeface="+mn-cs"/>
            </a:endParaRPr>
          </a:p>
          <a:p>
            <a:pPr>
              <a:buFont typeface="Wingdings" charset="0"/>
              <a:buChar char="n"/>
              <a:defRPr/>
            </a:pPr>
            <a:r>
              <a:rPr lang="en-US">
                <a:ea typeface="+mn-ea"/>
                <a:cs typeface="+mn-cs"/>
              </a:rPr>
              <a:t>Associations and Aggregations</a:t>
            </a:r>
          </a:p>
          <a:p>
            <a:pPr>
              <a:buFont typeface="Wingdings" charset="0"/>
              <a:buChar char="n"/>
              <a:defRPr/>
            </a:pPr>
            <a:r>
              <a:rPr lang="en-US">
                <a:ea typeface="+mn-ea"/>
                <a:cs typeface="+mn-cs"/>
              </a:rPr>
              <a:t>Design by Contract</a:t>
            </a:r>
          </a:p>
        </p:txBody>
      </p:sp>
      <p:sp>
        <p:nvSpPr>
          <p:cNvPr id="95238" name="Slide Number Placeholder 1">
            <a:extLst>
              <a:ext uri="{FF2B5EF4-FFF2-40B4-BE49-F238E27FC236}">
                <a16:creationId xmlns:a16="http://schemas.microsoft.com/office/drawing/2014/main" id="{7908B645-3CA1-BA70-2DC9-F75B8E1AE81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B197F87-5D29-4048-8AC0-6A47C07FC673}" type="slidenum">
              <a:rPr lang="en-AU" altLang="en-US" sz="1400" smtClean="0">
                <a:latin typeface="Times New Roman" panose="02020603050405020304" pitchFamily="18" charset="0"/>
              </a:rPr>
              <a:pPr>
                <a:spcBef>
                  <a:spcPct val="0"/>
                </a:spcBef>
                <a:buSzTx/>
                <a:buFontTx/>
                <a:buNone/>
              </a:pPr>
              <a:t>45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a:extLst>
              <a:ext uri="{FF2B5EF4-FFF2-40B4-BE49-F238E27FC236}">
                <a16:creationId xmlns:a16="http://schemas.microsoft.com/office/drawing/2014/main" id="{A60F93C8-4CDC-1B0C-B716-D814D4C89A4F}"/>
              </a:ext>
            </a:extLst>
          </p:cNvPr>
          <p:cNvSpPr>
            <a:spLocks noGrp="1" noChangeArrowheads="1"/>
          </p:cNvSpPr>
          <p:nvPr>
            <p:ph type="title"/>
          </p:nvPr>
        </p:nvSpPr>
        <p:spPr/>
        <p:txBody>
          <a:bodyPr/>
          <a:lstStyle/>
          <a:p>
            <a:pPr>
              <a:defRPr/>
            </a:pPr>
            <a:r>
              <a:rPr lang="en-AU" dirty="0">
                <a:ea typeface="+mj-ea"/>
                <a:cs typeface="+mj-cs"/>
              </a:rPr>
              <a:t>Roles and Protocols</a:t>
            </a:r>
          </a:p>
        </p:txBody>
      </p:sp>
      <p:sp>
        <p:nvSpPr>
          <p:cNvPr id="537603" name="Rectangle 3">
            <a:extLst>
              <a:ext uri="{FF2B5EF4-FFF2-40B4-BE49-F238E27FC236}">
                <a16:creationId xmlns:a16="http://schemas.microsoft.com/office/drawing/2014/main" id="{AAA323F2-9C2E-35D3-E0F3-FC592952316C}"/>
              </a:ext>
            </a:extLst>
          </p:cNvPr>
          <p:cNvSpPr>
            <a:spLocks noGrp="1" noChangeArrowheads="1"/>
          </p:cNvSpPr>
          <p:nvPr>
            <p:ph type="body" idx="1"/>
          </p:nvPr>
        </p:nvSpPr>
        <p:spPr/>
        <p:txBody>
          <a:bodyPr/>
          <a:lstStyle/>
          <a:p>
            <a:pPr>
              <a:lnSpc>
                <a:spcPct val="90000"/>
              </a:lnSpc>
              <a:buFont typeface="Wingdings" charset="0"/>
              <a:buNone/>
              <a:defRPr/>
            </a:pPr>
            <a:endParaRPr lang="en-GB" sz="1800" dirty="0">
              <a:ea typeface="+mn-ea"/>
              <a:cs typeface="+mn-cs"/>
            </a:endParaRPr>
          </a:p>
          <a:p>
            <a:pPr>
              <a:lnSpc>
                <a:spcPct val="90000"/>
              </a:lnSpc>
              <a:buFont typeface="Wingdings" charset="0"/>
              <a:buChar char="n"/>
              <a:defRPr/>
            </a:pPr>
            <a:r>
              <a:rPr lang="en-GB" dirty="0">
                <a:ea typeface="+mn-ea"/>
                <a:cs typeface="+mn-cs"/>
              </a:rPr>
              <a:t>Within an object-oriented application, objects </a:t>
            </a:r>
            <a:r>
              <a:rPr lang="en-GB" i="1" dirty="0">
                <a:solidFill>
                  <a:srgbClr val="7F0300"/>
                </a:solidFill>
                <a:ea typeface="+mn-ea"/>
                <a:cs typeface="+mn-cs"/>
              </a:rPr>
              <a:t>collaborate</a:t>
            </a:r>
            <a:r>
              <a:rPr lang="en-GB" dirty="0">
                <a:ea typeface="+mn-ea"/>
                <a:cs typeface="+mn-cs"/>
              </a:rPr>
              <a:t> to perform the desired/required responsibilities.</a:t>
            </a:r>
          </a:p>
          <a:p>
            <a:pPr>
              <a:lnSpc>
                <a:spcPct val="90000"/>
              </a:lnSpc>
              <a:buFont typeface="Wingdings" charset="0"/>
              <a:buChar char="n"/>
              <a:defRPr/>
            </a:pPr>
            <a:r>
              <a:rPr lang="en-GB" dirty="0">
                <a:ea typeface="+mn-ea"/>
                <a:cs typeface="+mn-cs"/>
              </a:rPr>
              <a:t>Collaborations are often described using </a:t>
            </a:r>
            <a:r>
              <a:rPr lang="en-GB" i="1" dirty="0">
                <a:solidFill>
                  <a:srgbClr val="083A7F"/>
                </a:solidFill>
                <a:ea typeface="+mn-ea"/>
                <a:cs typeface="+mn-cs"/>
              </a:rPr>
              <a:t>protocols</a:t>
            </a:r>
            <a:r>
              <a:rPr lang="en-GB" dirty="0">
                <a:ea typeface="+mn-ea"/>
                <a:cs typeface="+mn-cs"/>
              </a:rPr>
              <a:t> (interfaces and </a:t>
            </a:r>
            <a:r>
              <a:rPr lang="en-GB" i="1" dirty="0">
                <a:solidFill>
                  <a:srgbClr val="7F0300"/>
                </a:solidFill>
                <a:ea typeface="+mn-ea"/>
                <a:cs typeface="+mn-cs"/>
              </a:rPr>
              <a:t>interaction sequences/dependencies</a:t>
            </a:r>
            <a:r>
              <a:rPr lang="en-GB" dirty="0">
                <a:ea typeface="+mn-ea"/>
                <a:cs typeface="+mn-cs"/>
              </a:rPr>
              <a:t>)			</a:t>
            </a:r>
          </a:p>
          <a:p>
            <a:pPr>
              <a:lnSpc>
                <a:spcPct val="90000"/>
              </a:lnSpc>
              <a:buFont typeface="Wingdings" charset="0"/>
              <a:buChar char="n"/>
              <a:defRPr/>
            </a:pPr>
            <a:r>
              <a:rPr lang="en-GB" dirty="0">
                <a:ea typeface="+mn-ea"/>
                <a:cs typeface="+mn-cs"/>
              </a:rPr>
              <a:t>Each participant in a collaboration plays a given </a:t>
            </a:r>
            <a:r>
              <a:rPr lang="en-GB" i="1" dirty="0">
                <a:solidFill>
                  <a:srgbClr val="083A7F"/>
                </a:solidFill>
                <a:ea typeface="+mn-ea"/>
                <a:cs typeface="+mn-cs"/>
              </a:rPr>
              <a:t>role</a:t>
            </a:r>
            <a:r>
              <a:rPr lang="en-GB" dirty="0">
                <a:ea typeface="+mn-ea"/>
                <a:cs typeface="+mn-cs"/>
              </a:rPr>
              <a:t>.</a:t>
            </a:r>
          </a:p>
          <a:p>
            <a:pPr>
              <a:lnSpc>
                <a:spcPct val="90000"/>
              </a:lnSpc>
              <a:buFont typeface="Wingdings" charset="0"/>
              <a:buChar char="n"/>
              <a:defRPr/>
            </a:pPr>
            <a:r>
              <a:rPr lang="en-GB" dirty="0">
                <a:ea typeface="+mn-ea"/>
                <a:cs typeface="+mn-cs"/>
              </a:rPr>
              <a:t>Roles can be either fixed or </a:t>
            </a:r>
            <a:r>
              <a:rPr lang="en-GB" i="1" dirty="0">
                <a:ea typeface="+mn-ea"/>
                <a:cs typeface="+mn-cs"/>
              </a:rPr>
              <a:t>unbound</a:t>
            </a:r>
            <a:r>
              <a:rPr lang="en-GB" dirty="0">
                <a:ea typeface="+mn-ea"/>
                <a:cs typeface="+mn-cs"/>
              </a:rPr>
              <a:t>.</a:t>
            </a:r>
            <a:endParaRPr lang="en-GB" sz="2400" dirty="0">
              <a:ea typeface="+mn-ea"/>
              <a:cs typeface="+mn-cs"/>
            </a:endParaRPr>
          </a:p>
          <a:p>
            <a:pPr lvl="1">
              <a:lnSpc>
                <a:spcPct val="90000"/>
              </a:lnSpc>
              <a:buFont typeface="Wingdings" charset="0"/>
              <a:buChar char="¨"/>
              <a:defRPr/>
            </a:pPr>
            <a:r>
              <a:rPr lang="en-GB" dirty="0">
                <a:ea typeface="+mn-ea"/>
              </a:rPr>
              <a:t>Unbound roles can be used for tailoring an application</a:t>
            </a:r>
            <a:br>
              <a:rPr lang="en-GB" dirty="0">
                <a:ea typeface="+mn-ea"/>
              </a:rPr>
            </a:br>
            <a:r>
              <a:rPr lang="en-GB" dirty="0">
                <a:ea typeface="+mn-ea"/>
              </a:rPr>
              <a:t>(i.e. create a new class which can play this role).</a:t>
            </a:r>
          </a:p>
        </p:txBody>
      </p:sp>
      <p:sp>
        <p:nvSpPr>
          <p:cNvPr id="97284" name="Slide Number Placeholder 1">
            <a:extLst>
              <a:ext uri="{FF2B5EF4-FFF2-40B4-BE49-F238E27FC236}">
                <a16:creationId xmlns:a16="http://schemas.microsoft.com/office/drawing/2014/main" id="{CB08058D-BDDE-AABB-5D43-8CEE1ADD25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116C961-C353-4861-B7E9-A8F325A21DF3}" type="slidenum">
              <a:rPr lang="en-AU" altLang="en-US" sz="1400" smtClean="0">
                <a:latin typeface="Times New Roman" panose="02020603050405020304" pitchFamily="18" charset="0"/>
              </a:rPr>
              <a:pPr>
                <a:spcBef>
                  <a:spcPct val="0"/>
                </a:spcBef>
                <a:buSzTx/>
                <a:buFontTx/>
                <a:buNone/>
              </a:pPr>
              <a:t>46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CCD2F70D-A589-212A-A1CF-A5C2658E8D4A}"/>
              </a:ext>
            </a:extLst>
          </p:cNvPr>
          <p:cNvSpPr>
            <a:spLocks noGrp="1" noChangeArrowheads="1"/>
          </p:cNvSpPr>
          <p:nvPr>
            <p:ph type="title"/>
          </p:nvPr>
        </p:nvSpPr>
        <p:spPr/>
        <p:txBody>
          <a:bodyPr/>
          <a:lstStyle/>
          <a:p>
            <a:pPr>
              <a:defRPr/>
            </a:pPr>
            <a:r>
              <a:rPr lang="en-AU">
                <a:ea typeface="+mj-ea"/>
                <a:cs typeface="+mj-cs"/>
              </a:rPr>
              <a:t>Protocols and Roles (cont.)</a:t>
            </a:r>
            <a:endParaRPr lang="en-US">
              <a:ea typeface="+mj-ea"/>
              <a:cs typeface="+mj-cs"/>
            </a:endParaRPr>
          </a:p>
        </p:txBody>
      </p:sp>
      <p:sp>
        <p:nvSpPr>
          <p:cNvPr id="99331" name="Text Box 3">
            <a:extLst>
              <a:ext uri="{FF2B5EF4-FFF2-40B4-BE49-F238E27FC236}">
                <a16:creationId xmlns:a16="http://schemas.microsoft.com/office/drawing/2014/main" id="{AA56F420-1926-B640-4FEC-EFF9338921F0}"/>
              </a:ext>
            </a:extLst>
          </p:cNvPr>
          <p:cNvSpPr txBox="1">
            <a:spLocks noChangeArrowheads="1"/>
          </p:cNvSpPr>
          <p:nvPr/>
        </p:nvSpPr>
        <p:spPr bwMode="auto">
          <a:xfrm>
            <a:off x="4140200" y="1412875"/>
            <a:ext cx="4622800"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1938" indent="-261938">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50000"/>
              </a:spcBef>
              <a:buSzTx/>
              <a:buFontTx/>
              <a:buNone/>
            </a:pPr>
            <a:r>
              <a:rPr lang="en-GB" altLang="en-US" sz="1800">
                <a:latin typeface="Times New Roman" panose="02020603050405020304" pitchFamily="18" charset="0"/>
              </a:rPr>
              <a:t>Drawing Element</a:t>
            </a:r>
            <a:r>
              <a:rPr lang="en-GB" altLang="en-US" sz="1800"/>
              <a:t> is a class of the graphics editor;</a:t>
            </a:r>
          </a:p>
          <a:p>
            <a:pPr>
              <a:spcBef>
                <a:spcPct val="50000"/>
              </a:spcBef>
              <a:buSzTx/>
              <a:buFontTx/>
              <a:buNone/>
            </a:pPr>
            <a:r>
              <a:rPr lang="en-GB" altLang="en-US" sz="1800"/>
              <a:t>it defines three roles:</a:t>
            </a:r>
          </a:p>
          <a:p>
            <a:pPr>
              <a:spcBef>
                <a:spcPct val="50000"/>
              </a:spcBef>
            </a:pPr>
            <a:r>
              <a:rPr lang="en-GB" altLang="en-US" sz="1800" i="1"/>
              <a:t>Client</a:t>
            </a:r>
            <a:r>
              <a:rPr lang="en-GB" altLang="en-US" sz="1800"/>
              <a:t>: uses other elements of the application (i.e. other element classes; e.g. </a:t>
            </a:r>
            <a:r>
              <a:rPr lang="en-GB" altLang="en-US" sz="1800">
                <a:latin typeface="Times New Roman" panose="02020603050405020304" pitchFamily="18" charset="0"/>
              </a:rPr>
              <a:t>Line Element</a:t>
            </a:r>
            <a:r>
              <a:rPr lang="en-GB" altLang="en-US" sz="1800"/>
              <a:t>)</a:t>
            </a:r>
          </a:p>
          <a:p>
            <a:pPr>
              <a:spcBef>
                <a:spcPct val="50000"/>
              </a:spcBef>
            </a:pPr>
            <a:r>
              <a:rPr lang="en-GB" altLang="en-US" sz="1800" i="1"/>
              <a:t>Child</a:t>
            </a:r>
            <a:r>
              <a:rPr lang="en-GB" altLang="en-US" sz="1800"/>
              <a:t>: can be contained in a </a:t>
            </a:r>
            <a:r>
              <a:rPr lang="en-GB" altLang="en-US" sz="1800">
                <a:latin typeface="Times New Roman" panose="02020603050405020304" pitchFamily="18" charset="0"/>
              </a:rPr>
              <a:t>Group Element</a:t>
            </a:r>
            <a:endParaRPr lang="en-GB" altLang="en-US" sz="1800"/>
          </a:p>
          <a:p>
            <a:pPr>
              <a:spcBef>
                <a:spcPct val="50000"/>
              </a:spcBef>
            </a:pPr>
            <a:r>
              <a:rPr lang="en-GB" altLang="en-US" sz="1800" i="1"/>
              <a:t>Subject</a:t>
            </a:r>
            <a:r>
              <a:rPr lang="en-GB" altLang="en-US" sz="1800"/>
              <a:t>: state being observed by other elements</a:t>
            </a:r>
            <a:br>
              <a:rPr lang="en-GB" altLang="en-US" sz="1800"/>
            </a:br>
            <a:r>
              <a:rPr lang="en-GB" altLang="en-US" sz="1800"/>
              <a:t>(e.g., </a:t>
            </a:r>
            <a:r>
              <a:rPr lang="en-GB" altLang="en-US" sz="1800">
                <a:latin typeface="Times New Roman" panose="02020603050405020304" pitchFamily="18" charset="0"/>
              </a:rPr>
              <a:t>Selection Tool)</a:t>
            </a:r>
            <a:endParaRPr lang="en-GB" altLang="en-US" sz="1800"/>
          </a:p>
          <a:p>
            <a:pPr>
              <a:spcBef>
                <a:spcPct val="50000"/>
              </a:spcBef>
              <a:buSzTx/>
              <a:buFontTx/>
              <a:buNone/>
            </a:pPr>
            <a:endParaRPr lang="en-GB" altLang="en-US" sz="1000"/>
          </a:p>
          <a:p>
            <a:pPr>
              <a:spcBef>
                <a:spcPct val="50000"/>
              </a:spcBef>
              <a:buSzTx/>
              <a:buFontTx/>
              <a:buNone/>
            </a:pPr>
            <a:r>
              <a:rPr lang="en-GB" altLang="en-US" sz="1800"/>
              <a:t>Each of these roles implies</a:t>
            </a:r>
          </a:p>
          <a:p>
            <a:pPr>
              <a:spcBef>
                <a:spcPct val="50000"/>
              </a:spcBef>
            </a:pPr>
            <a:r>
              <a:rPr lang="en-GB" altLang="en-US" sz="1800"/>
              <a:t>a number of </a:t>
            </a:r>
            <a:r>
              <a:rPr lang="en-GB" altLang="en-US" sz="1800" i="1">
                <a:solidFill>
                  <a:srgbClr val="0C3A80"/>
                </a:solidFill>
              </a:rPr>
              <a:t>related responsibilities</a:t>
            </a:r>
            <a:endParaRPr lang="en-GB" altLang="en-US" sz="1800"/>
          </a:p>
          <a:p>
            <a:pPr>
              <a:spcBef>
                <a:spcPct val="50000"/>
              </a:spcBef>
            </a:pPr>
            <a:r>
              <a:rPr lang="en-GB" altLang="en-US" sz="1800"/>
              <a:t>the usage of a particular </a:t>
            </a:r>
            <a:r>
              <a:rPr lang="en-GB" altLang="en-US" sz="1800" i="1">
                <a:solidFill>
                  <a:srgbClr val="0C3A80"/>
                </a:solidFill>
              </a:rPr>
              <a:t>collaboration protocol</a:t>
            </a:r>
            <a:r>
              <a:rPr lang="en-GB" altLang="en-US" sz="1800"/>
              <a:t> (e.g., a sequence of method invocations)</a:t>
            </a:r>
          </a:p>
        </p:txBody>
      </p:sp>
      <p:sp>
        <p:nvSpPr>
          <p:cNvPr id="99332" name="Rectangle 4">
            <a:extLst>
              <a:ext uri="{FF2B5EF4-FFF2-40B4-BE49-F238E27FC236}">
                <a16:creationId xmlns:a16="http://schemas.microsoft.com/office/drawing/2014/main" id="{A24586BF-2351-8197-FC4B-E7C462F81809}"/>
              </a:ext>
            </a:extLst>
          </p:cNvPr>
          <p:cNvSpPr>
            <a:spLocks noChangeArrowheads="1"/>
          </p:cNvSpPr>
          <p:nvPr/>
        </p:nvSpPr>
        <p:spPr bwMode="auto">
          <a:xfrm>
            <a:off x="1066800" y="1524000"/>
            <a:ext cx="2362200" cy="3962400"/>
          </a:xfrm>
          <a:prstGeom prst="rect">
            <a:avLst/>
          </a:prstGeom>
          <a:solidFill>
            <a:schemeClr val="folHlink"/>
          </a:solidFill>
          <a:ln w="12700">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endParaRPr lang="en-US" altLang="en-US" sz="2400"/>
          </a:p>
        </p:txBody>
      </p:sp>
      <p:sp>
        <p:nvSpPr>
          <p:cNvPr id="99333" name="Text Box 5">
            <a:extLst>
              <a:ext uri="{FF2B5EF4-FFF2-40B4-BE49-F238E27FC236}">
                <a16:creationId xmlns:a16="http://schemas.microsoft.com/office/drawing/2014/main" id="{92B8509F-0889-F452-63FF-6807A8129EB2}"/>
              </a:ext>
            </a:extLst>
          </p:cNvPr>
          <p:cNvSpPr txBox="1">
            <a:spLocks noChangeArrowheads="1"/>
          </p:cNvSpPr>
          <p:nvPr/>
        </p:nvSpPr>
        <p:spPr bwMode="auto">
          <a:xfrm>
            <a:off x="1295400" y="1676400"/>
            <a:ext cx="1828800" cy="8223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50000"/>
              </a:spcBef>
              <a:buSzTx/>
              <a:buFontTx/>
              <a:buNone/>
            </a:pPr>
            <a:r>
              <a:rPr lang="en-US" altLang="en-US" sz="2400">
                <a:latin typeface="Times New Roman" panose="02020603050405020304" pitchFamily="18" charset="0"/>
              </a:rPr>
              <a:t>Drawing Element</a:t>
            </a:r>
          </a:p>
        </p:txBody>
      </p:sp>
      <p:grpSp>
        <p:nvGrpSpPr>
          <p:cNvPr id="99334" name="Group 6">
            <a:extLst>
              <a:ext uri="{FF2B5EF4-FFF2-40B4-BE49-F238E27FC236}">
                <a16:creationId xmlns:a16="http://schemas.microsoft.com/office/drawing/2014/main" id="{67249B84-0EC4-F94B-4083-577243E5FBF8}"/>
              </a:ext>
            </a:extLst>
          </p:cNvPr>
          <p:cNvGrpSpPr>
            <a:grpSpLocks/>
          </p:cNvGrpSpPr>
          <p:nvPr/>
        </p:nvGrpSpPr>
        <p:grpSpPr bwMode="auto">
          <a:xfrm>
            <a:off x="2667000" y="2438400"/>
            <a:ext cx="1295400" cy="533400"/>
            <a:chOff x="1776" y="1632"/>
            <a:chExt cx="816" cy="336"/>
          </a:xfrm>
        </p:grpSpPr>
        <p:sp>
          <p:nvSpPr>
            <p:cNvPr id="99341" name="AutoShape 7">
              <a:extLst>
                <a:ext uri="{FF2B5EF4-FFF2-40B4-BE49-F238E27FC236}">
                  <a16:creationId xmlns:a16="http://schemas.microsoft.com/office/drawing/2014/main" id="{1F710F64-8DAF-8845-8D09-48907CF1904C}"/>
                </a:ext>
              </a:extLst>
            </p:cNvPr>
            <p:cNvSpPr>
              <a:spLocks noChangeArrowheads="1"/>
            </p:cNvSpPr>
            <p:nvPr/>
          </p:nvSpPr>
          <p:spPr bwMode="auto">
            <a:xfrm>
              <a:off x="1776" y="1632"/>
              <a:ext cx="816" cy="336"/>
            </a:xfrm>
            <a:prstGeom prst="octagon">
              <a:avLst>
                <a:gd name="adj" fmla="val 29287"/>
              </a:avLst>
            </a:prstGeom>
            <a:solidFill>
              <a:srgbClr val="FFFFFF"/>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99342" name="Text Box 8">
              <a:extLst>
                <a:ext uri="{FF2B5EF4-FFF2-40B4-BE49-F238E27FC236}">
                  <a16:creationId xmlns:a16="http://schemas.microsoft.com/office/drawing/2014/main" id="{DF19231E-17D2-067F-FC5D-D49F9F5F732C}"/>
                </a:ext>
              </a:extLst>
            </p:cNvPr>
            <p:cNvSpPr txBox="1">
              <a:spLocks noChangeArrowheads="1"/>
            </p:cNvSpPr>
            <p:nvPr/>
          </p:nvSpPr>
          <p:spPr bwMode="auto">
            <a:xfrm>
              <a:off x="1872" y="1680"/>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50000"/>
                </a:spcBef>
                <a:buSzTx/>
                <a:buFontTx/>
                <a:buNone/>
              </a:pPr>
              <a:r>
                <a:rPr lang="en-US" altLang="en-US" sz="2400">
                  <a:latin typeface="Times New Roman" panose="02020603050405020304" pitchFamily="18" charset="0"/>
                </a:rPr>
                <a:t>Client</a:t>
              </a:r>
            </a:p>
          </p:txBody>
        </p:sp>
      </p:grpSp>
      <p:grpSp>
        <p:nvGrpSpPr>
          <p:cNvPr id="99335" name="Group 9">
            <a:extLst>
              <a:ext uri="{FF2B5EF4-FFF2-40B4-BE49-F238E27FC236}">
                <a16:creationId xmlns:a16="http://schemas.microsoft.com/office/drawing/2014/main" id="{B69C6871-A3DC-5415-D1A9-3683CF0B9372}"/>
              </a:ext>
            </a:extLst>
          </p:cNvPr>
          <p:cNvGrpSpPr>
            <a:grpSpLocks/>
          </p:cNvGrpSpPr>
          <p:nvPr/>
        </p:nvGrpSpPr>
        <p:grpSpPr bwMode="auto">
          <a:xfrm>
            <a:off x="2667000" y="3352800"/>
            <a:ext cx="1295400" cy="533400"/>
            <a:chOff x="1776" y="1632"/>
            <a:chExt cx="816" cy="336"/>
          </a:xfrm>
        </p:grpSpPr>
        <p:sp>
          <p:nvSpPr>
            <p:cNvPr id="99339" name="AutoShape 10">
              <a:extLst>
                <a:ext uri="{FF2B5EF4-FFF2-40B4-BE49-F238E27FC236}">
                  <a16:creationId xmlns:a16="http://schemas.microsoft.com/office/drawing/2014/main" id="{299C21E3-58FB-DF40-53E8-C10896AC70B2}"/>
                </a:ext>
              </a:extLst>
            </p:cNvPr>
            <p:cNvSpPr>
              <a:spLocks noChangeArrowheads="1"/>
            </p:cNvSpPr>
            <p:nvPr/>
          </p:nvSpPr>
          <p:spPr bwMode="auto">
            <a:xfrm>
              <a:off x="1776" y="1632"/>
              <a:ext cx="816" cy="336"/>
            </a:xfrm>
            <a:prstGeom prst="octagon">
              <a:avLst>
                <a:gd name="adj" fmla="val 29287"/>
              </a:avLst>
            </a:prstGeom>
            <a:solidFill>
              <a:srgbClr val="FFFFFF"/>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99340" name="Text Box 11">
              <a:extLst>
                <a:ext uri="{FF2B5EF4-FFF2-40B4-BE49-F238E27FC236}">
                  <a16:creationId xmlns:a16="http://schemas.microsoft.com/office/drawing/2014/main" id="{F4FE3E6C-03D8-A5C5-1CE0-0D8B147A42E9}"/>
                </a:ext>
              </a:extLst>
            </p:cNvPr>
            <p:cNvSpPr txBox="1">
              <a:spLocks noChangeArrowheads="1"/>
            </p:cNvSpPr>
            <p:nvPr/>
          </p:nvSpPr>
          <p:spPr bwMode="auto">
            <a:xfrm>
              <a:off x="1872" y="1680"/>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50000"/>
                </a:spcBef>
                <a:buSzTx/>
                <a:buFontTx/>
                <a:buNone/>
              </a:pPr>
              <a:r>
                <a:rPr lang="en-US" altLang="en-US" sz="2400">
                  <a:latin typeface="Times New Roman" panose="02020603050405020304" pitchFamily="18" charset="0"/>
                </a:rPr>
                <a:t>Child</a:t>
              </a:r>
            </a:p>
          </p:txBody>
        </p:sp>
      </p:grpSp>
      <p:sp>
        <p:nvSpPr>
          <p:cNvPr id="99336" name="AutoShape 12">
            <a:extLst>
              <a:ext uri="{FF2B5EF4-FFF2-40B4-BE49-F238E27FC236}">
                <a16:creationId xmlns:a16="http://schemas.microsoft.com/office/drawing/2014/main" id="{53BABDB7-3626-7869-DF3E-E657486C4486}"/>
              </a:ext>
            </a:extLst>
          </p:cNvPr>
          <p:cNvSpPr>
            <a:spLocks noChangeArrowheads="1"/>
          </p:cNvSpPr>
          <p:nvPr/>
        </p:nvSpPr>
        <p:spPr bwMode="auto">
          <a:xfrm>
            <a:off x="2667000" y="4267200"/>
            <a:ext cx="1295400" cy="533400"/>
          </a:xfrm>
          <a:prstGeom prst="octagon">
            <a:avLst>
              <a:gd name="adj" fmla="val 29287"/>
            </a:avLst>
          </a:prstGeom>
          <a:solidFill>
            <a:srgbClr val="FFFFFF"/>
          </a:solidFill>
          <a:ln w="9525">
            <a:solidFill>
              <a:schemeClr val="tx1"/>
            </a:solidFill>
            <a:miter lim="800000"/>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99337" name="Text Box 13">
            <a:extLst>
              <a:ext uri="{FF2B5EF4-FFF2-40B4-BE49-F238E27FC236}">
                <a16:creationId xmlns:a16="http://schemas.microsoft.com/office/drawing/2014/main" id="{F4F07FC9-A964-07DC-6C54-D014F72E8EBE}"/>
              </a:ext>
            </a:extLst>
          </p:cNvPr>
          <p:cNvSpPr txBox="1">
            <a:spLocks noChangeArrowheads="1"/>
          </p:cNvSpPr>
          <p:nvPr/>
        </p:nvSpPr>
        <p:spPr bwMode="auto">
          <a:xfrm>
            <a:off x="2819400" y="4343400"/>
            <a:ext cx="990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50000"/>
              </a:spcBef>
              <a:buSzTx/>
              <a:buFontTx/>
              <a:buNone/>
            </a:pPr>
            <a:r>
              <a:rPr lang="en-US" altLang="en-US" sz="2100">
                <a:latin typeface="Times New Roman" panose="02020603050405020304" pitchFamily="18" charset="0"/>
              </a:rPr>
              <a:t>Subject</a:t>
            </a:r>
          </a:p>
        </p:txBody>
      </p:sp>
      <p:sp>
        <p:nvSpPr>
          <p:cNvPr id="99338" name="Slide Number Placeholder 1">
            <a:extLst>
              <a:ext uri="{FF2B5EF4-FFF2-40B4-BE49-F238E27FC236}">
                <a16:creationId xmlns:a16="http://schemas.microsoft.com/office/drawing/2014/main" id="{529D4436-0767-95AD-3E0E-2BF0CC7B39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82307E5-3507-48B1-972C-2CF636788A0D}" type="slidenum">
              <a:rPr lang="en-AU" altLang="en-US" sz="1400" smtClean="0">
                <a:latin typeface="Times New Roman" panose="02020603050405020304" pitchFamily="18" charset="0"/>
              </a:rPr>
              <a:pPr>
                <a:spcBef>
                  <a:spcPct val="0"/>
                </a:spcBef>
                <a:buSzTx/>
                <a:buFontTx/>
                <a:buNone/>
              </a:pPr>
              <a:t>47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a:extLst>
              <a:ext uri="{FF2B5EF4-FFF2-40B4-BE49-F238E27FC236}">
                <a16:creationId xmlns:a16="http://schemas.microsoft.com/office/drawing/2014/main" id="{06C6D183-6346-E143-1C06-0263CC2AD7D0}"/>
              </a:ext>
            </a:extLst>
          </p:cNvPr>
          <p:cNvSpPr>
            <a:spLocks noGrp="1" noChangeArrowheads="1"/>
          </p:cNvSpPr>
          <p:nvPr>
            <p:ph type="title"/>
          </p:nvPr>
        </p:nvSpPr>
        <p:spPr/>
        <p:txBody>
          <a:bodyPr/>
          <a:lstStyle/>
          <a:p>
            <a:pPr>
              <a:defRPr/>
            </a:pPr>
            <a:r>
              <a:rPr lang="en-US">
                <a:ea typeface="+mj-ea"/>
                <a:cs typeface="+mj-cs"/>
              </a:rPr>
              <a:t>Interaction Heuristics</a:t>
            </a:r>
          </a:p>
        </p:txBody>
      </p:sp>
      <p:sp>
        <p:nvSpPr>
          <p:cNvPr id="101379" name="Rectangle 3">
            <a:extLst>
              <a:ext uri="{FF2B5EF4-FFF2-40B4-BE49-F238E27FC236}">
                <a16:creationId xmlns:a16="http://schemas.microsoft.com/office/drawing/2014/main" id="{FACCD082-B600-F031-6282-ED9443DE12A5}"/>
              </a:ext>
            </a:extLst>
          </p:cNvPr>
          <p:cNvSpPr>
            <a:spLocks noGrp="1" noChangeArrowheads="1"/>
          </p:cNvSpPr>
          <p:nvPr>
            <p:ph type="body" idx="1"/>
          </p:nvPr>
        </p:nvSpPr>
        <p:spPr>
          <a:xfrm>
            <a:off x="492125" y="1196975"/>
            <a:ext cx="8218488" cy="1992313"/>
          </a:xfrm>
        </p:spPr>
        <p:txBody>
          <a:bodyPr/>
          <a:lstStyle/>
          <a:p>
            <a:pPr>
              <a:lnSpc>
                <a:spcPct val="90000"/>
              </a:lnSpc>
            </a:pPr>
            <a:r>
              <a:rPr lang="en-US" altLang="en-US"/>
              <a:t>Heuristic 4.1 (p. 57)</a:t>
            </a:r>
          </a:p>
          <a:p>
            <a:pPr lvl="1">
              <a:lnSpc>
                <a:spcPct val="90000"/>
              </a:lnSpc>
            </a:pPr>
            <a:r>
              <a:rPr lang="en-US" altLang="en-US" i="1">
                <a:solidFill>
                  <a:srgbClr val="7F0300"/>
                </a:solidFill>
              </a:rPr>
              <a:t>Minimize the number of classes with which another class collaborates</a:t>
            </a:r>
            <a:endParaRPr lang="en-US" altLang="en-US"/>
          </a:p>
          <a:p>
            <a:pPr lvl="1">
              <a:lnSpc>
                <a:spcPct val="90000"/>
              </a:lnSpc>
              <a:buFont typeface="Wingdings" panose="05000000000000000000" pitchFamily="2" charset="2"/>
              <a:buChar char="F"/>
            </a:pPr>
            <a:r>
              <a:rPr lang="en-US" altLang="en-US"/>
              <a:t>Too many collaborators generally implies misassigned and/or incorrectly identified responsibilities</a:t>
            </a:r>
          </a:p>
          <a:p>
            <a:pPr>
              <a:lnSpc>
                <a:spcPct val="90000"/>
              </a:lnSpc>
              <a:buFont typeface="Wingdings" panose="05000000000000000000" pitchFamily="2" charset="2"/>
              <a:buNone/>
            </a:pPr>
            <a:endParaRPr lang="en-US" altLang="en-US" sz="1200"/>
          </a:p>
        </p:txBody>
      </p:sp>
      <p:sp>
        <p:nvSpPr>
          <p:cNvPr id="101380" name="Slide Number Placeholder 1">
            <a:extLst>
              <a:ext uri="{FF2B5EF4-FFF2-40B4-BE49-F238E27FC236}">
                <a16:creationId xmlns:a16="http://schemas.microsoft.com/office/drawing/2014/main" id="{A2F1F7ED-5B61-6EB2-7893-1F71D5EB227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80B3D10-16ED-4184-9635-0A1062682A45}" type="slidenum">
              <a:rPr lang="en-AU" altLang="en-US" sz="1400" smtClean="0">
                <a:latin typeface="Times New Roman" panose="02020603050405020304" pitchFamily="18" charset="0"/>
              </a:rPr>
              <a:pPr>
                <a:spcBef>
                  <a:spcPct val="0"/>
                </a:spcBef>
                <a:buSzTx/>
                <a:buFontTx/>
                <a:buNone/>
              </a:pPr>
              <a:t>48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1381" name="Picture 6" descr="PlantUML diagram">
            <a:extLst>
              <a:ext uri="{FF2B5EF4-FFF2-40B4-BE49-F238E27FC236}">
                <a16:creationId xmlns:a16="http://schemas.microsoft.com/office/drawing/2014/main" id="{6B7E7166-CBBF-D021-D7E8-2792F1DC6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25" y="3429000"/>
            <a:ext cx="7448550"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4B9699AB-EA95-043B-CA4F-60075D8FBC42}"/>
              </a:ext>
            </a:extLst>
          </p:cNvPr>
          <p:cNvSpPr>
            <a:spLocks noGrp="1" noChangeArrowheads="1"/>
          </p:cNvSpPr>
          <p:nvPr>
            <p:ph type="title"/>
          </p:nvPr>
        </p:nvSpPr>
        <p:spPr/>
        <p:txBody>
          <a:bodyPr/>
          <a:lstStyle/>
          <a:p>
            <a:endParaRPr lang="en-US" altLang="en-US"/>
          </a:p>
        </p:txBody>
      </p:sp>
      <p:sp>
        <p:nvSpPr>
          <p:cNvPr id="103427" name="Slide Number Placeholder 2">
            <a:extLst>
              <a:ext uri="{FF2B5EF4-FFF2-40B4-BE49-F238E27FC236}">
                <a16:creationId xmlns:a16="http://schemas.microsoft.com/office/drawing/2014/main" id="{E45AA648-AE5D-3C9B-AB5A-72766F28D8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59E9286-403B-455E-B11F-0456917A4197}" type="slidenum">
              <a:rPr lang="en-AU" altLang="en-US" sz="1400" smtClean="0">
                <a:latin typeface="Times New Roman" panose="02020603050405020304" pitchFamily="18" charset="0"/>
              </a:rPr>
              <a:pPr>
                <a:spcBef>
                  <a:spcPct val="0"/>
                </a:spcBef>
                <a:buSzTx/>
                <a:buFontTx/>
                <a:buNone/>
              </a:pPr>
              <a:t>49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3428" name="Picture 2" descr="PlantUML diagram">
            <a:extLst>
              <a:ext uri="{FF2B5EF4-FFF2-40B4-BE49-F238E27FC236}">
                <a16:creationId xmlns:a16="http://schemas.microsoft.com/office/drawing/2014/main" id="{026C969B-FE9A-D19A-9A30-664BE0E0FF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196975"/>
            <a:ext cx="84328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a:extLst>
              <a:ext uri="{FF2B5EF4-FFF2-40B4-BE49-F238E27FC236}">
                <a16:creationId xmlns:a16="http://schemas.microsoft.com/office/drawing/2014/main" id="{04C78CE9-FECB-C4AC-4582-B7CCAC2BD5FB}"/>
              </a:ext>
            </a:extLst>
          </p:cNvPr>
          <p:cNvSpPr>
            <a:spLocks noGrp="1" noChangeArrowheads="1"/>
          </p:cNvSpPr>
          <p:nvPr>
            <p:ph type="title"/>
          </p:nvPr>
        </p:nvSpPr>
        <p:spPr/>
        <p:txBody>
          <a:bodyPr/>
          <a:lstStyle/>
          <a:p>
            <a:pPr>
              <a:defRPr/>
            </a:pPr>
            <a:r>
              <a:rPr lang="en-US">
                <a:ea typeface="+mj-ea"/>
                <a:cs typeface="+mj-cs"/>
              </a:rPr>
              <a:t>Interaction Heuristics</a:t>
            </a:r>
          </a:p>
        </p:txBody>
      </p:sp>
      <p:sp>
        <p:nvSpPr>
          <p:cNvPr id="104451" name="Rectangle 3">
            <a:extLst>
              <a:ext uri="{FF2B5EF4-FFF2-40B4-BE49-F238E27FC236}">
                <a16:creationId xmlns:a16="http://schemas.microsoft.com/office/drawing/2014/main" id="{8EF73FD2-AE4F-376E-198A-90C18B1192C1}"/>
              </a:ext>
            </a:extLst>
          </p:cNvPr>
          <p:cNvSpPr>
            <a:spLocks noGrp="1" noChangeArrowheads="1"/>
          </p:cNvSpPr>
          <p:nvPr>
            <p:ph type="body" idx="1"/>
          </p:nvPr>
        </p:nvSpPr>
        <p:spPr>
          <a:xfrm>
            <a:off x="323850" y="1036638"/>
            <a:ext cx="8208963" cy="1960562"/>
          </a:xfrm>
        </p:spPr>
        <p:txBody>
          <a:bodyPr/>
          <a:lstStyle/>
          <a:p>
            <a:pPr>
              <a:lnSpc>
                <a:spcPct val="90000"/>
              </a:lnSpc>
              <a:buFont typeface="Wingdings" panose="05000000000000000000" pitchFamily="2" charset="2"/>
              <a:buNone/>
            </a:pPr>
            <a:endParaRPr lang="en-US" altLang="en-US" sz="1100"/>
          </a:p>
          <a:p>
            <a:pPr>
              <a:lnSpc>
                <a:spcPct val="90000"/>
              </a:lnSpc>
            </a:pPr>
            <a:r>
              <a:rPr lang="en-US" altLang="en-US" sz="2400"/>
              <a:t>Heuristic 4.3 (p. 59)</a:t>
            </a:r>
          </a:p>
          <a:p>
            <a:pPr lvl="1">
              <a:lnSpc>
                <a:spcPct val="90000"/>
              </a:lnSpc>
            </a:pPr>
            <a:r>
              <a:rPr lang="en-US" altLang="en-US" sz="2000" i="1">
                <a:solidFill>
                  <a:srgbClr val="7F0300"/>
                </a:solidFill>
              </a:rPr>
              <a:t>Minimize the amount of collaboration between a class and its collaborator(s), that is, the number of messages sent</a:t>
            </a:r>
            <a:endParaRPr lang="en-US" altLang="en-US" sz="2000"/>
          </a:p>
          <a:p>
            <a:pPr lvl="1">
              <a:lnSpc>
                <a:spcPct val="90000"/>
              </a:lnSpc>
              <a:buFont typeface="Wingdings" panose="05000000000000000000" pitchFamily="2" charset="2"/>
              <a:buChar char="F"/>
            </a:pPr>
            <a:r>
              <a:rPr lang="en-US" altLang="en-US" sz="2000"/>
              <a:t>Implies that a collaboration protocol will have to be implemented using “few” methods</a:t>
            </a:r>
          </a:p>
          <a:p>
            <a:pPr lvl="2">
              <a:lnSpc>
                <a:spcPct val="90000"/>
              </a:lnSpc>
              <a:buFont typeface="Wingdings" panose="05000000000000000000" pitchFamily="2" charset="2"/>
              <a:buChar char="F"/>
            </a:pPr>
            <a:r>
              <a:rPr lang="en-US" altLang="en-US" sz="1800"/>
              <a:t>This can be quite problematic in some cases!</a:t>
            </a:r>
          </a:p>
        </p:txBody>
      </p:sp>
      <p:sp>
        <p:nvSpPr>
          <p:cNvPr id="104452" name="Slide Number Placeholder 1">
            <a:extLst>
              <a:ext uri="{FF2B5EF4-FFF2-40B4-BE49-F238E27FC236}">
                <a16:creationId xmlns:a16="http://schemas.microsoft.com/office/drawing/2014/main" id="{AEF6A021-404F-FAB5-8C0E-FC864F5E41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C555D6C-3E4A-4F16-A9BE-0ED7A3C49C70}" type="slidenum">
              <a:rPr lang="en-AU" altLang="en-US" sz="1400" smtClean="0">
                <a:latin typeface="Times New Roman" panose="02020603050405020304" pitchFamily="18" charset="0"/>
              </a:rPr>
              <a:pPr>
                <a:spcBef>
                  <a:spcPct val="0"/>
                </a:spcBef>
                <a:buSzTx/>
                <a:buFontTx/>
                <a:buNone/>
              </a:pPr>
              <a:t>50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4453" name="Picture 2" descr="PlantUML diagram">
            <a:extLst>
              <a:ext uri="{FF2B5EF4-FFF2-40B4-BE49-F238E27FC236}">
                <a16:creationId xmlns:a16="http://schemas.microsoft.com/office/drawing/2014/main" id="{4BFFCB6A-8965-E986-BAD2-5032780BA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705225"/>
            <a:ext cx="77216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2B0A9E72-DC08-61EA-9C15-01566791125D}"/>
              </a:ext>
            </a:extLst>
          </p:cNvPr>
          <p:cNvSpPr>
            <a:spLocks noGrp="1" noChangeArrowheads="1"/>
          </p:cNvSpPr>
          <p:nvPr>
            <p:ph type="title"/>
          </p:nvPr>
        </p:nvSpPr>
        <p:spPr/>
        <p:txBody>
          <a:bodyPr/>
          <a:lstStyle/>
          <a:p>
            <a:endParaRPr lang="en-US" altLang="en-US"/>
          </a:p>
        </p:txBody>
      </p:sp>
      <p:sp>
        <p:nvSpPr>
          <p:cNvPr id="106499" name="Slide Number Placeholder 2">
            <a:extLst>
              <a:ext uri="{FF2B5EF4-FFF2-40B4-BE49-F238E27FC236}">
                <a16:creationId xmlns:a16="http://schemas.microsoft.com/office/drawing/2014/main" id="{B466816F-6C5E-90C1-8867-16FD99D33C3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D402DDF-E002-4CD5-AD65-14AD919792EF}" type="slidenum">
              <a:rPr lang="en-AU" altLang="en-US" sz="1400" smtClean="0">
                <a:latin typeface="Times New Roman" panose="02020603050405020304" pitchFamily="18" charset="0"/>
              </a:rPr>
              <a:pPr>
                <a:spcBef>
                  <a:spcPct val="0"/>
                </a:spcBef>
                <a:buSzTx/>
                <a:buFontTx/>
                <a:buNone/>
              </a:pPr>
              <a:t>51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6500" name="Picture 2" descr="PlantUML diagram">
            <a:extLst>
              <a:ext uri="{FF2B5EF4-FFF2-40B4-BE49-F238E27FC236}">
                <a16:creationId xmlns:a16="http://schemas.microsoft.com/office/drawing/2014/main" id="{5A73BD3B-859C-D18B-E6C9-14F57C773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800" y="1046163"/>
            <a:ext cx="6769100" cy="560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a:extLst>
              <a:ext uri="{FF2B5EF4-FFF2-40B4-BE49-F238E27FC236}">
                <a16:creationId xmlns:a16="http://schemas.microsoft.com/office/drawing/2014/main" id="{58ABBC13-1EC2-07F9-BB01-DD645EC8724C}"/>
              </a:ext>
            </a:extLst>
          </p:cNvPr>
          <p:cNvSpPr>
            <a:spLocks noGrp="1" noChangeArrowheads="1"/>
          </p:cNvSpPr>
          <p:nvPr>
            <p:ph type="title"/>
          </p:nvPr>
        </p:nvSpPr>
        <p:spPr/>
        <p:txBody>
          <a:bodyPr/>
          <a:lstStyle/>
          <a:p>
            <a:pPr>
              <a:defRPr/>
            </a:pPr>
            <a:r>
              <a:rPr lang="en-US">
                <a:ea typeface="+mj-ea"/>
                <a:cs typeface="+mj-cs"/>
              </a:rPr>
              <a:t>Interaction Heuristics (cont.)</a:t>
            </a:r>
          </a:p>
        </p:txBody>
      </p:sp>
      <p:sp>
        <p:nvSpPr>
          <p:cNvPr id="107523" name="Rectangle 3">
            <a:extLst>
              <a:ext uri="{FF2B5EF4-FFF2-40B4-BE49-F238E27FC236}">
                <a16:creationId xmlns:a16="http://schemas.microsoft.com/office/drawing/2014/main" id="{13839F81-787B-4C24-6A36-479F6D7EC4B3}"/>
              </a:ext>
            </a:extLst>
          </p:cNvPr>
          <p:cNvSpPr>
            <a:spLocks noGrp="1" noChangeArrowheads="1"/>
          </p:cNvSpPr>
          <p:nvPr>
            <p:ph type="body" idx="1"/>
          </p:nvPr>
        </p:nvSpPr>
        <p:spPr>
          <a:xfrm>
            <a:off x="179388" y="1022350"/>
            <a:ext cx="4068762" cy="4800600"/>
          </a:xfrm>
        </p:spPr>
        <p:txBody>
          <a:bodyPr/>
          <a:lstStyle/>
          <a:p>
            <a:pPr>
              <a:lnSpc>
                <a:spcPct val="90000"/>
              </a:lnSpc>
            </a:pPr>
            <a:endParaRPr lang="en-US" altLang="en-US" sz="2400"/>
          </a:p>
          <a:p>
            <a:pPr>
              <a:lnSpc>
                <a:spcPct val="90000"/>
              </a:lnSpc>
            </a:pPr>
            <a:r>
              <a:rPr lang="en-US" altLang="en-US" sz="2400"/>
              <a:t>Heuristic 3.9 (p. 43)</a:t>
            </a:r>
          </a:p>
          <a:p>
            <a:pPr lvl="1">
              <a:lnSpc>
                <a:spcPct val="90000"/>
              </a:lnSpc>
            </a:pPr>
            <a:r>
              <a:rPr lang="en-US" altLang="en-US" sz="2000" i="1">
                <a:solidFill>
                  <a:srgbClr val="7F0300"/>
                </a:solidFill>
              </a:rPr>
              <a:t>Do not turn an operation into a class</a:t>
            </a:r>
            <a:endParaRPr lang="en-US" altLang="en-US" sz="2000"/>
          </a:p>
          <a:p>
            <a:pPr lvl="1">
              <a:lnSpc>
                <a:spcPct val="90000"/>
              </a:lnSpc>
              <a:buFont typeface="Wingdings" panose="05000000000000000000" pitchFamily="2" charset="2"/>
              <a:buChar char="F"/>
            </a:pPr>
            <a:r>
              <a:rPr lang="en-US" altLang="en-US" sz="2000"/>
              <a:t>Be cautious when the name of a potential class is derived from a verb</a:t>
            </a:r>
          </a:p>
          <a:p>
            <a:pPr lvl="1">
              <a:lnSpc>
                <a:spcPct val="90000"/>
              </a:lnSpc>
              <a:buFont typeface="Wingdings" panose="05000000000000000000" pitchFamily="2" charset="2"/>
              <a:buChar char="F"/>
            </a:pPr>
            <a:r>
              <a:rPr lang="en-US" altLang="en-US" sz="2000"/>
              <a:t>However, there are situation when you do want operations to be encoded in a separate class!</a:t>
            </a:r>
          </a:p>
          <a:p>
            <a:pPr lvl="2">
              <a:lnSpc>
                <a:spcPct val="90000"/>
              </a:lnSpc>
              <a:buFont typeface="Wingdings" panose="05000000000000000000" pitchFamily="2" charset="2"/>
              <a:buChar char="F"/>
            </a:pPr>
            <a:r>
              <a:rPr lang="en-US" altLang="en-US" sz="1800"/>
              <a:t>For example, Strategies, Commands etc.</a:t>
            </a:r>
          </a:p>
          <a:p>
            <a:pPr lvl="1">
              <a:lnSpc>
                <a:spcPct val="90000"/>
              </a:lnSpc>
              <a:buFont typeface="Wingdings" panose="05000000000000000000" pitchFamily="2" charset="2"/>
              <a:buChar char="F"/>
            </a:pPr>
            <a:r>
              <a:rPr lang="en-US" altLang="en-US" sz="2000"/>
              <a:t>We will talk about those situations in the next lecture(s)…</a:t>
            </a:r>
            <a:endParaRPr lang="en-US" altLang="en-US" sz="900"/>
          </a:p>
        </p:txBody>
      </p:sp>
      <p:sp>
        <p:nvSpPr>
          <p:cNvPr id="107524" name="Slide Number Placeholder 1">
            <a:extLst>
              <a:ext uri="{FF2B5EF4-FFF2-40B4-BE49-F238E27FC236}">
                <a16:creationId xmlns:a16="http://schemas.microsoft.com/office/drawing/2014/main" id="{DA8F5AD4-0536-24FE-8933-AD97F8DB36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0CDD209-1C5A-4326-AF3B-7156AC87E994}" type="slidenum">
              <a:rPr lang="en-AU" altLang="en-US" sz="1400" smtClean="0">
                <a:latin typeface="Times New Roman" panose="02020603050405020304" pitchFamily="18" charset="0"/>
              </a:rPr>
              <a:pPr>
                <a:spcBef>
                  <a:spcPct val="0"/>
                </a:spcBef>
                <a:buSzTx/>
                <a:buFontTx/>
                <a:buNone/>
              </a:pPr>
              <a:t>52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7525" name="Picture 6" descr="PlantUML diagram">
            <a:extLst>
              <a:ext uri="{FF2B5EF4-FFF2-40B4-BE49-F238E27FC236}">
                <a16:creationId xmlns:a16="http://schemas.microsoft.com/office/drawing/2014/main" id="{EF8ED8D2-27BC-5E25-AC71-E9A07E2E5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763" y="1746250"/>
            <a:ext cx="4495800"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1">
            <a:extLst>
              <a:ext uri="{FF2B5EF4-FFF2-40B4-BE49-F238E27FC236}">
                <a16:creationId xmlns:a16="http://schemas.microsoft.com/office/drawing/2014/main" id="{03B13091-8F8E-D1D8-BE7D-B8DFEC7E6C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3F2992F-64AA-43AF-B4FB-F0148ABB80C3}" type="slidenum">
              <a:rPr lang="en-AU" altLang="en-US" sz="1400" smtClean="0">
                <a:latin typeface="Times New Roman" panose="02020603050405020304" pitchFamily="18" charset="0"/>
              </a:rPr>
              <a:pPr>
                <a:spcBef>
                  <a:spcPct val="0"/>
                </a:spcBef>
                <a:buSzTx/>
                <a:buFontTx/>
                <a:buNone/>
              </a:pPr>
              <a:t>53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09571" name="Picture 2" descr="PlantUML diagram">
            <a:extLst>
              <a:ext uri="{FF2B5EF4-FFF2-40B4-BE49-F238E27FC236}">
                <a16:creationId xmlns:a16="http://schemas.microsoft.com/office/drawing/2014/main" id="{6A220E6D-B2D1-4690-F65E-7E663B6C8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125538"/>
            <a:ext cx="6257925" cy="518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6589ACB8-05C3-FADC-8528-DD89A587CB04}"/>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75491" name="Rectangle 3">
            <a:extLst>
              <a:ext uri="{FF2B5EF4-FFF2-40B4-BE49-F238E27FC236}">
                <a16:creationId xmlns:a16="http://schemas.microsoft.com/office/drawing/2014/main" id="{D7E3CB90-FB8F-D71F-7D02-3AB689DFCEB2}"/>
              </a:ext>
            </a:extLst>
          </p:cNvPr>
          <p:cNvSpPr>
            <a:spLocks noGrp="1" noChangeArrowheads="1"/>
          </p:cNvSpPr>
          <p:nvPr>
            <p:ph type="title"/>
          </p:nvPr>
        </p:nvSpPr>
        <p:spPr/>
        <p:txBody>
          <a:bodyPr/>
          <a:lstStyle/>
          <a:p>
            <a:pPr>
              <a:defRPr/>
            </a:pPr>
            <a:r>
              <a:rPr lang="en-US">
                <a:ea typeface="+mj-ea"/>
                <a:cs typeface="+mj-cs"/>
              </a:rPr>
              <a:t>Roadmap</a:t>
            </a:r>
          </a:p>
        </p:txBody>
      </p:sp>
      <p:pic>
        <p:nvPicPr>
          <p:cNvPr id="110596" name="Picture 6" descr="roadmap">
            <a:extLst>
              <a:ext uri="{FF2B5EF4-FFF2-40B4-BE49-F238E27FC236}">
                <a16:creationId xmlns:a16="http://schemas.microsoft.com/office/drawing/2014/main" id="{A10A92FA-D3FA-3AB8-04CA-EC5470487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5493" name="Rectangle 5">
            <a:extLst>
              <a:ext uri="{FF2B5EF4-FFF2-40B4-BE49-F238E27FC236}">
                <a16:creationId xmlns:a16="http://schemas.microsoft.com/office/drawing/2014/main" id="{AE0972CE-9619-460F-ADE0-37FD79BBFADA}"/>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Recap Lecture 5</a:t>
            </a:r>
          </a:p>
          <a:p>
            <a:pPr>
              <a:buFont typeface="Wingdings" charset="0"/>
              <a:buChar char="n"/>
              <a:defRPr/>
            </a:pPr>
            <a:r>
              <a:rPr lang="en-US">
                <a:ea typeface="+mn-ea"/>
                <a:cs typeface="+mn-cs"/>
              </a:rPr>
              <a:t>Building good class hierarchies</a:t>
            </a:r>
          </a:p>
          <a:p>
            <a:pPr lvl="1">
              <a:buFont typeface="Wingdings" charset="0"/>
              <a:buChar char="¨"/>
              <a:defRPr/>
            </a:pPr>
            <a:r>
              <a:rPr lang="en-US">
                <a:ea typeface="+mn-ea"/>
              </a:rPr>
              <a:t>Types of inheritance</a:t>
            </a:r>
          </a:p>
          <a:p>
            <a:pPr lvl="1">
              <a:buFont typeface="Wingdings" charset="0"/>
              <a:buChar char="¨"/>
              <a:defRPr/>
            </a:pPr>
            <a:r>
              <a:rPr lang="en-US">
                <a:ea typeface="+mn-ea"/>
              </a:rPr>
              <a:t>Heuristics for creating class hierarchies</a:t>
            </a:r>
          </a:p>
          <a:p>
            <a:pPr>
              <a:buFont typeface="Wingdings" charset="0"/>
              <a:buChar char="n"/>
              <a:defRPr/>
            </a:pPr>
            <a:r>
              <a:rPr lang="en-US">
                <a:ea typeface="+mn-ea"/>
                <a:cs typeface="+mn-cs"/>
              </a:rPr>
              <a:t>Roles and Protocols</a:t>
            </a:r>
          </a:p>
          <a:p>
            <a:pPr>
              <a:buFont typeface="Wingdings" charset="0"/>
              <a:buChar char="n"/>
              <a:defRPr/>
            </a:pPr>
            <a:r>
              <a:rPr lang="en-US" b="1">
                <a:ea typeface="+mn-ea"/>
                <a:cs typeface="+mn-cs"/>
              </a:rPr>
              <a:t>Associations and Aggregations</a:t>
            </a:r>
            <a:endParaRPr lang="en-US">
              <a:ea typeface="+mn-ea"/>
              <a:cs typeface="+mn-cs"/>
            </a:endParaRPr>
          </a:p>
          <a:p>
            <a:pPr>
              <a:buFont typeface="Wingdings" charset="0"/>
              <a:buChar char="n"/>
              <a:defRPr/>
            </a:pPr>
            <a:r>
              <a:rPr lang="en-US">
                <a:ea typeface="+mn-ea"/>
                <a:cs typeface="+mn-cs"/>
              </a:rPr>
              <a:t>Design by Contract</a:t>
            </a:r>
          </a:p>
        </p:txBody>
      </p:sp>
      <p:sp>
        <p:nvSpPr>
          <p:cNvPr id="110598" name="Slide Number Placeholder 1">
            <a:extLst>
              <a:ext uri="{FF2B5EF4-FFF2-40B4-BE49-F238E27FC236}">
                <a16:creationId xmlns:a16="http://schemas.microsoft.com/office/drawing/2014/main" id="{4D4D99C3-2AF5-2860-BE54-83BA0B0AF4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8E1CFF1-6C1E-44A5-A4C0-C9910C038377}" type="slidenum">
              <a:rPr lang="en-AU" altLang="en-US" sz="1400" smtClean="0">
                <a:latin typeface="Times New Roman" panose="02020603050405020304" pitchFamily="18" charset="0"/>
              </a:rPr>
              <a:pPr>
                <a:spcBef>
                  <a:spcPct val="0"/>
                </a:spcBef>
                <a:buSzTx/>
                <a:buFontTx/>
                <a:buNone/>
              </a:pPr>
              <a:t>54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a:extLst>
              <a:ext uri="{FF2B5EF4-FFF2-40B4-BE49-F238E27FC236}">
                <a16:creationId xmlns:a16="http://schemas.microsoft.com/office/drawing/2014/main" id="{EE6B3A47-8BD0-05A6-345C-2A017D3349B3}"/>
              </a:ext>
            </a:extLst>
          </p:cNvPr>
          <p:cNvSpPr>
            <a:spLocks noGrp="1" noChangeArrowheads="1"/>
          </p:cNvSpPr>
          <p:nvPr>
            <p:ph type="title" idx="4294967295"/>
          </p:nvPr>
        </p:nvSpPr>
        <p:spPr/>
        <p:txBody>
          <a:bodyPr/>
          <a:lstStyle/>
          <a:p>
            <a:pPr eaLnBrk="1" hangingPunct="1">
              <a:defRPr/>
            </a:pPr>
            <a:r>
              <a:rPr lang="en-US">
                <a:ea typeface="+mj-ea"/>
                <a:cs typeface="+mj-cs"/>
              </a:rPr>
              <a:t>Associations and Aggregations</a:t>
            </a:r>
          </a:p>
        </p:txBody>
      </p:sp>
      <p:grpSp>
        <p:nvGrpSpPr>
          <p:cNvPr id="112643" name="Group 3">
            <a:extLst>
              <a:ext uri="{FF2B5EF4-FFF2-40B4-BE49-F238E27FC236}">
                <a16:creationId xmlns:a16="http://schemas.microsoft.com/office/drawing/2014/main" id="{C5BC5610-C5E5-BC67-823E-877E576F5CEA}"/>
              </a:ext>
            </a:extLst>
          </p:cNvPr>
          <p:cNvGrpSpPr>
            <a:grpSpLocks/>
          </p:cNvGrpSpPr>
          <p:nvPr/>
        </p:nvGrpSpPr>
        <p:grpSpPr bwMode="auto">
          <a:xfrm>
            <a:off x="3505200" y="1447800"/>
            <a:ext cx="1524000" cy="685800"/>
            <a:chOff x="2208" y="1056"/>
            <a:chExt cx="960" cy="432"/>
          </a:xfrm>
        </p:grpSpPr>
        <p:sp>
          <p:nvSpPr>
            <p:cNvPr id="112666" name="Rectangle 4">
              <a:extLst>
                <a:ext uri="{FF2B5EF4-FFF2-40B4-BE49-F238E27FC236}">
                  <a16:creationId xmlns:a16="http://schemas.microsoft.com/office/drawing/2014/main" id="{CD764300-6F6C-93DE-B589-8A6D7D7C727E}"/>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2667" name="Text Box 5">
              <a:extLst>
                <a:ext uri="{FF2B5EF4-FFF2-40B4-BE49-F238E27FC236}">
                  <a16:creationId xmlns:a16="http://schemas.microsoft.com/office/drawing/2014/main" id="{44490CF5-7C31-1470-1CF7-A735EAA95691}"/>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Drawing</a:t>
              </a:r>
              <a:br>
                <a:rPr lang="en-US" altLang="en-US" sz="1800"/>
              </a:br>
              <a:r>
                <a:rPr lang="en-US" altLang="en-US" sz="1800"/>
                <a:t>Element</a:t>
              </a:r>
            </a:p>
          </p:txBody>
        </p:sp>
      </p:grpSp>
      <p:grpSp>
        <p:nvGrpSpPr>
          <p:cNvPr id="112644" name="Group 6">
            <a:extLst>
              <a:ext uri="{FF2B5EF4-FFF2-40B4-BE49-F238E27FC236}">
                <a16:creationId xmlns:a16="http://schemas.microsoft.com/office/drawing/2014/main" id="{86F5CB83-1083-8AB3-7565-C146E704725B}"/>
              </a:ext>
            </a:extLst>
          </p:cNvPr>
          <p:cNvGrpSpPr>
            <a:grpSpLocks/>
          </p:cNvGrpSpPr>
          <p:nvPr/>
        </p:nvGrpSpPr>
        <p:grpSpPr bwMode="auto">
          <a:xfrm>
            <a:off x="3505200" y="2895600"/>
            <a:ext cx="1524000" cy="685800"/>
            <a:chOff x="2208" y="1056"/>
            <a:chExt cx="960" cy="432"/>
          </a:xfrm>
        </p:grpSpPr>
        <p:sp>
          <p:nvSpPr>
            <p:cNvPr id="112664" name="Rectangle 7">
              <a:extLst>
                <a:ext uri="{FF2B5EF4-FFF2-40B4-BE49-F238E27FC236}">
                  <a16:creationId xmlns:a16="http://schemas.microsoft.com/office/drawing/2014/main" id="{4DF3C652-24DC-4B26-6C98-977F8F125C7C}"/>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2665" name="Text Box 8">
              <a:extLst>
                <a:ext uri="{FF2B5EF4-FFF2-40B4-BE49-F238E27FC236}">
                  <a16:creationId xmlns:a16="http://schemas.microsoft.com/office/drawing/2014/main" id="{008A42DA-1943-6B10-E07A-724A03365470}"/>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Linear</a:t>
              </a:r>
              <a:br>
                <a:rPr lang="en-US" altLang="en-US" sz="1800" i="1"/>
              </a:br>
              <a:r>
                <a:rPr lang="en-US" altLang="en-US" sz="1800" i="1"/>
                <a:t>Element</a:t>
              </a:r>
              <a:endParaRPr lang="en-US" altLang="en-US" sz="1800"/>
            </a:p>
          </p:txBody>
        </p:sp>
      </p:grpSp>
      <p:grpSp>
        <p:nvGrpSpPr>
          <p:cNvPr id="112645" name="Group 9">
            <a:extLst>
              <a:ext uri="{FF2B5EF4-FFF2-40B4-BE49-F238E27FC236}">
                <a16:creationId xmlns:a16="http://schemas.microsoft.com/office/drawing/2014/main" id="{47B9B11A-9BDC-2C36-1BBB-BE4CDC567C87}"/>
              </a:ext>
            </a:extLst>
          </p:cNvPr>
          <p:cNvGrpSpPr>
            <a:grpSpLocks/>
          </p:cNvGrpSpPr>
          <p:nvPr/>
        </p:nvGrpSpPr>
        <p:grpSpPr bwMode="auto">
          <a:xfrm>
            <a:off x="5181600" y="2895600"/>
            <a:ext cx="1524000" cy="685800"/>
            <a:chOff x="2208" y="1056"/>
            <a:chExt cx="960" cy="432"/>
          </a:xfrm>
        </p:grpSpPr>
        <p:sp>
          <p:nvSpPr>
            <p:cNvPr id="112662" name="Rectangle 10">
              <a:extLst>
                <a:ext uri="{FF2B5EF4-FFF2-40B4-BE49-F238E27FC236}">
                  <a16:creationId xmlns:a16="http://schemas.microsoft.com/office/drawing/2014/main" id="{BF6FF82C-84FF-3AD4-EF8E-A5A5CC7C6327}"/>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2663" name="Text Box 11">
              <a:extLst>
                <a:ext uri="{FF2B5EF4-FFF2-40B4-BE49-F238E27FC236}">
                  <a16:creationId xmlns:a16="http://schemas.microsoft.com/office/drawing/2014/main" id="{B685A083-8D78-2ABD-F869-3F0B16D96E02}"/>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112646" name="Group 12">
            <a:extLst>
              <a:ext uri="{FF2B5EF4-FFF2-40B4-BE49-F238E27FC236}">
                <a16:creationId xmlns:a16="http://schemas.microsoft.com/office/drawing/2014/main" id="{9B854D17-6EF0-F4B2-8B79-276D1B713107}"/>
              </a:ext>
            </a:extLst>
          </p:cNvPr>
          <p:cNvGrpSpPr>
            <a:grpSpLocks/>
          </p:cNvGrpSpPr>
          <p:nvPr/>
        </p:nvGrpSpPr>
        <p:grpSpPr bwMode="auto">
          <a:xfrm>
            <a:off x="1828800" y="2895600"/>
            <a:ext cx="1524000" cy="685800"/>
            <a:chOff x="2208" y="1056"/>
            <a:chExt cx="960" cy="432"/>
          </a:xfrm>
        </p:grpSpPr>
        <p:sp>
          <p:nvSpPr>
            <p:cNvPr id="112660" name="Rectangle 13">
              <a:extLst>
                <a:ext uri="{FF2B5EF4-FFF2-40B4-BE49-F238E27FC236}">
                  <a16:creationId xmlns:a16="http://schemas.microsoft.com/office/drawing/2014/main" id="{13395817-957A-A8A6-E521-C7A3F83F5815}"/>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2661" name="Text Box 14">
              <a:extLst>
                <a:ext uri="{FF2B5EF4-FFF2-40B4-BE49-F238E27FC236}">
                  <a16:creationId xmlns:a16="http://schemas.microsoft.com/office/drawing/2014/main" id="{DB77ED9D-3571-6B4B-2687-289CD83B18D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sp>
        <p:nvSpPr>
          <p:cNvPr id="112647" name="Line 15">
            <a:extLst>
              <a:ext uri="{FF2B5EF4-FFF2-40B4-BE49-F238E27FC236}">
                <a16:creationId xmlns:a16="http://schemas.microsoft.com/office/drawing/2014/main" id="{0A142D3E-8198-725F-3000-64F2DABA17EE}"/>
              </a:ext>
            </a:extLst>
          </p:cNvPr>
          <p:cNvSpPr>
            <a:spLocks noChangeShapeType="1"/>
          </p:cNvSpPr>
          <p:nvPr/>
        </p:nvSpPr>
        <p:spPr bwMode="auto">
          <a:xfrm>
            <a:off x="6705600" y="3276600"/>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48" name="Line 16">
            <a:extLst>
              <a:ext uri="{FF2B5EF4-FFF2-40B4-BE49-F238E27FC236}">
                <a16:creationId xmlns:a16="http://schemas.microsoft.com/office/drawing/2014/main" id="{98E257B2-2A96-E324-480A-F8FF47467683}"/>
              </a:ext>
            </a:extLst>
          </p:cNvPr>
          <p:cNvSpPr>
            <a:spLocks noChangeShapeType="1"/>
          </p:cNvSpPr>
          <p:nvPr/>
        </p:nvSpPr>
        <p:spPr bwMode="auto">
          <a:xfrm flipV="1">
            <a:off x="7620000" y="1752600"/>
            <a:ext cx="0" cy="1524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49" name="Line 17">
            <a:extLst>
              <a:ext uri="{FF2B5EF4-FFF2-40B4-BE49-F238E27FC236}">
                <a16:creationId xmlns:a16="http://schemas.microsoft.com/office/drawing/2014/main" id="{0898D57E-355F-B36F-9631-5FF098252FA9}"/>
              </a:ext>
            </a:extLst>
          </p:cNvPr>
          <p:cNvSpPr>
            <a:spLocks noChangeShapeType="1"/>
          </p:cNvSpPr>
          <p:nvPr/>
        </p:nvSpPr>
        <p:spPr bwMode="auto">
          <a:xfrm flipH="1">
            <a:off x="5029200" y="1752600"/>
            <a:ext cx="25908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12650" name="Text Box 18">
            <a:extLst>
              <a:ext uri="{FF2B5EF4-FFF2-40B4-BE49-F238E27FC236}">
                <a16:creationId xmlns:a16="http://schemas.microsoft.com/office/drawing/2014/main" id="{F24008A0-4719-59C0-5CBF-91DE4D90200D}"/>
              </a:ext>
            </a:extLst>
          </p:cNvPr>
          <p:cNvSpPr txBox="1">
            <a:spLocks noChangeArrowheads="1"/>
          </p:cNvSpPr>
          <p:nvPr/>
        </p:nvSpPr>
        <p:spPr bwMode="auto">
          <a:xfrm>
            <a:off x="5105400" y="14478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grpSp>
        <p:nvGrpSpPr>
          <p:cNvPr id="112651" name="Group 19">
            <a:extLst>
              <a:ext uri="{FF2B5EF4-FFF2-40B4-BE49-F238E27FC236}">
                <a16:creationId xmlns:a16="http://schemas.microsoft.com/office/drawing/2014/main" id="{C32E29BF-DF32-5198-AD6D-505D2A74E18D}"/>
              </a:ext>
            </a:extLst>
          </p:cNvPr>
          <p:cNvGrpSpPr>
            <a:grpSpLocks/>
          </p:cNvGrpSpPr>
          <p:nvPr/>
        </p:nvGrpSpPr>
        <p:grpSpPr bwMode="auto">
          <a:xfrm>
            <a:off x="2590800" y="2133600"/>
            <a:ext cx="3352800" cy="762000"/>
            <a:chOff x="1632" y="1104"/>
            <a:chExt cx="2112" cy="480"/>
          </a:xfrm>
        </p:grpSpPr>
        <p:sp>
          <p:nvSpPr>
            <p:cNvPr id="112654" name="AutoShape 20">
              <a:extLst>
                <a:ext uri="{FF2B5EF4-FFF2-40B4-BE49-F238E27FC236}">
                  <a16:creationId xmlns:a16="http://schemas.microsoft.com/office/drawing/2014/main" id="{27C80D3F-8F64-7E50-86FD-5885C2D0E1EB}"/>
                </a:ext>
              </a:extLst>
            </p:cNvPr>
            <p:cNvSpPr>
              <a:spLocks noChangeArrowheads="1"/>
            </p:cNvSpPr>
            <p:nvPr/>
          </p:nvSpPr>
          <p:spPr bwMode="auto">
            <a:xfrm>
              <a:off x="2618" y="1104"/>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2655" name="Line 21">
              <a:extLst>
                <a:ext uri="{FF2B5EF4-FFF2-40B4-BE49-F238E27FC236}">
                  <a16:creationId xmlns:a16="http://schemas.microsoft.com/office/drawing/2014/main" id="{214CE87C-CFEB-1EB6-5F9B-CEBF4CAEA709}"/>
                </a:ext>
              </a:extLst>
            </p:cNvPr>
            <p:cNvSpPr>
              <a:spLocks noChangeShapeType="1"/>
            </p:cNvSpPr>
            <p:nvPr/>
          </p:nvSpPr>
          <p:spPr bwMode="auto">
            <a:xfrm flipV="1">
              <a:off x="1632"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56" name="Line 22">
              <a:extLst>
                <a:ext uri="{FF2B5EF4-FFF2-40B4-BE49-F238E27FC236}">
                  <a16:creationId xmlns:a16="http://schemas.microsoft.com/office/drawing/2014/main" id="{4B80F2D0-88E9-3588-B02A-1BF31ADB15B2}"/>
                </a:ext>
              </a:extLst>
            </p:cNvPr>
            <p:cNvSpPr>
              <a:spLocks noChangeShapeType="1"/>
            </p:cNvSpPr>
            <p:nvPr/>
          </p:nvSpPr>
          <p:spPr bwMode="auto">
            <a:xfrm>
              <a:off x="1632" y="1392"/>
              <a:ext cx="21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57" name="Line 23">
              <a:extLst>
                <a:ext uri="{FF2B5EF4-FFF2-40B4-BE49-F238E27FC236}">
                  <a16:creationId xmlns:a16="http://schemas.microsoft.com/office/drawing/2014/main" id="{2887C507-2655-9B55-1E9B-0E5369EAD1EF}"/>
                </a:ext>
              </a:extLst>
            </p:cNvPr>
            <p:cNvSpPr>
              <a:spLocks noChangeShapeType="1"/>
            </p:cNvSpPr>
            <p:nvPr/>
          </p:nvSpPr>
          <p:spPr bwMode="auto">
            <a:xfrm flipV="1">
              <a:off x="2688" y="1250"/>
              <a:ext cx="0" cy="1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58" name="Line 24">
              <a:extLst>
                <a:ext uri="{FF2B5EF4-FFF2-40B4-BE49-F238E27FC236}">
                  <a16:creationId xmlns:a16="http://schemas.microsoft.com/office/drawing/2014/main" id="{08FCCEF5-220F-542F-04DF-3C1D28344F77}"/>
                </a:ext>
              </a:extLst>
            </p:cNvPr>
            <p:cNvSpPr>
              <a:spLocks noChangeShapeType="1"/>
            </p:cNvSpPr>
            <p:nvPr/>
          </p:nvSpPr>
          <p:spPr bwMode="auto">
            <a:xfrm flipV="1">
              <a:off x="2688"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2659" name="Line 25">
              <a:extLst>
                <a:ext uri="{FF2B5EF4-FFF2-40B4-BE49-F238E27FC236}">
                  <a16:creationId xmlns:a16="http://schemas.microsoft.com/office/drawing/2014/main" id="{24DB652F-6133-E813-B237-6D197789F10A}"/>
                </a:ext>
              </a:extLst>
            </p:cNvPr>
            <p:cNvSpPr>
              <a:spLocks noChangeShapeType="1"/>
            </p:cNvSpPr>
            <p:nvPr/>
          </p:nvSpPr>
          <p:spPr bwMode="auto">
            <a:xfrm flipV="1">
              <a:off x="3744"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112652" name="Text Box 26">
            <a:extLst>
              <a:ext uri="{FF2B5EF4-FFF2-40B4-BE49-F238E27FC236}">
                <a16:creationId xmlns:a16="http://schemas.microsoft.com/office/drawing/2014/main" id="{A4224B84-BA18-1023-6FAC-9CBBEB6A89E8}"/>
              </a:ext>
            </a:extLst>
          </p:cNvPr>
          <p:cNvSpPr txBox="1">
            <a:spLocks noChangeArrowheads="1"/>
          </p:cNvSpPr>
          <p:nvPr/>
        </p:nvSpPr>
        <p:spPr bwMode="auto">
          <a:xfrm>
            <a:off x="990600" y="3962400"/>
            <a:ext cx="73152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A </a:t>
            </a:r>
            <a:r>
              <a:rPr lang="en-US" altLang="en-US" sz="2400">
                <a:latin typeface="Courier New" panose="02070309020205020404" pitchFamily="49" charset="0"/>
              </a:rPr>
              <a:t>Group</a:t>
            </a:r>
            <a:r>
              <a:rPr lang="en-US" altLang="en-US" sz="2400"/>
              <a:t> </a:t>
            </a:r>
            <a:r>
              <a:rPr lang="en-US" altLang="en-US" sz="2400">
                <a:latin typeface="Courier New" panose="02070309020205020404" pitchFamily="49" charset="0"/>
              </a:rPr>
              <a:t>Element</a:t>
            </a:r>
            <a:r>
              <a:rPr lang="en-US" altLang="en-US" sz="2400"/>
              <a:t> contains multiple </a:t>
            </a:r>
            <a:r>
              <a:rPr lang="en-US" altLang="en-US" sz="2400">
                <a:latin typeface="Courier New" panose="02070309020205020404" pitchFamily="49" charset="0"/>
              </a:rPr>
              <a:t>Drawing</a:t>
            </a:r>
            <a:r>
              <a:rPr lang="en-US" altLang="en-US" sz="2400"/>
              <a:t> </a:t>
            </a:r>
            <a:r>
              <a:rPr lang="en-US" altLang="en-US" sz="2400">
                <a:latin typeface="Courier New" panose="02070309020205020404" pitchFamily="49" charset="0"/>
              </a:rPr>
              <a:t>Elements</a:t>
            </a:r>
            <a:r>
              <a:rPr lang="en-US" altLang="en-US" sz="2400"/>
              <a:t> (in fact, instances of concrete subclasses thereof)</a:t>
            </a:r>
          </a:p>
          <a:p>
            <a:pPr>
              <a:spcBef>
                <a:spcPct val="0"/>
              </a:spcBef>
              <a:buFont typeface="Wingdings" panose="05000000000000000000" pitchFamily="2" charset="2"/>
              <a:buChar char="q"/>
            </a:pPr>
            <a:r>
              <a:rPr lang="en-US" altLang="en-US" sz="2400"/>
              <a:t> do we use aggregation or association to model this</a:t>
            </a:r>
            <a:br>
              <a:rPr lang="en-US" altLang="en-US" sz="2400"/>
            </a:br>
            <a:r>
              <a:rPr lang="en-US" altLang="en-US" sz="2400"/>
              <a:t>    relationship?</a:t>
            </a:r>
          </a:p>
          <a:p>
            <a:pPr>
              <a:spcBef>
                <a:spcPct val="0"/>
              </a:spcBef>
              <a:buFont typeface="Wingdings" panose="05000000000000000000" pitchFamily="2" charset="2"/>
              <a:buChar char="q"/>
            </a:pPr>
            <a:r>
              <a:rPr lang="en-US" altLang="en-US" sz="2400"/>
              <a:t> what is the “best” way to represent associations and/or</a:t>
            </a:r>
            <a:br>
              <a:rPr lang="en-US" altLang="en-US" sz="2400"/>
            </a:br>
            <a:r>
              <a:rPr lang="en-US" altLang="en-US" sz="2400"/>
              <a:t>    aggregations?</a:t>
            </a:r>
          </a:p>
        </p:txBody>
      </p:sp>
      <p:sp>
        <p:nvSpPr>
          <p:cNvPr id="112653" name="Slide Number Placeholder 1">
            <a:extLst>
              <a:ext uri="{FF2B5EF4-FFF2-40B4-BE49-F238E27FC236}">
                <a16:creationId xmlns:a16="http://schemas.microsoft.com/office/drawing/2014/main" id="{997F6A15-5CA8-2F06-EA96-5BAEC69942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6C1B76C3-B1C5-46B0-A1FA-1E7B1F969435}" type="slidenum">
              <a:rPr lang="en-AU" altLang="en-US" sz="1400" smtClean="0">
                <a:latin typeface="Times New Roman" panose="02020603050405020304" pitchFamily="18" charset="0"/>
              </a:rPr>
              <a:pPr>
                <a:spcBef>
                  <a:spcPct val="0"/>
                </a:spcBef>
                <a:buSzTx/>
                <a:buFontTx/>
                <a:buNone/>
              </a:pPr>
              <a:t>55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325B7223-FA67-9D6E-95F4-0C9460513C6B}"/>
              </a:ext>
            </a:extLst>
          </p:cNvPr>
          <p:cNvSpPr>
            <a:spLocks noGrp="1" noChangeArrowheads="1"/>
          </p:cNvSpPr>
          <p:nvPr>
            <p:ph type="title"/>
          </p:nvPr>
        </p:nvSpPr>
        <p:spPr/>
        <p:txBody>
          <a:bodyPr/>
          <a:lstStyle/>
          <a:p>
            <a:pPr>
              <a:defRPr/>
            </a:pPr>
            <a:r>
              <a:rPr lang="en-US">
                <a:ea typeface="+mj-ea"/>
                <a:cs typeface="+mj-cs"/>
              </a:rPr>
              <a:t>Heuristics for Associations</a:t>
            </a:r>
          </a:p>
        </p:txBody>
      </p:sp>
      <p:sp>
        <p:nvSpPr>
          <p:cNvPr id="114691" name="Rectangle 3">
            <a:extLst>
              <a:ext uri="{FF2B5EF4-FFF2-40B4-BE49-F238E27FC236}">
                <a16:creationId xmlns:a16="http://schemas.microsoft.com/office/drawing/2014/main" id="{5677467D-759E-69DE-3893-3FC0B89A410F}"/>
              </a:ext>
            </a:extLst>
          </p:cNvPr>
          <p:cNvSpPr>
            <a:spLocks noGrp="1" noChangeArrowheads="1"/>
          </p:cNvSpPr>
          <p:nvPr>
            <p:ph type="body" idx="1"/>
          </p:nvPr>
        </p:nvSpPr>
        <p:spPr>
          <a:xfrm>
            <a:off x="539750" y="1208088"/>
            <a:ext cx="3421063" cy="4800600"/>
          </a:xfrm>
        </p:spPr>
        <p:txBody>
          <a:bodyPr/>
          <a:lstStyle/>
          <a:p>
            <a:endParaRPr lang="en-GB" altLang="en-US" sz="2000"/>
          </a:p>
          <a:p>
            <a:r>
              <a:rPr lang="en-GB" altLang="en-US" sz="2000"/>
              <a:t>Heuristic 7.1 (p. 147)</a:t>
            </a:r>
          </a:p>
          <a:p>
            <a:pPr lvl="1"/>
            <a:r>
              <a:rPr lang="en-GB" altLang="en-US" sz="1800" i="1">
                <a:solidFill>
                  <a:srgbClr val="7F0300"/>
                </a:solidFill>
              </a:rPr>
              <a:t>When given a choice in an object-oriented design between a containment relationship and an association relationship, choose the containment relationship</a:t>
            </a:r>
          </a:p>
          <a:p>
            <a:pPr lvl="1">
              <a:buFont typeface="Wingdings" panose="05000000000000000000" pitchFamily="2" charset="2"/>
              <a:buChar char="F"/>
            </a:pPr>
            <a:r>
              <a:rPr lang="en-GB" altLang="en-US" sz="1800"/>
              <a:t>Reduces the amount of exposure of internals of a class</a:t>
            </a:r>
          </a:p>
          <a:p>
            <a:pPr lvl="1">
              <a:buFont typeface="Wingdings" panose="05000000000000000000" pitchFamily="2" charset="2"/>
              <a:buChar char="F"/>
            </a:pPr>
            <a:r>
              <a:rPr lang="en-GB" altLang="en-US" sz="1800"/>
              <a:t>However, one needs to be careful to decide when containment (aggregation) reflects the given model and when not (“life of objects” rule).</a:t>
            </a:r>
          </a:p>
        </p:txBody>
      </p:sp>
      <p:sp>
        <p:nvSpPr>
          <p:cNvPr id="114692" name="Slide Number Placeholder 1">
            <a:extLst>
              <a:ext uri="{FF2B5EF4-FFF2-40B4-BE49-F238E27FC236}">
                <a16:creationId xmlns:a16="http://schemas.microsoft.com/office/drawing/2014/main" id="{569D0812-5DEE-D577-1F5C-BD3BD7DF2B0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0FA2649-56E3-4356-A09A-1EF7CC14F5BD}" type="slidenum">
              <a:rPr lang="en-AU" altLang="en-US" sz="1400" smtClean="0">
                <a:latin typeface="Times New Roman" panose="02020603050405020304" pitchFamily="18" charset="0"/>
              </a:rPr>
              <a:pPr>
                <a:spcBef>
                  <a:spcPct val="0"/>
                </a:spcBef>
                <a:buSzTx/>
                <a:buFontTx/>
                <a:buNone/>
              </a:pPr>
              <a:t>56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14693" name="Picture 6" descr="PlantUML diagram">
            <a:extLst>
              <a:ext uri="{FF2B5EF4-FFF2-40B4-BE49-F238E27FC236}">
                <a16:creationId xmlns:a16="http://schemas.microsoft.com/office/drawing/2014/main" id="{E4F75ABA-BA16-0F0B-100B-D406534A8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513" y="1208088"/>
            <a:ext cx="241935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4" name="Picture 8" descr="PlantUML diagram">
            <a:extLst>
              <a:ext uri="{FF2B5EF4-FFF2-40B4-BE49-F238E27FC236}">
                <a16:creationId xmlns:a16="http://schemas.microsoft.com/office/drawing/2014/main" id="{2D50D2DB-CCEC-91A6-BA7F-95AEB521A0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4094163"/>
            <a:ext cx="2405062"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a:extLst>
              <a:ext uri="{FF2B5EF4-FFF2-40B4-BE49-F238E27FC236}">
                <a16:creationId xmlns:a16="http://schemas.microsoft.com/office/drawing/2014/main" id="{7F811014-DE08-9CEA-E653-840EF42854EB}"/>
              </a:ext>
            </a:extLst>
          </p:cNvPr>
          <p:cNvSpPr>
            <a:spLocks noGrp="1" noChangeArrowheads="1"/>
          </p:cNvSpPr>
          <p:nvPr>
            <p:ph type="title"/>
          </p:nvPr>
        </p:nvSpPr>
        <p:spPr/>
        <p:txBody>
          <a:bodyPr/>
          <a:lstStyle/>
          <a:p>
            <a:endParaRPr lang="en-US" altLang="en-US"/>
          </a:p>
        </p:txBody>
      </p:sp>
      <p:pic>
        <p:nvPicPr>
          <p:cNvPr id="116739" name="Content Placeholder 6">
            <a:extLst>
              <a:ext uri="{FF2B5EF4-FFF2-40B4-BE49-F238E27FC236}">
                <a16:creationId xmlns:a16="http://schemas.microsoft.com/office/drawing/2014/main" id="{356AADD4-DB09-9246-C338-D60E26872DD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7200" y="1069975"/>
            <a:ext cx="3711575" cy="5570538"/>
          </a:xfrm>
        </p:spPr>
      </p:pic>
      <p:pic>
        <p:nvPicPr>
          <p:cNvPr id="116740" name="Content Placeholder 8">
            <a:extLst>
              <a:ext uri="{FF2B5EF4-FFF2-40B4-BE49-F238E27FC236}">
                <a16:creationId xmlns:a16="http://schemas.microsoft.com/office/drawing/2014/main" id="{C72CB6A4-F2C9-8E82-E721-43C081D6642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48188" y="1165225"/>
            <a:ext cx="4108450" cy="5356225"/>
          </a:xfrm>
        </p:spPr>
      </p:pic>
      <p:sp>
        <p:nvSpPr>
          <p:cNvPr id="116741" name="Slide Number Placeholder 4">
            <a:extLst>
              <a:ext uri="{FF2B5EF4-FFF2-40B4-BE49-F238E27FC236}">
                <a16:creationId xmlns:a16="http://schemas.microsoft.com/office/drawing/2014/main" id="{D0E11CAB-585F-A1BB-E249-58E586E78A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C2EE52D-8E58-401B-9D1D-43DEA58E951C}" type="slidenum">
              <a:rPr lang="en-AU" altLang="en-US" sz="1400" smtClean="0">
                <a:latin typeface="Times New Roman" panose="02020603050405020304" pitchFamily="18" charset="0"/>
              </a:rPr>
              <a:pPr>
                <a:spcBef>
                  <a:spcPct val="0"/>
                </a:spcBef>
                <a:buSzTx/>
                <a:buFontTx/>
                <a:buNone/>
              </a:pPr>
              <a:t>57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34860B28-5854-8FEB-C7E3-41E66925BB8D}"/>
              </a:ext>
            </a:extLst>
          </p:cNvPr>
          <p:cNvSpPr>
            <a:spLocks noGrp="1" noChangeArrowheads="1"/>
          </p:cNvSpPr>
          <p:nvPr>
            <p:ph type="title" idx="4294967295"/>
          </p:nvPr>
        </p:nvSpPr>
        <p:spPr/>
        <p:txBody>
          <a:bodyPr/>
          <a:lstStyle/>
          <a:p>
            <a:pPr eaLnBrk="1" hangingPunct="1">
              <a:defRPr/>
            </a:pPr>
            <a:r>
              <a:rPr lang="en-US">
                <a:ea typeface="+mj-ea"/>
                <a:cs typeface="+mj-cs"/>
              </a:rPr>
              <a:t>Associations and Aggregations (cont.)</a:t>
            </a:r>
          </a:p>
        </p:txBody>
      </p:sp>
      <p:grpSp>
        <p:nvGrpSpPr>
          <p:cNvPr id="117763" name="Group 3">
            <a:extLst>
              <a:ext uri="{FF2B5EF4-FFF2-40B4-BE49-F238E27FC236}">
                <a16:creationId xmlns:a16="http://schemas.microsoft.com/office/drawing/2014/main" id="{FFA979BD-2091-635A-294E-BC882DB070B1}"/>
              </a:ext>
            </a:extLst>
          </p:cNvPr>
          <p:cNvGrpSpPr>
            <a:grpSpLocks/>
          </p:cNvGrpSpPr>
          <p:nvPr/>
        </p:nvGrpSpPr>
        <p:grpSpPr bwMode="auto">
          <a:xfrm>
            <a:off x="3505200" y="1447800"/>
            <a:ext cx="1524000" cy="685800"/>
            <a:chOff x="2208" y="1056"/>
            <a:chExt cx="960" cy="432"/>
          </a:xfrm>
        </p:grpSpPr>
        <p:sp>
          <p:nvSpPr>
            <p:cNvPr id="117786" name="Rectangle 4">
              <a:extLst>
                <a:ext uri="{FF2B5EF4-FFF2-40B4-BE49-F238E27FC236}">
                  <a16:creationId xmlns:a16="http://schemas.microsoft.com/office/drawing/2014/main" id="{778598A6-CF74-91BB-81DD-2B86F9AB02A4}"/>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7787" name="Text Box 5">
              <a:extLst>
                <a:ext uri="{FF2B5EF4-FFF2-40B4-BE49-F238E27FC236}">
                  <a16:creationId xmlns:a16="http://schemas.microsoft.com/office/drawing/2014/main" id="{30B55922-E11C-93D5-C4BA-39C917C192F4}"/>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Drawing</a:t>
              </a:r>
              <a:br>
                <a:rPr lang="en-US" altLang="en-US" sz="1800"/>
              </a:br>
              <a:r>
                <a:rPr lang="en-US" altLang="en-US" sz="1800"/>
                <a:t>Element</a:t>
              </a:r>
            </a:p>
          </p:txBody>
        </p:sp>
      </p:grpSp>
      <p:grpSp>
        <p:nvGrpSpPr>
          <p:cNvPr id="117764" name="Group 6">
            <a:extLst>
              <a:ext uri="{FF2B5EF4-FFF2-40B4-BE49-F238E27FC236}">
                <a16:creationId xmlns:a16="http://schemas.microsoft.com/office/drawing/2014/main" id="{D1808723-396C-C93C-F7F0-DE5D89657597}"/>
              </a:ext>
            </a:extLst>
          </p:cNvPr>
          <p:cNvGrpSpPr>
            <a:grpSpLocks/>
          </p:cNvGrpSpPr>
          <p:nvPr/>
        </p:nvGrpSpPr>
        <p:grpSpPr bwMode="auto">
          <a:xfrm>
            <a:off x="3505200" y="2895600"/>
            <a:ext cx="1524000" cy="685800"/>
            <a:chOff x="2208" y="1056"/>
            <a:chExt cx="960" cy="432"/>
          </a:xfrm>
        </p:grpSpPr>
        <p:sp>
          <p:nvSpPr>
            <p:cNvPr id="117784" name="Rectangle 7">
              <a:extLst>
                <a:ext uri="{FF2B5EF4-FFF2-40B4-BE49-F238E27FC236}">
                  <a16:creationId xmlns:a16="http://schemas.microsoft.com/office/drawing/2014/main" id="{278A9E33-FEBE-AF6D-0AFB-01DF20CA1A65}"/>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7785" name="Text Box 8">
              <a:extLst>
                <a:ext uri="{FF2B5EF4-FFF2-40B4-BE49-F238E27FC236}">
                  <a16:creationId xmlns:a16="http://schemas.microsoft.com/office/drawing/2014/main" id="{9CF33104-F419-E13C-D1A8-0E427DAABBBD}"/>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i="1"/>
                <a:t>Linear</a:t>
              </a:r>
              <a:br>
                <a:rPr lang="en-US" altLang="en-US" sz="1800" i="1"/>
              </a:br>
              <a:r>
                <a:rPr lang="en-US" altLang="en-US" sz="1800" i="1"/>
                <a:t>Element</a:t>
              </a:r>
              <a:endParaRPr lang="en-US" altLang="en-US" sz="1800"/>
            </a:p>
          </p:txBody>
        </p:sp>
      </p:grpSp>
      <p:grpSp>
        <p:nvGrpSpPr>
          <p:cNvPr id="117765" name="Group 9">
            <a:extLst>
              <a:ext uri="{FF2B5EF4-FFF2-40B4-BE49-F238E27FC236}">
                <a16:creationId xmlns:a16="http://schemas.microsoft.com/office/drawing/2014/main" id="{3BB228CA-8AB5-A8E3-6670-6350AB177870}"/>
              </a:ext>
            </a:extLst>
          </p:cNvPr>
          <p:cNvGrpSpPr>
            <a:grpSpLocks/>
          </p:cNvGrpSpPr>
          <p:nvPr/>
        </p:nvGrpSpPr>
        <p:grpSpPr bwMode="auto">
          <a:xfrm>
            <a:off x="5181600" y="2895600"/>
            <a:ext cx="1524000" cy="685800"/>
            <a:chOff x="2208" y="1056"/>
            <a:chExt cx="960" cy="432"/>
          </a:xfrm>
        </p:grpSpPr>
        <p:sp>
          <p:nvSpPr>
            <p:cNvPr id="117782" name="Rectangle 10">
              <a:extLst>
                <a:ext uri="{FF2B5EF4-FFF2-40B4-BE49-F238E27FC236}">
                  <a16:creationId xmlns:a16="http://schemas.microsoft.com/office/drawing/2014/main" id="{71E3AE16-52DC-C005-BFA7-225E6F2F9F71}"/>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7783" name="Text Box 11">
              <a:extLst>
                <a:ext uri="{FF2B5EF4-FFF2-40B4-BE49-F238E27FC236}">
                  <a16:creationId xmlns:a16="http://schemas.microsoft.com/office/drawing/2014/main" id="{EC8C8537-4A4C-F8EE-CCDB-2FA2D76AF658}"/>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Group</a:t>
              </a:r>
              <a:br>
                <a:rPr lang="en-US" altLang="en-US" sz="1800"/>
              </a:br>
              <a:r>
                <a:rPr lang="en-US" altLang="en-US" sz="1800"/>
                <a:t>Element</a:t>
              </a:r>
            </a:p>
          </p:txBody>
        </p:sp>
      </p:grpSp>
      <p:grpSp>
        <p:nvGrpSpPr>
          <p:cNvPr id="117766" name="Group 15">
            <a:extLst>
              <a:ext uri="{FF2B5EF4-FFF2-40B4-BE49-F238E27FC236}">
                <a16:creationId xmlns:a16="http://schemas.microsoft.com/office/drawing/2014/main" id="{C1A4B3CD-2C94-BDC2-AF21-97855776E60B}"/>
              </a:ext>
            </a:extLst>
          </p:cNvPr>
          <p:cNvGrpSpPr>
            <a:grpSpLocks/>
          </p:cNvGrpSpPr>
          <p:nvPr/>
        </p:nvGrpSpPr>
        <p:grpSpPr bwMode="auto">
          <a:xfrm>
            <a:off x="1828800" y="2895600"/>
            <a:ext cx="1524000" cy="685800"/>
            <a:chOff x="2208" y="1056"/>
            <a:chExt cx="960" cy="432"/>
          </a:xfrm>
        </p:grpSpPr>
        <p:sp>
          <p:nvSpPr>
            <p:cNvPr id="117780" name="Rectangle 16">
              <a:extLst>
                <a:ext uri="{FF2B5EF4-FFF2-40B4-BE49-F238E27FC236}">
                  <a16:creationId xmlns:a16="http://schemas.microsoft.com/office/drawing/2014/main" id="{030A670B-B848-505C-5D4D-FE4D4EE8B915}"/>
                </a:ext>
              </a:extLst>
            </p:cNvPr>
            <p:cNvSpPr>
              <a:spLocks noChangeArrowheads="1"/>
            </p:cNvSpPr>
            <p:nvPr/>
          </p:nvSpPr>
          <p:spPr bwMode="auto">
            <a:xfrm>
              <a:off x="2208" y="1056"/>
              <a:ext cx="960" cy="43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7781" name="Text Box 17">
              <a:extLst>
                <a:ext uri="{FF2B5EF4-FFF2-40B4-BE49-F238E27FC236}">
                  <a16:creationId xmlns:a16="http://schemas.microsoft.com/office/drawing/2014/main" id="{E27792AC-E2AC-2012-9DCD-9F3ECB141235}"/>
                </a:ext>
              </a:extLst>
            </p:cNvPr>
            <p:cNvSpPr txBox="1">
              <a:spLocks noChangeArrowheads="1"/>
            </p:cNvSpPr>
            <p:nvPr/>
          </p:nvSpPr>
          <p:spPr bwMode="auto">
            <a:xfrm>
              <a:off x="2304" y="1074"/>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a:t>Text</a:t>
              </a:r>
              <a:br>
                <a:rPr lang="en-US" altLang="en-US" sz="1800"/>
              </a:br>
              <a:r>
                <a:rPr lang="en-US" altLang="en-US" sz="1800"/>
                <a:t>Element</a:t>
              </a:r>
            </a:p>
          </p:txBody>
        </p:sp>
      </p:grpSp>
      <p:sp>
        <p:nvSpPr>
          <p:cNvPr id="117767" name="Line 21">
            <a:extLst>
              <a:ext uri="{FF2B5EF4-FFF2-40B4-BE49-F238E27FC236}">
                <a16:creationId xmlns:a16="http://schemas.microsoft.com/office/drawing/2014/main" id="{84137B02-B818-ABFE-0D9C-879D83140CDA}"/>
              </a:ext>
            </a:extLst>
          </p:cNvPr>
          <p:cNvSpPr>
            <a:spLocks noChangeShapeType="1"/>
          </p:cNvSpPr>
          <p:nvPr/>
        </p:nvSpPr>
        <p:spPr bwMode="auto">
          <a:xfrm>
            <a:off x="6705600" y="3276600"/>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68" name="Line 22">
            <a:extLst>
              <a:ext uri="{FF2B5EF4-FFF2-40B4-BE49-F238E27FC236}">
                <a16:creationId xmlns:a16="http://schemas.microsoft.com/office/drawing/2014/main" id="{09CD04B2-D2C3-4265-46C4-4F92A0802A07}"/>
              </a:ext>
            </a:extLst>
          </p:cNvPr>
          <p:cNvSpPr>
            <a:spLocks noChangeShapeType="1"/>
          </p:cNvSpPr>
          <p:nvPr/>
        </p:nvSpPr>
        <p:spPr bwMode="auto">
          <a:xfrm flipV="1">
            <a:off x="7620000" y="1752600"/>
            <a:ext cx="0" cy="1524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69" name="Line 23">
            <a:extLst>
              <a:ext uri="{FF2B5EF4-FFF2-40B4-BE49-F238E27FC236}">
                <a16:creationId xmlns:a16="http://schemas.microsoft.com/office/drawing/2014/main" id="{CFB34F9F-FE77-87F4-7CAE-AC3CE69DF6D1}"/>
              </a:ext>
            </a:extLst>
          </p:cNvPr>
          <p:cNvSpPr>
            <a:spLocks noChangeShapeType="1"/>
          </p:cNvSpPr>
          <p:nvPr/>
        </p:nvSpPr>
        <p:spPr bwMode="auto">
          <a:xfrm flipH="1">
            <a:off x="5029200" y="1752600"/>
            <a:ext cx="25908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17770" name="Text Box 24">
            <a:extLst>
              <a:ext uri="{FF2B5EF4-FFF2-40B4-BE49-F238E27FC236}">
                <a16:creationId xmlns:a16="http://schemas.microsoft.com/office/drawing/2014/main" id="{A34654B1-2239-3BFF-18C6-EAD4DEEB39D8}"/>
              </a:ext>
            </a:extLst>
          </p:cNvPr>
          <p:cNvSpPr txBox="1">
            <a:spLocks noChangeArrowheads="1"/>
          </p:cNvSpPr>
          <p:nvPr/>
        </p:nvSpPr>
        <p:spPr bwMode="auto">
          <a:xfrm>
            <a:off x="5105400" y="1447800"/>
            <a:ext cx="257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a:t>*</a:t>
            </a:r>
            <a:endParaRPr lang="en-US" altLang="en-US" sz="2400"/>
          </a:p>
        </p:txBody>
      </p:sp>
      <p:grpSp>
        <p:nvGrpSpPr>
          <p:cNvPr id="117771" name="Group 28">
            <a:extLst>
              <a:ext uri="{FF2B5EF4-FFF2-40B4-BE49-F238E27FC236}">
                <a16:creationId xmlns:a16="http://schemas.microsoft.com/office/drawing/2014/main" id="{455DBA30-F75F-11FB-C353-F70744BD2756}"/>
              </a:ext>
            </a:extLst>
          </p:cNvPr>
          <p:cNvGrpSpPr>
            <a:grpSpLocks/>
          </p:cNvGrpSpPr>
          <p:nvPr/>
        </p:nvGrpSpPr>
        <p:grpSpPr bwMode="auto">
          <a:xfrm>
            <a:off x="2590800" y="2133600"/>
            <a:ext cx="3352800" cy="762000"/>
            <a:chOff x="1632" y="1104"/>
            <a:chExt cx="2112" cy="480"/>
          </a:xfrm>
        </p:grpSpPr>
        <p:sp>
          <p:nvSpPr>
            <p:cNvPr id="117774" name="AutoShape 29">
              <a:extLst>
                <a:ext uri="{FF2B5EF4-FFF2-40B4-BE49-F238E27FC236}">
                  <a16:creationId xmlns:a16="http://schemas.microsoft.com/office/drawing/2014/main" id="{85EDAE43-D00E-A190-351A-1B681D811A01}"/>
                </a:ext>
              </a:extLst>
            </p:cNvPr>
            <p:cNvSpPr>
              <a:spLocks noChangeArrowheads="1"/>
            </p:cNvSpPr>
            <p:nvPr/>
          </p:nvSpPr>
          <p:spPr bwMode="auto">
            <a:xfrm>
              <a:off x="2618" y="1104"/>
              <a:ext cx="144" cy="144"/>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17775" name="Line 30">
              <a:extLst>
                <a:ext uri="{FF2B5EF4-FFF2-40B4-BE49-F238E27FC236}">
                  <a16:creationId xmlns:a16="http://schemas.microsoft.com/office/drawing/2014/main" id="{20852402-5A3D-8217-97B9-F5D9748019FB}"/>
                </a:ext>
              </a:extLst>
            </p:cNvPr>
            <p:cNvSpPr>
              <a:spLocks noChangeShapeType="1"/>
            </p:cNvSpPr>
            <p:nvPr/>
          </p:nvSpPr>
          <p:spPr bwMode="auto">
            <a:xfrm flipV="1">
              <a:off x="1632"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76" name="Line 31">
              <a:extLst>
                <a:ext uri="{FF2B5EF4-FFF2-40B4-BE49-F238E27FC236}">
                  <a16:creationId xmlns:a16="http://schemas.microsoft.com/office/drawing/2014/main" id="{D7EA5D4F-9AC4-2882-386D-FE5372434202}"/>
                </a:ext>
              </a:extLst>
            </p:cNvPr>
            <p:cNvSpPr>
              <a:spLocks noChangeShapeType="1"/>
            </p:cNvSpPr>
            <p:nvPr/>
          </p:nvSpPr>
          <p:spPr bwMode="auto">
            <a:xfrm>
              <a:off x="1632" y="1392"/>
              <a:ext cx="21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77" name="Line 32">
              <a:extLst>
                <a:ext uri="{FF2B5EF4-FFF2-40B4-BE49-F238E27FC236}">
                  <a16:creationId xmlns:a16="http://schemas.microsoft.com/office/drawing/2014/main" id="{6062C1CB-EF89-5D16-5BEB-131076673954}"/>
                </a:ext>
              </a:extLst>
            </p:cNvPr>
            <p:cNvSpPr>
              <a:spLocks noChangeShapeType="1"/>
            </p:cNvSpPr>
            <p:nvPr/>
          </p:nvSpPr>
          <p:spPr bwMode="auto">
            <a:xfrm flipV="1">
              <a:off x="2688" y="1250"/>
              <a:ext cx="0" cy="1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78" name="Line 33">
              <a:extLst>
                <a:ext uri="{FF2B5EF4-FFF2-40B4-BE49-F238E27FC236}">
                  <a16:creationId xmlns:a16="http://schemas.microsoft.com/office/drawing/2014/main" id="{41D4A915-8348-39D9-5041-D3DA06371AA6}"/>
                </a:ext>
              </a:extLst>
            </p:cNvPr>
            <p:cNvSpPr>
              <a:spLocks noChangeShapeType="1"/>
            </p:cNvSpPr>
            <p:nvPr/>
          </p:nvSpPr>
          <p:spPr bwMode="auto">
            <a:xfrm flipV="1">
              <a:off x="2688"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117779" name="Line 34">
              <a:extLst>
                <a:ext uri="{FF2B5EF4-FFF2-40B4-BE49-F238E27FC236}">
                  <a16:creationId xmlns:a16="http://schemas.microsoft.com/office/drawing/2014/main" id="{403779D5-B02E-E0FC-B900-19675F24363B}"/>
                </a:ext>
              </a:extLst>
            </p:cNvPr>
            <p:cNvSpPr>
              <a:spLocks noChangeShapeType="1"/>
            </p:cNvSpPr>
            <p:nvPr/>
          </p:nvSpPr>
          <p:spPr bwMode="auto">
            <a:xfrm flipV="1">
              <a:off x="3744" y="1392"/>
              <a:ext cx="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sp>
        <p:nvSpPr>
          <p:cNvPr id="117772" name="Text Box 55">
            <a:extLst>
              <a:ext uri="{FF2B5EF4-FFF2-40B4-BE49-F238E27FC236}">
                <a16:creationId xmlns:a16="http://schemas.microsoft.com/office/drawing/2014/main" id="{7EA6CA91-9B8A-A152-8F72-8F379B8EC892}"/>
              </a:ext>
            </a:extLst>
          </p:cNvPr>
          <p:cNvSpPr txBox="1">
            <a:spLocks noChangeArrowheads="1"/>
          </p:cNvSpPr>
          <p:nvPr/>
        </p:nvSpPr>
        <p:spPr bwMode="auto">
          <a:xfrm>
            <a:off x="990600" y="3962400"/>
            <a:ext cx="7315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Clearly, the “children” of a </a:t>
            </a:r>
            <a:r>
              <a:rPr lang="en-US" altLang="en-US" sz="2400">
                <a:latin typeface="Courier New" panose="02070309020205020404" pitchFamily="49" charset="0"/>
              </a:rPr>
              <a:t>Group</a:t>
            </a:r>
            <a:r>
              <a:rPr lang="en-US" altLang="en-US" sz="2400"/>
              <a:t> </a:t>
            </a:r>
            <a:r>
              <a:rPr lang="en-US" altLang="en-US" sz="2400">
                <a:latin typeface="Courier New" panose="02070309020205020404" pitchFamily="49" charset="0"/>
              </a:rPr>
              <a:t>Element</a:t>
            </a:r>
            <a:r>
              <a:rPr lang="en-US" altLang="en-US" sz="2400"/>
              <a:t> can exist without its enclosing </a:t>
            </a:r>
            <a:r>
              <a:rPr lang="en-US" altLang="en-US" sz="2400">
                <a:latin typeface="Courier New" panose="02070309020205020404" pitchFamily="49" charset="0"/>
              </a:rPr>
              <a:t>Group</a:t>
            </a:r>
            <a:r>
              <a:rPr lang="en-US" altLang="en-US" sz="2400"/>
              <a:t> </a:t>
            </a:r>
            <a:r>
              <a:rPr lang="en-US" altLang="en-US" sz="2400">
                <a:latin typeface="Courier New" panose="02070309020205020404" pitchFamily="49" charset="0"/>
              </a:rPr>
              <a:t>Element</a:t>
            </a:r>
            <a:r>
              <a:rPr lang="en-US" altLang="en-US" sz="2400"/>
              <a:t> instance</a:t>
            </a:r>
          </a:p>
          <a:p>
            <a:pPr>
              <a:spcBef>
                <a:spcPct val="0"/>
              </a:spcBef>
              <a:buSzTx/>
              <a:buFont typeface="Wingdings" panose="05000000000000000000" pitchFamily="2" charset="2"/>
              <a:buChar char="F"/>
            </a:pPr>
            <a:r>
              <a:rPr lang="en-US" altLang="en-US" sz="2400"/>
              <a:t> we need to use </a:t>
            </a:r>
            <a:r>
              <a:rPr lang="en-US" altLang="en-US" sz="2400" i="1">
                <a:solidFill>
                  <a:srgbClr val="0C3A80"/>
                </a:solidFill>
              </a:rPr>
              <a:t>association</a:t>
            </a:r>
            <a:r>
              <a:rPr lang="en-US" altLang="en-US" sz="2400"/>
              <a:t>, not aggregation, to model this</a:t>
            </a:r>
            <a:br>
              <a:rPr lang="en-US" altLang="en-US" sz="2400"/>
            </a:br>
            <a:r>
              <a:rPr lang="en-US" altLang="en-US" sz="2400"/>
              <a:t>     relationship!</a:t>
            </a:r>
          </a:p>
        </p:txBody>
      </p:sp>
      <p:sp>
        <p:nvSpPr>
          <p:cNvPr id="117773" name="Slide Number Placeholder 1">
            <a:extLst>
              <a:ext uri="{FF2B5EF4-FFF2-40B4-BE49-F238E27FC236}">
                <a16:creationId xmlns:a16="http://schemas.microsoft.com/office/drawing/2014/main" id="{4B5E9808-B03F-1486-9C06-D829B5575FE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658654B-F4BA-4E97-B527-DE00F5B0C029}" type="slidenum">
              <a:rPr lang="en-AU" altLang="en-US" sz="1400" smtClean="0">
                <a:latin typeface="Times New Roman" panose="02020603050405020304" pitchFamily="18" charset="0"/>
              </a:rPr>
              <a:pPr>
                <a:spcBef>
                  <a:spcPct val="0"/>
                </a:spcBef>
                <a:buSzTx/>
                <a:buFontTx/>
                <a:buNone/>
              </a:pPr>
              <a:t>58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a:extLst>
              <a:ext uri="{FF2B5EF4-FFF2-40B4-BE49-F238E27FC236}">
                <a16:creationId xmlns:a16="http://schemas.microsoft.com/office/drawing/2014/main" id="{904C3765-F29B-0568-B287-8A8E882739C4}"/>
              </a:ext>
            </a:extLst>
          </p:cNvPr>
          <p:cNvSpPr>
            <a:spLocks noGrp="1" noChangeArrowheads="1"/>
          </p:cNvSpPr>
          <p:nvPr>
            <p:ph type="title"/>
          </p:nvPr>
        </p:nvSpPr>
        <p:spPr/>
        <p:txBody>
          <a:bodyPr/>
          <a:lstStyle/>
          <a:p>
            <a:pPr>
              <a:defRPr/>
            </a:pPr>
            <a:r>
              <a:rPr lang="en-US">
                <a:ea typeface="+mj-ea"/>
                <a:cs typeface="+mj-cs"/>
              </a:rPr>
              <a:t>Collections</a:t>
            </a:r>
          </a:p>
        </p:txBody>
      </p:sp>
      <p:sp>
        <p:nvSpPr>
          <p:cNvPr id="563203" name="Rectangle 3">
            <a:extLst>
              <a:ext uri="{FF2B5EF4-FFF2-40B4-BE49-F238E27FC236}">
                <a16:creationId xmlns:a16="http://schemas.microsoft.com/office/drawing/2014/main" id="{1502E390-9B96-9308-5CD9-83AF77527F26}"/>
              </a:ext>
            </a:extLst>
          </p:cNvPr>
          <p:cNvSpPr>
            <a:spLocks noGrp="1" noChangeArrowheads="1"/>
          </p:cNvSpPr>
          <p:nvPr>
            <p:ph type="body" idx="1"/>
          </p:nvPr>
        </p:nvSpPr>
        <p:spPr/>
        <p:txBody>
          <a:bodyPr/>
          <a:lstStyle/>
          <a:p>
            <a:pPr>
              <a:buFont typeface="Wingdings" charset="0"/>
              <a:buNone/>
              <a:defRPr/>
            </a:pPr>
            <a:endParaRPr lang="en-US" dirty="0">
              <a:ea typeface="+mn-ea"/>
              <a:cs typeface="+mn-cs"/>
            </a:endParaRPr>
          </a:p>
          <a:p>
            <a:pPr>
              <a:buFont typeface="Wingdings" charset="0"/>
              <a:buNone/>
              <a:defRPr/>
            </a:pPr>
            <a:r>
              <a:rPr lang="en-US" dirty="0">
                <a:ea typeface="+mn-ea"/>
                <a:cs typeface="+mn-cs"/>
              </a:rPr>
              <a:t>The elements of an association/aggregation generally</a:t>
            </a:r>
          </a:p>
          <a:p>
            <a:pPr>
              <a:buFont typeface="Wingdings" charset="0"/>
              <a:buNone/>
              <a:defRPr/>
            </a:pPr>
            <a:r>
              <a:rPr lang="en-US" dirty="0">
                <a:ea typeface="+mn-ea"/>
                <a:cs typeface="+mn-cs"/>
              </a:rPr>
              <a:t>need some form of expandable container/collection in the</a:t>
            </a:r>
          </a:p>
          <a:p>
            <a:pPr>
              <a:buFont typeface="Wingdings" charset="0"/>
              <a:buNone/>
              <a:defRPr/>
            </a:pPr>
            <a:r>
              <a:rPr lang="en-US" dirty="0">
                <a:ea typeface="+mn-ea"/>
                <a:cs typeface="+mn-cs"/>
              </a:rPr>
              <a:t>corresponding enclosing object</a:t>
            </a:r>
          </a:p>
          <a:p>
            <a:pPr>
              <a:buFont typeface="Wingdings" charset="0"/>
              <a:buChar char="F"/>
              <a:defRPr/>
            </a:pPr>
            <a:r>
              <a:rPr lang="en-US" i="1" dirty="0">
                <a:ea typeface="+mn-ea"/>
                <a:cs typeface="+mn-cs"/>
              </a:rPr>
              <a:t>But what kind of container/collection do we choose?</a:t>
            </a:r>
          </a:p>
          <a:p>
            <a:pPr>
              <a:buFont typeface="Wingdings" charset="0"/>
              <a:buChar char="F"/>
              <a:defRPr/>
            </a:pPr>
            <a:r>
              <a:rPr lang="en-US" dirty="0">
                <a:ea typeface="+mn-ea"/>
                <a:cs typeface="+mn-cs"/>
              </a:rPr>
              <a:t>We need to be clear what </a:t>
            </a:r>
            <a:r>
              <a:rPr lang="en-US" i="1" dirty="0">
                <a:solidFill>
                  <a:srgbClr val="0C3A80"/>
                </a:solidFill>
                <a:ea typeface="+mn-ea"/>
                <a:cs typeface="+mn-cs"/>
              </a:rPr>
              <a:t>kind of access</a:t>
            </a:r>
            <a:r>
              <a:rPr lang="en-US" dirty="0">
                <a:ea typeface="+mn-ea"/>
                <a:cs typeface="+mn-cs"/>
              </a:rPr>
              <a:t> we need for the elements of an association/aggregation!</a:t>
            </a:r>
            <a:endParaRPr lang="en-US" i="1" dirty="0">
              <a:ea typeface="+mn-ea"/>
              <a:cs typeface="+mn-cs"/>
            </a:endParaRPr>
          </a:p>
        </p:txBody>
      </p:sp>
      <p:sp>
        <p:nvSpPr>
          <p:cNvPr id="119812" name="Slide Number Placeholder 1">
            <a:extLst>
              <a:ext uri="{FF2B5EF4-FFF2-40B4-BE49-F238E27FC236}">
                <a16:creationId xmlns:a16="http://schemas.microsoft.com/office/drawing/2014/main" id="{5E0A1868-D71D-8466-1151-A5AC4C2CA7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833BD64-B395-4515-8359-F9C4BF799CED}" type="slidenum">
              <a:rPr lang="en-AU" altLang="en-US" sz="1400" smtClean="0">
                <a:latin typeface="Times New Roman" panose="02020603050405020304" pitchFamily="18" charset="0"/>
              </a:rPr>
              <a:pPr>
                <a:spcBef>
                  <a:spcPct val="0"/>
                </a:spcBef>
                <a:buSzTx/>
                <a:buFontTx/>
                <a:buNone/>
              </a:pPr>
              <a:t>59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a:extLst>
              <a:ext uri="{FF2B5EF4-FFF2-40B4-BE49-F238E27FC236}">
                <a16:creationId xmlns:a16="http://schemas.microsoft.com/office/drawing/2014/main" id="{5DABB508-8CCF-6075-5CA1-BF18EAA8EA23}"/>
              </a:ext>
            </a:extLst>
          </p:cNvPr>
          <p:cNvSpPr>
            <a:spLocks noGrp="1" noChangeArrowheads="1"/>
          </p:cNvSpPr>
          <p:nvPr>
            <p:ph type="title"/>
          </p:nvPr>
        </p:nvSpPr>
        <p:spPr/>
        <p:txBody>
          <a:bodyPr/>
          <a:lstStyle/>
          <a:p>
            <a:pPr>
              <a:defRPr/>
            </a:pPr>
            <a:r>
              <a:rPr lang="en-US">
                <a:ea typeface="+mj-ea"/>
                <a:cs typeface="+mj-cs"/>
              </a:rPr>
              <a:t>Collections (cont.)</a:t>
            </a:r>
          </a:p>
        </p:txBody>
      </p:sp>
      <p:sp>
        <p:nvSpPr>
          <p:cNvPr id="121859" name="Rectangle 3">
            <a:extLst>
              <a:ext uri="{FF2B5EF4-FFF2-40B4-BE49-F238E27FC236}">
                <a16:creationId xmlns:a16="http://schemas.microsoft.com/office/drawing/2014/main" id="{837DAE03-475B-1DBC-464E-5F859631EB79}"/>
              </a:ext>
            </a:extLst>
          </p:cNvPr>
          <p:cNvSpPr>
            <a:spLocks noGrp="1" noChangeArrowheads="1"/>
          </p:cNvSpPr>
          <p:nvPr>
            <p:ph type="body" idx="1"/>
          </p:nvPr>
        </p:nvSpPr>
        <p:spPr/>
        <p:txBody>
          <a:bodyPr/>
          <a:lstStyle/>
          <a:p>
            <a:pPr>
              <a:lnSpc>
                <a:spcPct val="90000"/>
              </a:lnSpc>
            </a:pPr>
            <a:r>
              <a:rPr lang="en-AU" altLang="en-US" sz="2400"/>
              <a:t>Only enumeration of elements needed</a:t>
            </a:r>
          </a:p>
          <a:p>
            <a:pPr lvl="1">
              <a:lnSpc>
                <a:spcPct val="90000"/>
              </a:lnSpc>
            </a:pPr>
            <a:r>
              <a:rPr lang="en-AU" altLang="en-US" sz="2000"/>
              <a:t>Choose the most general collection available</a:t>
            </a:r>
          </a:p>
          <a:p>
            <a:pPr>
              <a:lnSpc>
                <a:spcPct val="90000"/>
              </a:lnSpc>
            </a:pPr>
            <a:r>
              <a:rPr lang="en-AU" altLang="en-US" sz="2400"/>
              <a:t>Want to avoid duplicates?</a:t>
            </a:r>
          </a:p>
          <a:p>
            <a:pPr lvl="1">
              <a:lnSpc>
                <a:spcPct val="90000"/>
              </a:lnSpc>
            </a:pPr>
            <a:r>
              <a:rPr lang="en-AU" altLang="en-US" sz="2000"/>
              <a:t>Choose a set-like collection</a:t>
            </a:r>
          </a:p>
          <a:p>
            <a:pPr>
              <a:lnSpc>
                <a:spcPct val="90000"/>
              </a:lnSpc>
            </a:pPr>
            <a:r>
              <a:rPr lang="en-AU" altLang="en-US" sz="2400"/>
              <a:t>Need to be able to access specific elements?</a:t>
            </a:r>
          </a:p>
          <a:p>
            <a:pPr lvl="1">
              <a:lnSpc>
                <a:spcPct val="90000"/>
              </a:lnSpc>
            </a:pPr>
            <a:r>
              <a:rPr lang="en-AU" altLang="en-US" sz="2000"/>
              <a:t>Choose an </a:t>
            </a:r>
            <a:r>
              <a:rPr lang="en-AU" altLang="en-US" sz="2000">
                <a:latin typeface="Arial" panose="020B0604020202020204" pitchFamily="34" charset="0"/>
              </a:rPr>
              <a:t>“</a:t>
            </a:r>
            <a:r>
              <a:rPr lang="en-AU" altLang="ja-JP" sz="2000"/>
              <a:t>indexable</a:t>
            </a:r>
            <a:r>
              <a:rPr lang="en-AU" altLang="en-US" sz="2000">
                <a:latin typeface="Arial" panose="020B0604020202020204" pitchFamily="34" charset="0"/>
              </a:rPr>
              <a:t>”</a:t>
            </a:r>
            <a:r>
              <a:rPr lang="en-AU" altLang="ja-JP" sz="2000"/>
              <a:t> collection (e.g., Array, List, Hash)</a:t>
            </a:r>
          </a:p>
          <a:p>
            <a:pPr>
              <a:lnSpc>
                <a:spcPct val="90000"/>
              </a:lnSpc>
            </a:pPr>
            <a:r>
              <a:rPr lang="en-AU" altLang="en-US" sz="2400"/>
              <a:t>Need a specific order in enumerations</a:t>
            </a:r>
          </a:p>
          <a:p>
            <a:pPr lvl="1">
              <a:lnSpc>
                <a:spcPct val="90000"/>
              </a:lnSpc>
            </a:pPr>
            <a:r>
              <a:rPr lang="en-AU" altLang="en-US" sz="2000"/>
              <a:t>Choose a collection that allows ordering of elements</a:t>
            </a:r>
          </a:p>
          <a:p>
            <a:pPr>
              <a:lnSpc>
                <a:spcPct val="90000"/>
              </a:lnSpc>
            </a:pPr>
            <a:r>
              <a:rPr lang="en-AU" altLang="en-US" sz="2400"/>
              <a:t>Need some combination of the above?</a:t>
            </a:r>
          </a:p>
          <a:p>
            <a:pPr lvl="1">
              <a:lnSpc>
                <a:spcPct val="90000"/>
              </a:lnSpc>
            </a:pPr>
            <a:r>
              <a:rPr lang="en-AU" altLang="en-US" sz="2000"/>
              <a:t>Choose a collection that combines various behaviours</a:t>
            </a:r>
          </a:p>
          <a:p>
            <a:pPr>
              <a:lnSpc>
                <a:spcPct val="90000"/>
              </a:lnSpc>
              <a:buFont typeface="Wingdings" panose="05000000000000000000" pitchFamily="2" charset="2"/>
              <a:buChar char="F"/>
            </a:pPr>
            <a:r>
              <a:rPr lang="en-AU" altLang="en-US" sz="2400" i="1"/>
              <a:t>Most collection libraries provide various kinds of suitable classes</a:t>
            </a:r>
          </a:p>
        </p:txBody>
      </p:sp>
      <p:sp>
        <p:nvSpPr>
          <p:cNvPr id="121860" name="Slide Number Placeholder 1">
            <a:extLst>
              <a:ext uri="{FF2B5EF4-FFF2-40B4-BE49-F238E27FC236}">
                <a16:creationId xmlns:a16="http://schemas.microsoft.com/office/drawing/2014/main" id="{F522543B-35F8-73E3-C4D5-022D00BED89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759289C-B3A2-461D-BC26-4E2670393A67}" type="slidenum">
              <a:rPr lang="en-AU" altLang="en-US" sz="1400" smtClean="0">
                <a:latin typeface="Times New Roman" panose="02020603050405020304" pitchFamily="18" charset="0"/>
              </a:rPr>
              <a:pPr>
                <a:spcBef>
                  <a:spcPct val="0"/>
                </a:spcBef>
                <a:buSzTx/>
                <a:buFontTx/>
                <a:buNone/>
              </a:pPr>
              <a:t>60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96C2BE33-037F-DCEC-8222-694B9DFEA860}"/>
              </a:ext>
            </a:extLst>
          </p:cNvPr>
          <p:cNvSpPr>
            <a:spLocks noChangeArrowheads="1"/>
          </p:cNvSpPr>
          <p:nvPr/>
        </p:nvSpPr>
        <p:spPr bwMode="auto">
          <a:xfrm>
            <a:off x="0" y="1524000"/>
            <a:ext cx="7305675"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sp>
        <p:nvSpPr>
          <p:cNvPr id="577539" name="Rectangle 3">
            <a:extLst>
              <a:ext uri="{FF2B5EF4-FFF2-40B4-BE49-F238E27FC236}">
                <a16:creationId xmlns:a16="http://schemas.microsoft.com/office/drawing/2014/main" id="{B067A402-CC78-A929-AE92-9D430C63DBE1}"/>
              </a:ext>
            </a:extLst>
          </p:cNvPr>
          <p:cNvSpPr>
            <a:spLocks noGrp="1" noChangeArrowheads="1"/>
          </p:cNvSpPr>
          <p:nvPr>
            <p:ph type="title"/>
          </p:nvPr>
        </p:nvSpPr>
        <p:spPr/>
        <p:txBody>
          <a:bodyPr/>
          <a:lstStyle/>
          <a:p>
            <a:pPr>
              <a:defRPr/>
            </a:pPr>
            <a:r>
              <a:rPr lang="en-US">
                <a:ea typeface="+mj-ea"/>
                <a:cs typeface="+mj-cs"/>
              </a:rPr>
              <a:t>Roadmap</a:t>
            </a:r>
          </a:p>
        </p:txBody>
      </p:sp>
      <p:pic>
        <p:nvPicPr>
          <p:cNvPr id="123908" name="Picture 6" descr="roadmap">
            <a:extLst>
              <a:ext uri="{FF2B5EF4-FFF2-40B4-BE49-F238E27FC236}">
                <a16:creationId xmlns:a16="http://schemas.microsoft.com/office/drawing/2014/main" id="{86276805-DA4B-6B11-DD9A-BE0A98103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325" y="1524000"/>
            <a:ext cx="444658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7541" name="Rectangle 5">
            <a:extLst>
              <a:ext uri="{FF2B5EF4-FFF2-40B4-BE49-F238E27FC236}">
                <a16:creationId xmlns:a16="http://schemas.microsoft.com/office/drawing/2014/main" id="{021A38CA-6DCB-C99A-C234-B935EE25EC61}"/>
              </a:ext>
            </a:extLst>
          </p:cNvPr>
          <p:cNvSpPr>
            <a:spLocks noGrp="1" noChangeArrowheads="1"/>
          </p:cNvSpPr>
          <p:nvPr>
            <p:ph type="body" idx="1"/>
          </p:nvPr>
        </p:nvSpPr>
        <p:spPr>
          <a:xfrm>
            <a:off x="990600" y="1524000"/>
            <a:ext cx="7543800" cy="4800600"/>
          </a:xfrm>
        </p:spPr>
        <p:txBody>
          <a:bodyPr/>
          <a:lstStyle/>
          <a:p>
            <a:pPr>
              <a:buFont typeface="Wingdings" charset="0"/>
              <a:buChar char="n"/>
              <a:defRPr/>
            </a:pPr>
            <a:r>
              <a:rPr lang="en-US">
                <a:ea typeface="+mn-ea"/>
                <a:cs typeface="+mn-cs"/>
              </a:rPr>
              <a:t>Recap Lecture 5</a:t>
            </a:r>
          </a:p>
          <a:p>
            <a:pPr>
              <a:buFont typeface="Wingdings" charset="0"/>
              <a:buChar char="n"/>
              <a:defRPr/>
            </a:pPr>
            <a:r>
              <a:rPr lang="en-US">
                <a:ea typeface="+mn-ea"/>
                <a:cs typeface="+mn-cs"/>
              </a:rPr>
              <a:t>Building good class hierarchies</a:t>
            </a:r>
          </a:p>
          <a:p>
            <a:pPr lvl="1">
              <a:buFont typeface="Wingdings" charset="0"/>
              <a:buChar char="¨"/>
              <a:defRPr/>
            </a:pPr>
            <a:r>
              <a:rPr lang="en-US">
                <a:ea typeface="+mn-ea"/>
              </a:rPr>
              <a:t>Types of inheritance</a:t>
            </a:r>
          </a:p>
          <a:p>
            <a:pPr lvl="1">
              <a:buFont typeface="Wingdings" charset="0"/>
              <a:buChar char="¨"/>
              <a:defRPr/>
            </a:pPr>
            <a:r>
              <a:rPr lang="en-US">
                <a:ea typeface="+mn-ea"/>
              </a:rPr>
              <a:t>Heuristics for creating class hierarchies</a:t>
            </a:r>
          </a:p>
          <a:p>
            <a:pPr>
              <a:buFont typeface="Wingdings" charset="0"/>
              <a:buChar char="n"/>
              <a:defRPr/>
            </a:pPr>
            <a:r>
              <a:rPr lang="en-US">
                <a:ea typeface="+mn-ea"/>
                <a:cs typeface="+mn-cs"/>
              </a:rPr>
              <a:t>Roles and Protocols</a:t>
            </a:r>
          </a:p>
          <a:p>
            <a:pPr>
              <a:buFont typeface="Wingdings" charset="0"/>
              <a:buChar char="n"/>
              <a:defRPr/>
            </a:pPr>
            <a:r>
              <a:rPr lang="en-US">
                <a:ea typeface="+mn-ea"/>
                <a:cs typeface="+mn-cs"/>
              </a:rPr>
              <a:t>Associations and Aggregations</a:t>
            </a:r>
          </a:p>
          <a:p>
            <a:pPr>
              <a:buFont typeface="Wingdings" charset="0"/>
              <a:buChar char="n"/>
              <a:defRPr/>
            </a:pPr>
            <a:r>
              <a:rPr lang="en-US" b="1">
                <a:ea typeface="+mn-ea"/>
                <a:cs typeface="+mn-cs"/>
              </a:rPr>
              <a:t>Design by Contract</a:t>
            </a:r>
            <a:endParaRPr lang="en-US">
              <a:ea typeface="+mn-ea"/>
              <a:cs typeface="+mn-cs"/>
            </a:endParaRPr>
          </a:p>
        </p:txBody>
      </p:sp>
      <p:sp>
        <p:nvSpPr>
          <p:cNvPr id="123910" name="Slide Number Placeholder 1">
            <a:extLst>
              <a:ext uri="{FF2B5EF4-FFF2-40B4-BE49-F238E27FC236}">
                <a16:creationId xmlns:a16="http://schemas.microsoft.com/office/drawing/2014/main" id="{F5E8B9B5-464A-4DF7-9490-367F987C61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2846726-910F-4D5C-9F69-A0A64FE75571}" type="slidenum">
              <a:rPr lang="en-AU" altLang="en-US" sz="1400" smtClean="0">
                <a:latin typeface="Times New Roman" panose="02020603050405020304" pitchFamily="18" charset="0"/>
              </a:rPr>
              <a:pPr>
                <a:spcBef>
                  <a:spcPct val="0"/>
                </a:spcBef>
                <a:buSzTx/>
                <a:buFontTx/>
                <a:buNone/>
              </a:pPr>
              <a:t>61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9B7BCEAF-9FE4-BD56-0DE1-139153DB1926}"/>
              </a:ext>
            </a:extLst>
          </p:cNvPr>
          <p:cNvSpPr>
            <a:spLocks noGrp="1" noChangeArrowheads="1"/>
          </p:cNvSpPr>
          <p:nvPr>
            <p:ph type="title"/>
          </p:nvPr>
        </p:nvSpPr>
        <p:spPr/>
        <p:txBody>
          <a:bodyPr/>
          <a:lstStyle/>
          <a:p>
            <a:pPr>
              <a:defRPr/>
            </a:pPr>
            <a:r>
              <a:rPr lang="en-US">
                <a:ea typeface="+mj-ea"/>
                <a:cs typeface="+mj-cs"/>
              </a:rPr>
              <a:t>Abstract State vs. Concrete State</a:t>
            </a:r>
          </a:p>
        </p:txBody>
      </p:sp>
      <p:sp>
        <p:nvSpPr>
          <p:cNvPr id="125955" name="Rectangle 3">
            <a:extLst>
              <a:ext uri="{FF2B5EF4-FFF2-40B4-BE49-F238E27FC236}">
                <a16:creationId xmlns:a16="http://schemas.microsoft.com/office/drawing/2014/main" id="{BBF62B27-F1AE-EE81-7D20-80FE9497CA19}"/>
              </a:ext>
            </a:extLst>
          </p:cNvPr>
          <p:cNvSpPr>
            <a:spLocks noGrp="1" noChangeArrowheads="1"/>
          </p:cNvSpPr>
          <p:nvPr>
            <p:ph type="body" idx="1"/>
          </p:nvPr>
        </p:nvSpPr>
        <p:spPr/>
        <p:txBody>
          <a:bodyPr/>
          <a:lstStyle/>
          <a:p>
            <a:pPr marL="0" indent="0">
              <a:buFont typeface="Wingdings" panose="05000000000000000000" pitchFamily="2" charset="2"/>
              <a:buNone/>
            </a:pPr>
            <a:endParaRPr lang="en-AU" altLang="en-US" sz="1000"/>
          </a:p>
          <a:p>
            <a:pPr marL="0" indent="0"/>
            <a:r>
              <a:rPr lang="en-AU" altLang="en-US" sz="2400"/>
              <a:t>Every object (bar a few rare exceptions) contains statefull information (</a:t>
            </a:r>
            <a:r>
              <a:rPr lang="en-AU" altLang="en-US" sz="2400" i="1"/>
              <a:t>an object has state</a:t>
            </a:r>
            <a:r>
              <a:rPr lang="en-AU" altLang="en-US" sz="2400"/>
              <a:t>).</a:t>
            </a:r>
          </a:p>
          <a:p>
            <a:pPr marL="0" indent="0"/>
            <a:r>
              <a:rPr lang="en-AU" altLang="en-US" sz="2400"/>
              <a:t>Externally visible properties of this state defines its </a:t>
            </a:r>
            <a:r>
              <a:rPr lang="en-AU" altLang="en-US" sz="2400" i="1">
                <a:solidFill>
                  <a:srgbClr val="7F0300"/>
                </a:solidFill>
              </a:rPr>
              <a:t>abstract state</a:t>
            </a:r>
            <a:endParaRPr lang="en-AU" altLang="en-US" sz="2400"/>
          </a:p>
          <a:p>
            <a:pPr lvl="1">
              <a:buFont typeface="Wingdings" panose="05000000000000000000" pitchFamily="2" charset="2"/>
              <a:buChar char="F"/>
            </a:pPr>
            <a:r>
              <a:rPr lang="en-AU" altLang="en-US" sz="2000"/>
              <a:t>Stack: size, order of elements, top element</a:t>
            </a:r>
          </a:p>
          <a:p>
            <a:pPr marL="0" indent="0"/>
            <a:r>
              <a:rPr lang="en-AU" altLang="en-US" sz="2400"/>
              <a:t>Internal representations define the </a:t>
            </a:r>
            <a:r>
              <a:rPr lang="en-AU" altLang="en-US" sz="2400" i="1">
                <a:solidFill>
                  <a:srgbClr val="0C3A80"/>
                </a:solidFill>
              </a:rPr>
              <a:t>concrete state</a:t>
            </a:r>
            <a:endParaRPr lang="en-AU" altLang="en-US" sz="2400"/>
          </a:p>
          <a:p>
            <a:pPr lvl="1">
              <a:buFont typeface="Wingdings" panose="05000000000000000000" pitchFamily="2" charset="2"/>
              <a:buChar char="F"/>
            </a:pPr>
            <a:r>
              <a:rPr lang="en-AU" altLang="en-US" sz="2000"/>
              <a:t>Stack may use a list or array to </a:t>
            </a:r>
            <a:r>
              <a:rPr lang="en-AU" altLang="en-US" sz="2000">
                <a:latin typeface="Arial" panose="020B0604020202020204" pitchFamily="34" charset="0"/>
              </a:rPr>
              <a:t>“</a:t>
            </a:r>
            <a:r>
              <a:rPr lang="en-AU" altLang="ja-JP" sz="2000"/>
              <a:t>store</a:t>
            </a:r>
            <a:r>
              <a:rPr lang="en-AU" altLang="en-US" sz="2000">
                <a:latin typeface="Arial" panose="020B0604020202020204" pitchFamily="34" charset="0"/>
              </a:rPr>
              <a:t>”</a:t>
            </a:r>
            <a:r>
              <a:rPr lang="en-AU" altLang="ja-JP" sz="2000"/>
              <a:t> its elements</a:t>
            </a:r>
          </a:p>
          <a:p>
            <a:pPr marL="0" indent="0"/>
            <a:r>
              <a:rPr lang="en-AU" altLang="en-US" sz="2400"/>
              <a:t>Clients should only ever rely on an object</a:t>
            </a:r>
            <a:r>
              <a:rPr lang="en-AU" altLang="en-US" sz="2400">
                <a:latin typeface="Arial" panose="020B0604020202020204" pitchFamily="34" charset="0"/>
              </a:rPr>
              <a:t>’</a:t>
            </a:r>
            <a:r>
              <a:rPr lang="en-AU" altLang="ja-JP" sz="2400"/>
              <a:t>s abstract state, not its concrete state.</a:t>
            </a:r>
          </a:p>
          <a:p>
            <a:pPr marL="0" indent="0"/>
            <a:r>
              <a:rPr lang="en-AU" altLang="en-US" sz="2400"/>
              <a:t>Object equality should only ever be defined over the abstract, but not concrete state.</a:t>
            </a:r>
          </a:p>
        </p:txBody>
      </p:sp>
      <p:sp>
        <p:nvSpPr>
          <p:cNvPr id="125956" name="Slide Number Placeholder 1">
            <a:extLst>
              <a:ext uri="{FF2B5EF4-FFF2-40B4-BE49-F238E27FC236}">
                <a16:creationId xmlns:a16="http://schemas.microsoft.com/office/drawing/2014/main" id="{D46BDEDF-156C-A9C1-1847-80F301B458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0889FF01-4B5D-4117-83FE-3EE0794FA9E7}" type="slidenum">
              <a:rPr lang="en-AU" altLang="en-US" sz="1400" smtClean="0">
                <a:latin typeface="Times New Roman" panose="02020603050405020304" pitchFamily="18" charset="0"/>
              </a:rPr>
              <a:pPr>
                <a:spcBef>
                  <a:spcPct val="0"/>
                </a:spcBef>
                <a:buSzTx/>
                <a:buFontTx/>
                <a:buNone/>
              </a:pPr>
              <a:t>62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a:extLst>
              <a:ext uri="{FF2B5EF4-FFF2-40B4-BE49-F238E27FC236}">
                <a16:creationId xmlns:a16="http://schemas.microsoft.com/office/drawing/2014/main" id="{0C3FB5FA-C33D-E1D9-DE1C-C04E25B34D9B}"/>
              </a:ext>
            </a:extLst>
          </p:cNvPr>
          <p:cNvSpPr>
            <a:spLocks noGrp="1" noChangeArrowheads="1"/>
          </p:cNvSpPr>
          <p:nvPr>
            <p:ph type="title"/>
          </p:nvPr>
        </p:nvSpPr>
        <p:spPr/>
        <p:txBody>
          <a:bodyPr/>
          <a:lstStyle/>
          <a:p>
            <a:pPr>
              <a:defRPr/>
            </a:pPr>
            <a:r>
              <a:rPr lang="en-US">
                <a:ea typeface="+mj-ea"/>
                <a:cs typeface="+mj-cs"/>
              </a:rPr>
              <a:t>Command-Query Separation Principle</a:t>
            </a:r>
          </a:p>
        </p:txBody>
      </p:sp>
      <p:sp>
        <p:nvSpPr>
          <p:cNvPr id="499715" name="Rectangle 3">
            <a:extLst>
              <a:ext uri="{FF2B5EF4-FFF2-40B4-BE49-F238E27FC236}">
                <a16:creationId xmlns:a16="http://schemas.microsoft.com/office/drawing/2014/main" id="{91FC9576-6A5F-49F8-45B7-5C55EB12F497}"/>
              </a:ext>
            </a:extLst>
          </p:cNvPr>
          <p:cNvSpPr>
            <a:spLocks noGrp="1" noChangeArrowheads="1"/>
          </p:cNvSpPr>
          <p:nvPr>
            <p:ph type="body" idx="1"/>
          </p:nvPr>
        </p:nvSpPr>
        <p:spPr/>
        <p:txBody>
          <a:bodyPr/>
          <a:lstStyle/>
          <a:p>
            <a:pPr>
              <a:lnSpc>
                <a:spcPct val="90000"/>
              </a:lnSpc>
              <a:buFont typeface="Wingdings" charset="0"/>
              <a:buNone/>
              <a:defRPr/>
            </a:pPr>
            <a:r>
              <a:rPr lang="en-US" dirty="0">
                <a:ea typeface="+mn-ea"/>
                <a:cs typeface="+mn-cs"/>
              </a:rPr>
              <a:t>Divide all methods of a class into two, non-overlapping categories:</a:t>
            </a:r>
          </a:p>
          <a:p>
            <a:pPr>
              <a:lnSpc>
                <a:spcPct val="90000"/>
              </a:lnSpc>
              <a:buFont typeface="Wingdings" charset="0"/>
              <a:buChar char="n"/>
              <a:defRPr/>
            </a:pPr>
            <a:r>
              <a:rPr lang="en-US" dirty="0">
                <a:ea typeface="+mn-ea"/>
                <a:cs typeface="+mn-cs"/>
              </a:rPr>
              <a:t> </a:t>
            </a:r>
            <a:r>
              <a:rPr lang="en-US" dirty="0">
                <a:solidFill>
                  <a:srgbClr val="7F0300"/>
                </a:solidFill>
                <a:ea typeface="+mn-ea"/>
                <a:cs typeface="+mn-cs"/>
              </a:rPr>
              <a:t>Queries</a:t>
            </a:r>
            <a:endParaRPr lang="en-US" dirty="0">
              <a:ea typeface="+mn-ea"/>
              <a:cs typeface="+mn-cs"/>
            </a:endParaRPr>
          </a:p>
          <a:p>
            <a:pPr lvl="1">
              <a:lnSpc>
                <a:spcPct val="90000"/>
              </a:lnSpc>
              <a:buFont typeface="Wingdings" charset="0"/>
              <a:buChar char="¨"/>
              <a:defRPr/>
            </a:pPr>
            <a:r>
              <a:rPr lang="en-US" dirty="0">
                <a:ea typeface="+mn-ea"/>
              </a:rPr>
              <a:t>Return a result, but do not change the observable state of an object (that is, the method is free of </a:t>
            </a:r>
            <a:r>
              <a:rPr lang="en-US" i="1" dirty="0">
                <a:ea typeface="+mn-ea"/>
              </a:rPr>
              <a:t>observable</a:t>
            </a:r>
            <a:r>
              <a:rPr lang="en-US" dirty="0">
                <a:ea typeface="+mn-ea"/>
              </a:rPr>
              <a:t> side-effects)</a:t>
            </a:r>
          </a:p>
          <a:p>
            <a:pPr lvl="1">
              <a:lnSpc>
                <a:spcPct val="90000"/>
              </a:lnSpc>
              <a:buFont typeface="Wingdings" charset="0"/>
              <a:buChar char="F"/>
              <a:defRPr/>
            </a:pPr>
            <a:r>
              <a:rPr lang="en-US" i="1" dirty="0">
                <a:ea typeface="+mn-ea"/>
              </a:rPr>
              <a:t>The abstract state of an object remains invariant!</a:t>
            </a:r>
          </a:p>
          <a:p>
            <a:pPr lvl="1">
              <a:lnSpc>
                <a:spcPct val="90000"/>
              </a:lnSpc>
              <a:buFont typeface="Wingdings" charset="0"/>
              <a:buChar char="F"/>
              <a:defRPr/>
            </a:pPr>
            <a:r>
              <a:rPr lang="en-US" i="1" dirty="0">
                <a:ea typeface="+mn-ea"/>
              </a:rPr>
              <a:t>However, the concrete state may change (e.g., for caching)</a:t>
            </a:r>
          </a:p>
          <a:p>
            <a:pPr>
              <a:lnSpc>
                <a:spcPct val="90000"/>
              </a:lnSpc>
              <a:buFont typeface="Wingdings" charset="0"/>
              <a:buChar char="n"/>
              <a:defRPr/>
            </a:pPr>
            <a:r>
              <a:rPr lang="en-US" dirty="0">
                <a:ea typeface="+mn-ea"/>
                <a:cs typeface="+mn-cs"/>
              </a:rPr>
              <a:t> </a:t>
            </a:r>
            <a:r>
              <a:rPr lang="en-US" dirty="0">
                <a:solidFill>
                  <a:srgbClr val="7F0300"/>
                </a:solidFill>
                <a:ea typeface="+mn-ea"/>
                <a:cs typeface="+mn-cs"/>
              </a:rPr>
              <a:t>Commands</a:t>
            </a:r>
            <a:r>
              <a:rPr lang="en-US" dirty="0">
                <a:ea typeface="+mn-ea"/>
                <a:cs typeface="+mn-cs"/>
              </a:rPr>
              <a:t> (aka modifiers)</a:t>
            </a:r>
          </a:p>
          <a:p>
            <a:pPr lvl="1">
              <a:lnSpc>
                <a:spcPct val="90000"/>
              </a:lnSpc>
              <a:buFont typeface="Wingdings" charset="0"/>
              <a:buChar char="¨"/>
              <a:defRPr/>
            </a:pPr>
            <a:r>
              <a:rPr lang="en-US" dirty="0">
                <a:ea typeface="+mn-ea"/>
              </a:rPr>
              <a:t>Change the (abstract) state of an object, but do not return a value (other than termination) </a:t>
            </a:r>
          </a:p>
          <a:p>
            <a:pPr algn="r">
              <a:lnSpc>
                <a:spcPct val="90000"/>
              </a:lnSpc>
              <a:buFont typeface="Wingdings" charset="0"/>
              <a:buNone/>
              <a:defRPr/>
            </a:pPr>
            <a:r>
              <a:rPr lang="en-US" sz="2000" dirty="0">
                <a:ea typeface="+mn-ea"/>
                <a:cs typeface="+mn-cs"/>
              </a:rPr>
              <a:t>(cf. </a:t>
            </a:r>
            <a:r>
              <a:rPr lang="en-US" sz="2000" dirty="0">
                <a:ea typeface="+mn-ea"/>
                <a:cs typeface="+mn-cs"/>
                <a:hlinkClick r:id="rId3"/>
              </a:rPr>
              <a:t>http://martinfowler.com/bliki/CommandQuerySeparation.html</a:t>
            </a:r>
            <a:r>
              <a:rPr lang="en-US" sz="2000" dirty="0">
                <a:ea typeface="+mn-ea"/>
                <a:cs typeface="+mn-cs"/>
              </a:rPr>
              <a:t>)</a:t>
            </a:r>
            <a:endParaRPr lang="en-US" dirty="0">
              <a:ea typeface="+mn-ea"/>
              <a:cs typeface="+mn-cs"/>
            </a:endParaRPr>
          </a:p>
        </p:txBody>
      </p:sp>
      <p:sp>
        <p:nvSpPr>
          <p:cNvPr id="128004" name="Slide Number Placeholder 1">
            <a:extLst>
              <a:ext uri="{FF2B5EF4-FFF2-40B4-BE49-F238E27FC236}">
                <a16:creationId xmlns:a16="http://schemas.microsoft.com/office/drawing/2014/main" id="{80D9201E-601B-2531-D17D-6247C7D5C8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516F9FB-DFC8-4EA2-92C5-A0EE97C74497}" type="slidenum">
              <a:rPr lang="en-AU" altLang="en-US" sz="1400" smtClean="0">
                <a:latin typeface="Times New Roman" panose="02020603050405020304" pitchFamily="18" charset="0"/>
              </a:rPr>
              <a:pPr>
                <a:spcBef>
                  <a:spcPct val="0"/>
                </a:spcBef>
                <a:buSzTx/>
                <a:buFontTx/>
                <a:buNone/>
              </a:pPr>
              <a:t>63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1">
            <a:extLst>
              <a:ext uri="{FF2B5EF4-FFF2-40B4-BE49-F238E27FC236}">
                <a16:creationId xmlns:a16="http://schemas.microsoft.com/office/drawing/2014/main" id="{E1D88930-4BA3-7323-973F-F973BFE385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1AED84E-31B2-4E68-81D5-4FA5578E562A}" type="slidenum">
              <a:rPr lang="en-AU" altLang="en-US" sz="1400" smtClean="0">
                <a:latin typeface="Times New Roman" panose="02020603050405020304" pitchFamily="18" charset="0"/>
              </a:rPr>
              <a:pPr>
                <a:spcBef>
                  <a:spcPct val="0"/>
                </a:spcBef>
                <a:buSzTx/>
                <a:buFontTx/>
                <a:buNone/>
              </a:pPr>
              <a:t>64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pic>
        <p:nvPicPr>
          <p:cNvPr id="130051" name="Picture 2" descr="PlantUML diagram">
            <a:extLst>
              <a:ext uri="{FF2B5EF4-FFF2-40B4-BE49-F238E27FC236}">
                <a16:creationId xmlns:a16="http://schemas.microsoft.com/office/drawing/2014/main" id="{F9E4FBAA-062B-A8EA-ACA0-A6ACF5846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3" y="207963"/>
            <a:ext cx="872807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2" name="Picture 4" descr="CQRS Software Architecture Pattern: The Good, the Bad, and the Ugly | by  Emer Kurbegovic | Medium">
            <a:extLst>
              <a:ext uri="{FF2B5EF4-FFF2-40B4-BE49-F238E27FC236}">
                <a16:creationId xmlns:a16="http://schemas.microsoft.com/office/drawing/2014/main" id="{406A154C-A9EA-3505-6A9E-F26F437B0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338" y="3843338"/>
            <a:ext cx="501332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F8F15FC0-3132-4F43-152B-6CD93FFBAB78}"/>
              </a:ext>
            </a:extLst>
          </p:cNvPr>
          <p:cNvSpPr>
            <a:spLocks noGrp="1" noChangeArrowheads="1"/>
          </p:cNvSpPr>
          <p:nvPr>
            <p:ph type="title"/>
          </p:nvPr>
        </p:nvSpPr>
        <p:spPr/>
        <p:txBody>
          <a:bodyPr/>
          <a:lstStyle/>
          <a:p>
            <a:pPr>
              <a:defRPr/>
            </a:pPr>
            <a:r>
              <a:rPr lang="en-US">
                <a:ea typeface="+mj-ea"/>
                <a:cs typeface="+mj-cs"/>
              </a:rPr>
              <a:t>Design by Contract</a:t>
            </a:r>
          </a:p>
        </p:txBody>
      </p:sp>
      <p:sp>
        <p:nvSpPr>
          <p:cNvPr id="131075" name="Rectangle 3">
            <a:extLst>
              <a:ext uri="{FF2B5EF4-FFF2-40B4-BE49-F238E27FC236}">
                <a16:creationId xmlns:a16="http://schemas.microsoft.com/office/drawing/2014/main" id="{FACBBA65-29B4-C2D9-D4E4-7F3ED6CFC19C}"/>
              </a:ext>
            </a:extLst>
          </p:cNvPr>
          <p:cNvSpPr>
            <a:spLocks noGrp="1" noChangeArrowheads="1"/>
          </p:cNvSpPr>
          <p:nvPr>
            <p:ph type="body" idx="1"/>
          </p:nvPr>
        </p:nvSpPr>
        <p:spPr/>
        <p:txBody>
          <a:bodyPr/>
          <a:lstStyle/>
          <a:p>
            <a:r>
              <a:rPr lang="en-US" altLang="en-US"/>
              <a:t>A design concept introduced by Bertrand Meyer in the late 1980.</a:t>
            </a:r>
          </a:p>
          <a:p>
            <a:r>
              <a:rPr lang="en-US" altLang="en-US"/>
              <a:t>Key premise: view the relationship between a service provider (e.g., an object) and service consumer (e.g., a client of this object – possibly another object) as a </a:t>
            </a:r>
            <a:r>
              <a:rPr lang="en-US" altLang="en-US" i="1">
                <a:solidFill>
                  <a:srgbClr val="0C3A80"/>
                </a:solidFill>
              </a:rPr>
              <a:t>formal agreement </a:t>
            </a:r>
            <a:r>
              <a:rPr lang="en-US" altLang="en-US" i="1"/>
              <a:t>(</a:t>
            </a:r>
            <a:r>
              <a:rPr lang="en-US" altLang="en-US"/>
              <a:t>or </a:t>
            </a:r>
            <a:r>
              <a:rPr lang="en-US" altLang="en-US" i="1">
                <a:solidFill>
                  <a:srgbClr val="7F0300"/>
                </a:solidFill>
              </a:rPr>
              <a:t>contract</a:t>
            </a:r>
            <a:r>
              <a:rPr lang="en-US" altLang="en-US" i="1"/>
              <a:t>)</a:t>
            </a:r>
            <a:r>
              <a:rPr lang="en-US" altLang="en-US"/>
              <a:t>, specifying each party’s rights and obligations.</a:t>
            </a:r>
          </a:p>
          <a:p>
            <a:r>
              <a:rPr lang="en-US" altLang="en-US"/>
              <a:t>In practice: extend the definition of abstract data types (e.g., classes) with </a:t>
            </a:r>
            <a:r>
              <a:rPr lang="en-US" altLang="en-US" i="1">
                <a:solidFill>
                  <a:srgbClr val="7F0300"/>
                </a:solidFill>
              </a:rPr>
              <a:t>pre-conditions</a:t>
            </a:r>
            <a:r>
              <a:rPr lang="en-US" altLang="en-US"/>
              <a:t>, </a:t>
            </a:r>
            <a:r>
              <a:rPr lang="en-US" altLang="en-US" i="1">
                <a:solidFill>
                  <a:srgbClr val="7F0300"/>
                </a:solidFill>
              </a:rPr>
              <a:t>post-conditions</a:t>
            </a:r>
            <a:r>
              <a:rPr lang="en-US" altLang="en-US"/>
              <a:t>, </a:t>
            </a:r>
            <a:r>
              <a:rPr lang="en-US" altLang="en-US" i="1">
                <a:solidFill>
                  <a:srgbClr val="7F0300"/>
                </a:solidFill>
              </a:rPr>
              <a:t>invariants</a:t>
            </a:r>
            <a:r>
              <a:rPr lang="en-US" altLang="en-US"/>
              <a:t>, and how these three concepts can be refined in subclasses.</a:t>
            </a:r>
          </a:p>
        </p:txBody>
      </p:sp>
      <p:sp>
        <p:nvSpPr>
          <p:cNvPr id="131076" name="Slide Number Placeholder 1">
            <a:extLst>
              <a:ext uri="{FF2B5EF4-FFF2-40B4-BE49-F238E27FC236}">
                <a16:creationId xmlns:a16="http://schemas.microsoft.com/office/drawing/2014/main" id="{7520B644-4A0E-0476-8356-4523F5F832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54E17EC-465C-407C-873F-DF2DE0137864}" type="slidenum">
              <a:rPr lang="en-AU" altLang="en-US" sz="1400" smtClean="0">
                <a:latin typeface="Times New Roman" panose="02020603050405020304" pitchFamily="18" charset="0"/>
              </a:rPr>
              <a:pPr>
                <a:spcBef>
                  <a:spcPct val="0"/>
                </a:spcBef>
                <a:buSzTx/>
                <a:buFontTx/>
                <a:buNone/>
              </a:pPr>
              <a:t>65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4B006564-9A8E-BABC-8304-6D703F8596A3}"/>
              </a:ext>
            </a:extLst>
          </p:cNvPr>
          <p:cNvSpPr>
            <a:spLocks noGrp="1" noChangeArrowheads="1"/>
          </p:cNvSpPr>
          <p:nvPr>
            <p:ph type="title"/>
          </p:nvPr>
        </p:nvSpPr>
        <p:spPr/>
        <p:txBody>
          <a:bodyPr/>
          <a:lstStyle/>
          <a:p>
            <a:pPr>
              <a:defRPr/>
            </a:pPr>
            <a:r>
              <a:rPr lang="en-US">
                <a:ea typeface="+mj-ea"/>
                <a:cs typeface="+mj-cs"/>
              </a:rPr>
              <a:t>Example - Stack Abstraction</a:t>
            </a:r>
          </a:p>
        </p:txBody>
      </p:sp>
      <p:sp>
        <p:nvSpPr>
          <p:cNvPr id="502787" name="Rectangle 3">
            <a:extLst>
              <a:ext uri="{FF2B5EF4-FFF2-40B4-BE49-F238E27FC236}">
                <a16:creationId xmlns:a16="http://schemas.microsoft.com/office/drawing/2014/main" id="{65B207BA-D59B-4D99-6646-B00093AE18D4}"/>
              </a:ext>
            </a:extLst>
          </p:cNvPr>
          <p:cNvSpPr>
            <a:spLocks noGrp="1" noChangeArrowheads="1"/>
          </p:cNvSpPr>
          <p:nvPr>
            <p:ph type="body" idx="1"/>
          </p:nvPr>
        </p:nvSpPr>
        <p:spPr>
          <a:xfrm>
            <a:off x="1079500" y="1143000"/>
            <a:ext cx="7543800" cy="5334000"/>
          </a:xfrm>
        </p:spPr>
        <p:txBody>
          <a:bodyPr/>
          <a:lstStyle/>
          <a:p>
            <a:pPr>
              <a:lnSpc>
                <a:spcPct val="90000"/>
              </a:lnSpc>
              <a:buFont typeface="Wingdings" charset="0"/>
              <a:buNone/>
              <a:defRPr/>
            </a:pPr>
            <a:r>
              <a:rPr lang="en-US" sz="900" b="1" dirty="0">
                <a:latin typeface="Courier New" charset="0"/>
                <a:ea typeface="+mn-ea"/>
                <a:cs typeface="+mn-cs"/>
              </a:rPr>
              <a:t>deferred</a:t>
            </a:r>
            <a:r>
              <a:rPr lang="en-US" sz="900" dirty="0">
                <a:latin typeface="Courier New" charset="0"/>
                <a:ea typeface="+mn-ea"/>
                <a:cs typeface="+mn-cs"/>
              </a:rPr>
              <a:t> </a:t>
            </a:r>
            <a:r>
              <a:rPr lang="en-US" sz="900" b="1" dirty="0">
                <a:latin typeface="Courier New" charset="0"/>
                <a:ea typeface="+mn-ea"/>
                <a:cs typeface="+mn-cs"/>
              </a:rPr>
              <a:t>class</a:t>
            </a:r>
            <a:r>
              <a:rPr lang="en-US" sz="900" dirty="0">
                <a:latin typeface="Courier New" charset="0"/>
                <a:ea typeface="+mn-ea"/>
                <a:cs typeface="+mn-cs"/>
              </a:rPr>
              <a:t> STACK [G]</a:t>
            </a:r>
          </a:p>
          <a:p>
            <a:pPr>
              <a:lnSpc>
                <a:spcPct val="90000"/>
              </a:lnSpc>
              <a:buFont typeface="Wingdings" charset="0"/>
              <a:buNone/>
              <a:defRPr/>
            </a:pPr>
            <a:r>
              <a:rPr lang="en-US" sz="900" b="1" dirty="0">
                <a:latin typeface="Courier New" charset="0"/>
                <a:ea typeface="+mn-ea"/>
                <a:cs typeface="+mn-cs"/>
              </a:rPr>
              <a:t>feature</a:t>
            </a:r>
            <a:r>
              <a:rPr lang="en-US" sz="900" dirty="0">
                <a:latin typeface="Courier New" charset="0"/>
                <a:ea typeface="+mn-ea"/>
                <a:cs typeface="+mn-cs"/>
              </a:rPr>
              <a:t> -- Element change</a:t>
            </a:r>
          </a:p>
          <a:p>
            <a:pPr>
              <a:lnSpc>
                <a:spcPct val="90000"/>
              </a:lnSpc>
              <a:buFont typeface="Wingdings" charset="0"/>
              <a:buNone/>
              <a:defRPr/>
            </a:pPr>
            <a:r>
              <a:rPr lang="en-US" sz="900" dirty="0">
                <a:latin typeface="Courier New" charset="0"/>
                <a:ea typeface="+mn-ea"/>
                <a:cs typeface="+mn-cs"/>
              </a:rPr>
              <a:t>	push (v : G) </a:t>
            </a:r>
            <a:r>
              <a:rPr lang="en-US" sz="900" b="1" dirty="0">
                <a:latin typeface="Courier New" charset="0"/>
                <a:ea typeface="+mn-ea"/>
                <a:cs typeface="+mn-cs"/>
              </a:rPr>
              <a:t>is</a:t>
            </a:r>
            <a:r>
              <a:rPr lang="en-US" sz="900" dirty="0">
                <a:latin typeface="Courier New" charset="0"/>
                <a:ea typeface="+mn-ea"/>
                <a:cs typeface="+mn-cs"/>
              </a:rPr>
              <a:t> 	   </a:t>
            </a:r>
            <a:r>
              <a:rPr lang="en-US" sz="900" i="1" dirty="0">
                <a:latin typeface="Courier New" charset="0"/>
                <a:ea typeface="+mn-ea"/>
                <a:cs typeface="+mn-cs"/>
              </a:rPr>
              <a:t>-- Push v onto top</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deferred</a:t>
            </a:r>
          </a:p>
          <a:p>
            <a:pPr>
              <a:lnSpc>
                <a:spcPct val="90000"/>
              </a:lnSpc>
              <a:buFont typeface="Wingdings" charset="0"/>
              <a:buNone/>
              <a:defRPr/>
            </a:pPr>
            <a:r>
              <a:rPr lang="en-US" sz="900" b="1" dirty="0">
                <a:latin typeface="Courier New" charset="0"/>
                <a:ea typeface="+mn-ea"/>
                <a:cs typeface="+mn-cs"/>
              </a:rPr>
              <a:t>		require</a:t>
            </a:r>
          </a:p>
          <a:p>
            <a:pPr>
              <a:lnSpc>
                <a:spcPct val="90000"/>
              </a:lnSpc>
              <a:buFont typeface="Wingdings" charset="0"/>
              <a:buNone/>
              <a:defRPr/>
            </a:pPr>
            <a:r>
              <a:rPr lang="en-US" sz="900" b="1" dirty="0">
                <a:latin typeface="Courier New" charset="0"/>
                <a:ea typeface="+mn-ea"/>
                <a:cs typeface="+mn-cs"/>
              </a:rPr>
              <a:t>			</a:t>
            </a:r>
            <a:r>
              <a:rPr lang="en-US" sz="900" dirty="0" err="1">
                <a:solidFill>
                  <a:srgbClr val="00A479"/>
                </a:solidFill>
                <a:latin typeface="Courier New" charset="0"/>
                <a:ea typeface="+mn-ea"/>
                <a:cs typeface="+mn-cs"/>
              </a:rPr>
              <a:t>not_full</a:t>
            </a:r>
            <a:r>
              <a:rPr lang="en-US" sz="900" dirty="0">
                <a:solidFill>
                  <a:srgbClr val="00A479"/>
                </a:solidFill>
                <a:latin typeface="Courier New" charset="0"/>
                <a:ea typeface="+mn-ea"/>
                <a:cs typeface="+mn-cs"/>
              </a:rPr>
              <a:t>: size &lt;= </a:t>
            </a:r>
            <a:r>
              <a:rPr lang="en-US" sz="900" dirty="0" err="1">
                <a:solidFill>
                  <a:srgbClr val="00A479"/>
                </a:solidFill>
                <a:latin typeface="Courier New" charset="0"/>
                <a:ea typeface="+mn-ea"/>
                <a:cs typeface="+mn-cs"/>
              </a:rPr>
              <a:t>max_size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ensure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dirty="0" err="1">
                <a:solidFill>
                  <a:srgbClr val="0C3A80"/>
                </a:solidFill>
                <a:latin typeface="Courier New" charset="0"/>
                <a:ea typeface="+mn-ea"/>
                <a:cs typeface="+mn-cs"/>
              </a:rPr>
              <a:t>item_pushed</a:t>
            </a:r>
            <a:r>
              <a:rPr lang="en-US" sz="900" dirty="0">
                <a:solidFill>
                  <a:srgbClr val="0C3A80"/>
                </a:solidFill>
                <a:latin typeface="Courier New" charset="0"/>
                <a:ea typeface="+mn-ea"/>
                <a:cs typeface="+mn-cs"/>
              </a:rPr>
              <a:t>: top = v</a:t>
            </a:r>
          </a:p>
          <a:p>
            <a:pPr>
              <a:lnSpc>
                <a:spcPct val="90000"/>
              </a:lnSpc>
              <a:buFont typeface="Wingdings" charset="0"/>
              <a:buNone/>
              <a:defRPr/>
            </a:pPr>
            <a:r>
              <a:rPr lang="en-US" sz="900" dirty="0">
                <a:solidFill>
                  <a:srgbClr val="0C3A80"/>
                </a:solidFill>
                <a:latin typeface="Courier New" charset="0"/>
                <a:ea typeface="+mn-ea"/>
                <a:cs typeface="+mn-cs"/>
              </a:rPr>
              <a:t>			</a:t>
            </a:r>
            <a:r>
              <a:rPr lang="en-US" sz="900" dirty="0" err="1">
                <a:solidFill>
                  <a:srgbClr val="0C3A80"/>
                </a:solidFill>
                <a:latin typeface="Courier New" charset="0"/>
                <a:ea typeface="+mn-ea"/>
                <a:cs typeface="+mn-cs"/>
              </a:rPr>
              <a:t>size_increased</a:t>
            </a:r>
            <a:r>
              <a:rPr lang="en-US" sz="900" dirty="0">
                <a:solidFill>
                  <a:srgbClr val="0C3A80"/>
                </a:solidFill>
                <a:latin typeface="Courier New" charset="0"/>
                <a:ea typeface="+mn-ea"/>
                <a:cs typeface="+mn-cs"/>
              </a:rPr>
              <a:t>: size = </a:t>
            </a:r>
            <a:r>
              <a:rPr lang="en-US" sz="900" b="1" dirty="0">
                <a:solidFill>
                  <a:srgbClr val="0C3A80"/>
                </a:solidFill>
                <a:latin typeface="Courier New" charset="0"/>
                <a:ea typeface="+mn-ea"/>
                <a:cs typeface="+mn-cs"/>
              </a:rPr>
              <a:t>old</a:t>
            </a:r>
            <a:r>
              <a:rPr lang="en-US" sz="900" dirty="0">
                <a:solidFill>
                  <a:srgbClr val="0C3A80"/>
                </a:solidFill>
                <a:latin typeface="Courier New" charset="0"/>
                <a:ea typeface="+mn-ea"/>
                <a:cs typeface="+mn-cs"/>
              </a:rPr>
              <a:t> size + 1</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end</a:t>
            </a:r>
            <a:r>
              <a:rPr lang="en-US" sz="900" dirty="0">
                <a:latin typeface="Courier New" charset="0"/>
                <a:ea typeface="+mn-ea"/>
                <a:cs typeface="+mn-cs"/>
              </a:rPr>
              <a:t>;</a:t>
            </a:r>
          </a:p>
          <a:p>
            <a:pPr>
              <a:lnSpc>
                <a:spcPct val="90000"/>
              </a:lnSpc>
              <a:buFont typeface="Wingdings" charset="0"/>
              <a:buNone/>
              <a:defRPr/>
            </a:pPr>
            <a:r>
              <a:rPr lang="en-US" sz="900" dirty="0">
                <a:latin typeface="Courier New" charset="0"/>
                <a:ea typeface="+mn-ea"/>
                <a:cs typeface="+mn-cs"/>
              </a:rPr>
              <a:t>	pop </a:t>
            </a:r>
            <a:r>
              <a:rPr lang="en-US" sz="900" b="1" dirty="0">
                <a:latin typeface="Courier New" charset="0"/>
                <a:ea typeface="+mn-ea"/>
                <a:cs typeface="+mn-cs"/>
              </a:rPr>
              <a:t>is</a:t>
            </a:r>
            <a:r>
              <a:rPr lang="en-US" sz="900" dirty="0">
                <a:latin typeface="Courier New" charset="0"/>
                <a:ea typeface="+mn-ea"/>
                <a:cs typeface="+mn-cs"/>
              </a:rPr>
              <a:t>		   </a:t>
            </a:r>
            <a:r>
              <a:rPr lang="en-US" sz="900" i="1" dirty="0">
                <a:latin typeface="Courier New" charset="0"/>
                <a:ea typeface="+mn-ea"/>
                <a:cs typeface="+mn-cs"/>
              </a:rPr>
              <a:t>-- Remove top element</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deferred</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require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dirty="0" err="1">
                <a:solidFill>
                  <a:srgbClr val="00A479"/>
                </a:solidFill>
                <a:latin typeface="Courier New" charset="0"/>
                <a:ea typeface="+mn-ea"/>
                <a:cs typeface="+mn-cs"/>
              </a:rPr>
              <a:t>not_empty</a:t>
            </a:r>
            <a:r>
              <a:rPr lang="en-US" sz="900" dirty="0">
                <a:solidFill>
                  <a:srgbClr val="00A479"/>
                </a:solidFill>
                <a:latin typeface="Courier New" charset="0"/>
                <a:ea typeface="+mn-ea"/>
                <a:cs typeface="+mn-cs"/>
              </a:rPr>
              <a:t>: size &gt; 0</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ensure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dirty="0" err="1">
                <a:solidFill>
                  <a:srgbClr val="0C3A80"/>
                </a:solidFill>
                <a:latin typeface="Courier New" charset="0"/>
                <a:ea typeface="+mn-ea"/>
                <a:cs typeface="+mn-cs"/>
              </a:rPr>
              <a:t>item_removed</a:t>
            </a:r>
            <a:r>
              <a:rPr lang="en-US" sz="900" dirty="0">
                <a:solidFill>
                  <a:srgbClr val="0C3A80"/>
                </a:solidFill>
                <a:latin typeface="Courier New" charset="0"/>
                <a:ea typeface="+mn-ea"/>
                <a:cs typeface="+mn-cs"/>
              </a:rPr>
              <a:t>: size = </a:t>
            </a:r>
            <a:r>
              <a:rPr lang="en-US" sz="900" b="1" dirty="0">
                <a:solidFill>
                  <a:srgbClr val="0C3A80"/>
                </a:solidFill>
                <a:latin typeface="Courier New" charset="0"/>
                <a:ea typeface="+mn-ea"/>
                <a:cs typeface="+mn-cs"/>
              </a:rPr>
              <a:t>old</a:t>
            </a:r>
            <a:r>
              <a:rPr lang="en-US" sz="900" dirty="0">
                <a:solidFill>
                  <a:srgbClr val="0C3A80"/>
                </a:solidFill>
                <a:latin typeface="Courier New" charset="0"/>
                <a:ea typeface="+mn-ea"/>
                <a:cs typeface="+mn-cs"/>
              </a:rPr>
              <a:t> size - 1</a:t>
            </a:r>
          </a:p>
          <a:p>
            <a:pPr>
              <a:lnSpc>
                <a:spcPct val="90000"/>
              </a:lnSpc>
              <a:buFont typeface="Wingdings" charset="0"/>
              <a:buNone/>
              <a:defRPr/>
            </a:pPr>
            <a:r>
              <a:rPr lang="en-US" sz="900" dirty="0">
                <a:solidFill>
                  <a:srgbClr val="0C3A80"/>
                </a:solidFill>
                <a:latin typeface="Courier New" charset="0"/>
                <a:ea typeface="+mn-ea"/>
                <a:cs typeface="+mn-cs"/>
              </a:rPr>
              <a:t>			</a:t>
            </a:r>
            <a:r>
              <a:rPr lang="en-US" sz="900" dirty="0" err="1">
                <a:solidFill>
                  <a:srgbClr val="0C3A80"/>
                </a:solidFill>
                <a:latin typeface="Courier New" charset="0"/>
                <a:ea typeface="+mn-ea"/>
                <a:cs typeface="+mn-cs"/>
              </a:rPr>
              <a:t>not_full</a:t>
            </a:r>
            <a:r>
              <a:rPr lang="en-US" sz="900" dirty="0">
                <a:solidFill>
                  <a:srgbClr val="0C3A80"/>
                </a:solidFill>
                <a:latin typeface="Courier New" charset="0"/>
                <a:ea typeface="+mn-ea"/>
                <a:cs typeface="+mn-cs"/>
              </a:rPr>
              <a:t>: size &lt;= </a:t>
            </a:r>
            <a:r>
              <a:rPr lang="en-US" sz="900" dirty="0" err="1">
                <a:solidFill>
                  <a:srgbClr val="0C3A80"/>
                </a:solidFill>
                <a:latin typeface="Courier New" charset="0"/>
                <a:ea typeface="+mn-ea"/>
                <a:cs typeface="+mn-cs"/>
              </a:rPr>
              <a:t>max_size</a:t>
            </a:r>
            <a:endParaRPr lang="en-US" sz="900" dirty="0">
              <a:solidFill>
                <a:srgbClr val="0C3A80"/>
              </a:solidFill>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end</a:t>
            </a:r>
            <a:r>
              <a:rPr lang="en-US" sz="900" dirty="0">
                <a:latin typeface="Courier New" charset="0"/>
                <a:ea typeface="+mn-ea"/>
                <a:cs typeface="+mn-cs"/>
              </a:rPr>
              <a:t>;</a:t>
            </a:r>
          </a:p>
          <a:p>
            <a:pPr>
              <a:lnSpc>
                <a:spcPct val="90000"/>
              </a:lnSpc>
              <a:buFont typeface="Wingdings" charset="0"/>
              <a:buNone/>
              <a:defRPr/>
            </a:pPr>
            <a:r>
              <a:rPr lang="en-US" sz="900" dirty="0">
                <a:latin typeface="Courier New" charset="0"/>
                <a:ea typeface="+mn-ea"/>
                <a:cs typeface="+mn-cs"/>
              </a:rPr>
              <a:t>	top : G </a:t>
            </a:r>
            <a:r>
              <a:rPr lang="en-US" sz="900" b="1" dirty="0">
                <a:latin typeface="Courier New" charset="0"/>
                <a:ea typeface="+mn-ea"/>
                <a:cs typeface="+mn-cs"/>
              </a:rPr>
              <a:t>is</a:t>
            </a:r>
            <a:r>
              <a:rPr lang="en-US" sz="900" dirty="0">
                <a:latin typeface="Courier New" charset="0"/>
                <a:ea typeface="+mn-ea"/>
                <a:cs typeface="+mn-cs"/>
              </a:rPr>
              <a:t>	   </a:t>
            </a:r>
            <a:r>
              <a:rPr lang="en-US" sz="900" i="1" dirty="0">
                <a:latin typeface="Courier New" charset="0"/>
                <a:ea typeface="+mn-ea"/>
                <a:cs typeface="+mn-cs"/>
              </a:rPr>
              <a:t>-- Get top element</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deferred</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require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dirty="0" err="1">
                <a:solidFill>
                  <a:srgbClr val="00A479"/>
                </a:solidFill>
                <a:latin typeface="Courier New" charset="0"/>
                <a:ea typeface="+mn-ea"/>
                <a:cs typeface="+mn-cs"/>
              </a:rPr>
              <a:t>not_empty</a:t>
            </a:r>
            <a:r>
              <a:rPr lang="en-US" sz="900" dirty="0">
                <a:solidFill>
                  <a:srgbClr val="00A479"/>
                </a:solidFill>
                <a:latin typeface="Courier New" charset="0"/>
                <a:ea typeface="+mn-ea"/>
                <a:cs typeface="+mn-cs"/>
              </a:rPr>
              <a:t>: size &gt; 0</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ensure</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dirty="0" err="1">
                <a:solidFill>
                  <a:srgbClr val="0C3A80"/>
                </a:solidFill>
                <a:latin typeface="Courier New" charset="0"/>
                <a:ea typeface="+mn-ea"/>
                <a:cs typeface="+mn-cs"/>
              </a:rPr>
              <a:t>size_invariant</a:t>
            </a:r>
            <a:r>
              <a:rPr lang="en-US" sz="900" dirty="0">
                <a:solidFill>
                  <a:srgbClr val="0C3A80"/>
                </a:solidFill>
                <a:latin typeface="Courier New" charset="0"/>
                <a:ea typeface="+mn-ea"/>
                <a:cs typeface="+mn-cs"/>
              </a:rPr>
              <a:t>: size = </a:t>
            </a:r>
            <a:r>
              <a:rPr lang="en-US" sz="900" b="1" dirty="0">
                <a:solidFill>
                  <a:srgbClr val="0C3A80"/>
                </a:solidFill>
                <a:latin typeface="Courier New" charset="0"/>
                <a:ea typeface="+mn-ea"/>
                <a:cs typeface="+mn-cs"/>
              </a:rPr>
              <a:t>old</a:t>
            </a:r>
            <a:r>
              <a:rPr lang="en-US" sz="900" dirty="0">
                <a:solidFill>
                  <a:srgbClr val="0C3A80"/>
                </a:solidFill>
                <a:latin typeface="Courier New" charset="0"/>
                <a:ea typeface="+mn-ea"/>
                <a:cs typeface="+mn-cs"/>
              </a:rPr>
              <a:t> size</a:t>
            </a: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end</a:t>
            </a:r>
            <a:r>
              <a:rPr lang="en-US" sz="900" dirty="0">
                <a:latin typeface="Courier New" charset="0"/>
                <a:ea typeface="+mn-ea"/>
                <a:cs typeface="+mn-cs"/>
              </a:rPr>
              <a:t>;</a:t>
            </a:r>
          </a:p>
          <a:p>
            <a:pPr>
              <a:lnSpc>
                <a:spcPct val="90000"/>
              </a:lnSpc>
              <a:buFont typeface="Wingdings" charset="0"/>
              <a:buNone/>
              <a:defRPr/>
            </a:pPr>
            <a:r>
              <a:rPr lang="en-US" sz="900" dirty="0">
                <a:latin typeface="Courier New" charset="0"/>
                <a:ea typeface="+mn-ea"/>
                <a:cs typeface="+mn-cs"/>
              </a:rPr>
              <a:t>	size : </a:t>
            </a:r>
            <a:r>
              <a:rPr lang="en-US" sz="900" dirty="0" err="1">
                <a:latin typeface="Courier New" charset="0"/>
                <a:ea typeface="+mn-ea"/>
                <a:cs typeface="+mn-cs"/>
              </a:rPr>
              <a:t>int</a:t>
            </a:r>
            <a:r>
              <a:rPr lang="en-US" sz="900" dirty="0">
                <a:latin typeface="Courier New" charset="0"/>
                <a:ea typeface="+mn-ea"/>
                <a:cs typeface="+mn-cs"/>
              </a:rPr>
              <a:t> </a:t>
            </a:r>
            <a:r>
              <a:rPr lang="en-US" sz="900" b="1" dirty="0">
                <a:latin typeface="Courier New" charset="0"/>
                <a:ea typeface="+mn-ea"/>
                <a:cs typeface="+mn-cs"/>
              </a:rPr>
              <a:t>is</a:t>
            </a:r>
            <a:r>
              <a:rPr lang="en-US" sz="900" dirty="0">
                <a:latin typeface="Courier New" charset="0"/>
                <a:ea typeface="+mn-ea"/>
                <a:cs typeface="+mn-cs"/>
              </a:rPr>
              <a:t>	  </a:t>
            </a:r>
            <a:r>
              <a:rPr lang="en-US" sz="900" i="1" dirty="0">
                <a:latin typeface="Courier New" charset="0"/>
                <a:ea typeface="+mn-ea"/>
                <a:cs typeface="+mn-cs"/>
              </a:rPr>
              <a:t>-- Get the size of the stack</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deferred</a:t>
            </a:r>
            <a:endParaRPr lang="en-US" sz="900" dirty="0">
              <a:latin typeface="Courier New" charset="0"/>
              <a:ea typeface="+mn-ea"/>
              <a:cs typeface="+mn-cs"/>
            </a:endParaRPr>
          </a:p>
          <a:p>
            <a:pPr>
              <a:lnSpc>
                <a:spcPct val="90000"/>
              </a:lnSpc>
              <a:buFont typeface="Wingdings" charset="0"/>
              <a:buNone/>
              <a:defRPr/>
            </a:pPr>
            <a:r>
              <a:rPr lang="en-US" sz="900" dirty="0">
                <a:latin typeface="Courier New" charset="0"/>
                <a:ea typeface="+mn-ea"/>
                <a:cs typeface="+mn-cs"/>
              </a:rPr>
              <a:t>		</a:t>
            </a:r>
            <a:r>
              <a:rPr lang="en-US" sz="900" b="1" dirty="0">
                <a:latin typeface="Courier New" charset="0"/>
                <a:ea typeface="+mn-ea"/>
                <a:cs typeface="+mn-cs"/>
              </a:rPr>
              <a:t>end</a:t>
            </a:r>
            <a:r>
              <a:rPr lang="en-US" sz="900" dirty="0">
                <a:latin typeface="Courier New" charset="0"/>
                <a:ea typeface="+mn-ea"/>
                <a:cs typeface="+mn-cs"/>
              </a:rPr>
              <a:t>;</a:t>
            </a:r>
          </a:p>
          <a:p>
            <a:pPr>
              <a:lnSpc>
                <a:spcPct val="90000"/>
              </a:lnSpc>
              <a:buFont typeface="Wingdings" charset="0"/>
              <a:buNone/>
              <a:defRPr/>
            </a:pPr>
            <a:r>
              <a:rPr lang="en-US" sz="900" b="1" dirty="0">
                <a:latin typeface="Courier New" charset="0"/>
                <a:ea typeface="+mn-ea"/>
                <a:cs typeface="+mn-cs"/>
              </a:rPr>
              <a:t>end</a:t>
            </a:r>
            <a:r>
              <a:rPr lang="en-US" sz="900" dirty="0">
                <a:latin typeface="Courier New" charset="0"/>
                <a:ea typeface="+mn-ea"/>
                <a:cs typeface="+mn-cs"/>
              </a:rPr>
              <a:t> -- class Stack</a:t>
            </a:r>
          </a:p>
        </p:txBody>
      </p:sp>
      <p:grpSp>
        <p:nvGrpSpPr>
          <p:cNvPr id="502796" name="Group 12">
            <a:extLst>
              <a:ext uri="{FF2B5EF4-FFF2-40B4-BE49-F238E27FC236}">
                <a16:creationId xmlns:a16="http://schemas.microsoft.com/office/drawing/2014/main" id="{DB650157-086A-1B8E-A7AE-2D3F9AA1FBDA}"/>
              </a:ext>
            </a:extLst>
          </p:cNvPr>
          <p:cNvGrpSpPr>
            <a:grpSpLocks/>
          </p:cNvGrpSpPr>
          <p:nvPr/>
        </p:nvGrpSpPr>
        <p:grpSpPr bwMode="auto">
          <a:xfrm>
            <a:off x="4343400" y="2133600"/>
            <a:ext cx="3756025" cy="2743200"/>
            <a:chOff x="2736" y="1344"/>
            <a:chExt cx="2366" cy="1728"/>
          </a:xfrm>
        </p:grpSpPr>
        <p:sp>
          <p:nvSpPr>
            <p:cNvPr id="133131" name="Text Box 4">
              <a:extLst>
                <a:ext uri="{FF2B5EF4-FFF2-40B4-BE49-F238E27FC236}">
                  <a16:creationId xmlns:a16="http://schemas.microsoft.com/office/drawing/2014/main" id="{A727C870-2C79-60F8-DB05-98967BE2FBB9}"/>
                </a:ext>
              </a:extLst>
            </p:cNvPr>
            <p:cNvSpPr txBox="1">
              <a:spLocks noChangeArrowheads="1"/>
            </p:cNvSpPr>
            <p:nvPr/>
          </p:nvSpPr>
          <p:spPr bwMode="auto">
            <a:xfrm>
              <a:off x="4032" y="1632"/>
              <a:ext cx="10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solidFill>
                    <a:srgbClr val="00A479"/>
                  </a:solidFill>
                </a:rPr>
                <a:t>Preconditions</a:t>
              </a:r>
            </a:p>
          </p:txBody>
        </p:sp>
        <p:sp>
          <p:nvSpPr>
            <p:cNvPr id="133132" name="Line 5">
              <a:extLst>
                <a:ext uri="{FF2B5EF4-FFF2-40B4-BE49-F238E27FC236}">
                  <a16:creationId xmlns:a16="http://schemas.microsoft.com/office/drawing/2014/main" id="{16BC9A68-5646-ADD4-6B4A-FBF06FBBE115}"/>
                </a:ext>
              </a:extLst>
            </p:cNvPr>
            <p:cNvSpPr>
              <a:spLocks noChangeShapeType="1"/>
            </p:cNvSpPr>
            <p:nvPr/>
          </p:nvSpPr>
          <p:spPr bwMode="auto">
            <a:xfrm flipH="1" flipV="1">
              <a:off x="3072" y="1344"/>
              <a:ext cx="912" cy="384"/>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33133" name="Line 6">
              <a:extLst>
                <a:ext uri="{FF2B5EF4-FFF2-40B4-BE49-F238E27FC236}">
                  <a16:creationId xmlns:a16="http://schemas.microsoft.com/office/drawing/2014/main" id="{1D8FFF53-859D-499F-55CC-BC167F039F6B}"/>
                </a:ext>
              </a:extLst>
            </p:cNvPr>
            <p:cNvSpPr>
              <a:spLocks noChangeShapeType="1"/>
            </p:cNvSpPr>
            <p:nvPr/>
          </p:nvSpPr>
          <p:spPr bwMode="auto">
            <a:xfrm flipH="1">
              <a:off x="2736" y="1824"/>
              <a:ext cx="1248" cy="384"/>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33134" name="Line 7">
              <a:extLst>
                <a:ext uri="{FF2B5EF4-FFF2-40B4-BE49-F238E27FC236}">
                  <a16:creationId xmlns:a16="http://schemas.microsoft.com/office/drawing/2014/main" id="{4D93F0A3-02D2-E289-CBB8-41354260104B}"/>
                </a:ext>
              </a:extLst>
            </p:cNvPr>
            <p:cNvSpPr>
              <a:spLocks noChangeShapeType="1"/>
            </p:cNvSpPr>
            <p:nvPr/>
          </p:nvSpPr>
          <p:spPr bwMode="auto">
            <a:xfrm flipH="1">
              <a:off x="2736" y="1920"/>
              <a:ext cx="1296" cy="1152"/>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grpSp>
      <p:grpSp>
        <p:nvGrpSpPr>
          <p:cNvPr id="502797" name="Group 13">
            <a:extLst>
              <a:ext uri="{FF2B5EF4-FFF2-40B4-BE49-F238E27FC236}">
                <a16:creationId xmlns:a16="http://schemas.microsoft.com/office/drawing/2014/main" id="{91899735-F03E-0E55-713C-A8924C3988B7}"/>
              </a:ext>
            </a:extLst>
          </p:cNvPr>
          <p:cNvGrpSpPr>
            <a:grpSpLocks/>
          </p:cNvGrpSpPr>
          <p:nvPr/>
        </p:nvGrpSpPr>
        <p:grpSpPr bwMode="auto">
          <a:xfrm>
            <a:off x="4876800" y="2667000"/>
            <a:ext cx="3257550" cy="2514600"/>
            <a:chOff x="3072" y="1680"/>
            <a:chExt cx="2052" cy="1584"/>
          </a:xfrm>
        </p:grpSpPr>
        <p:sp>
          <p:nvSpPr>
            <p:cNvPr id="133127" name="Text Box 8">
              <a:extLst>
                <a:ext uri="{FF2B5EF4-FFF2-40B4-BE49-F238E27FC236}">
                  <a16:creationId xmlns:a16="http://schemas.microsoft.com/office/drawing/2014/main" id="{93071D5E-9CA4-C85D-685C-EEE18D0E361C}"/>
                </a:ext>
              </a:extLst>
            </p:cNvPr>
            <p:cNvSpPr txBox="1">
              <a:spLocks noChangeArrowheads="1"/>
            </p:cNvSpPr>
            <p:nvPr/>
          </p:nvSpPr>
          <p:spPr bwMode="auto">
            <a:xfrm>
              <a:off x="3984" y="2688"/>
              <a:ext cx="11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solidFill>
                    <a:srgbClr val="0C3A80"/>
                  </a:solidFill>
                </a:rPr>
                <a:t>Postconditions</a:t>
              </a:r>
            </a:p>
          </p:txBody>
        </p:sp>
        <p:sp>
          <p:nvSpPr>
            <p:cNvPr id="133128" name="Line 9">
              <a:extLst>
                <a:ext uri="{FF2B5EF4-FFF2-40B4-BE49-F238E27FC236}">
                  <a16:creationId xmlns:a16="http://schemas.microsoft.com/office/drawing/2014/main" id="{44EF1743-5C19-6266-174B-313F3B0EEACD}"/>
                </a:ext>
              </a:extLst>
            </p:cNvPr>
            <p:cNvSpPr>
              <a:spLocks noChangeShapeType="1"/>
            </p:cNvSpPr>
            <p:nvPr/>
          </p:nvSpPr>
          <p:spPr bwMode="auto">
            <a:xfrm flipH="1" flipV="1">
              <a:off x="3120" y="2544"/>
              <a:ext cx="816" cy="288"/>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33129" name="Line 10">
              <a:extLst>
                <a:ext uri="{FF2B5EF4-FFF2-40B4-BE49-F238E27FC236}">
                  <a16:creationId xmlns:a16="http://schemas.microsoft.com/office/drawing/2014/main" id="{414B2F2F-8D79-619E-F648-4C4E01500473}"/>
                </a:ext>
              </a:extLst>
            </p:cNvPr>
            <p:cNvSpPr>
              <a:spLocks noChangeShapeType="1"/>
            </p:cNvSpPr>
            <p:nvPr/>
          </p:nvSpPr>
          <p:spPr bwMode="auto">
            <a:xfrm flipH="1" flipV="1">
              <a:off x="3072" y="1680"/>
              <a:ext cx="864" cy="1056"/>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33130" name="Line 11">
              <a:extLst>
                <a:ext uri="{FF2B5EF4-FFF2-40B4-BE49-F238E27FC236}">
                  <a16:creationId xmlns:a16="http://schemas.microsoft.com/office/drawing/2014/main" id="{9D3AC6D2-3ECD-1A2F-5962-92279FAB47AF}"/>
                </a:ext>
              </a:extLst>
            </p:cNvPr>
            <p:cNvSpPr>
              <a:spLocks noChangeShapeType="1"/>
            </p:cNvSpPr>
            <p:nvPr/>
          </p:nvSpPr>
          <p:spPr bwMode="auto">
            <a:xfrm flipH="1">
              <a:off x="3264" y="2928"/>
              <a:ext cx="672" cy="336"/>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grpSp>
      <p:sp>
        <p:nvSpPr>
          <p:cNvPr id="133126" name="Slide Number Placeholder 1">
            <a:extLst>
              <a:ext uri="{FF2B5EF4-FFF2-40B4-BE49-F238E27FC236}">
                <a16:creationId xmlns:a16="http://schemas.microsoft.com/office/drawing/2014/main" id="{736F4046-7E9B-F1CB-A207-BBD6E9AC1A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BE139E9-3D89-41B6-8F97-1A20E74BCF1C}" type="slidenum">
              <a:rPr lang="en-AU" altLang="en-US" sz="1400" smtClean="0">
                <a:latin typeface="Times New Roman" panose="02020603050405020304" pitchFamily="18" charset="0"/>
              </a:rPr>
              <a:pPr>
                <a:spcBef>
                  <a:spcPct val="0"/>
                </a:spcBef>
                <a:buSzTx/>
                <a:buFontTx/>
                <a:buNone/>
              </a:pPr>
              <a:t>66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02796"/>
                                        </p:tgtEl>
                                        <p:attrNameLst>
                                          <p:attrName>style.visibility</p:attrName>
                                        </p:attrNameLst>
                                      </p:cBhvr>
                                      <p:to>
                                        <p:strVal val="visible"/>
                                      </p:to>
                                    </p:set>
                                    <p:animEffect transition="in" filter="dissolve">
                                      <p:cBhvr>
                                        <p:cTn id="7" dur="500"/>
                                        <p:tgtEl>
                                          <p:spTgt spid="5027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02797"/>
                                        </p:tgtEl>
                                        <p:attrNameLst>
                                          <p:attrName>style.visibility</p:attrName>
                                        </p:attrNameLst>
                                      </p:cBhvr>
                                      <p:to>
                                        <p:strVal val="visible"/>
                                      </p:to>
                                    </p:set>
                                    <p:animEffect transition="in" filter="dissolve">
                                      <p:cBhvr>
                                        <p:cTn id="12" dur="500"/>
                                        <p:tgtEl>
                                          <p:spTgt spid="502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3E05D664-8F51-044E-14AE-76FF9C0BCF33}"/>
              </a:ext>
            </a:extLst>
          </p:cNvPr>
          <p:cNvSpPr>
            <a:spLocks noGrp="1" noChangeArrowheads="1"/>
          </p:cNvSpPr>
          <p:nvPr>
            <p:ph type="title"/>
          </p:nvPr>
        </p:nvSpPr>
        <p:spPr/>
        <p:txBody>
          <a:bodyPr/>
          <a:lstStyle/>
          <a:p>
            <a:pPr>
              <a:defRPr/>
            </a:pPr>
            <a:r>
              <a:rPr lang="en-US">
                <a:ea typeface="+mj-ea"/>
                <a:cs typeface="+mj-cs"/>
              </a:rPr>
              <a:t>Design by Contract (cont.)</a:t>
            </a:r>
          </a:p>
        </p:txBody>
      </p:sp>
      <p:sp>
        <p:nvSpPr>
          <p:cNvPr id="135171" name="Rectangle 3">
            <a:extLst>
              <a:ext uri="{FF2B5EF4-FFF2-40B4-BE49-F238E27FC236}">
                <a16:creationId xmlns:a16="http://schemas.microsoft.com/office/drawing/2014/main" id="{B3F0705B-2B57-0AC7-7861-DED8CFA72297}"/>
              </a:ext>
            </a:extLst>
          </p:cNvPr>
          <p:cNvSpPr>
            <a:spLocks noGrp="1" noChangeArrowheads="1"/>
          </p:cNvSpPr>
          <p:nvPr>
            <p:ph type="body" idx="1"/>
          </p:nvPr>
        </p:nvSpPr>
        <p:spPr/>
        <p:txBody>
          <a:bodyPr/>
          <a:lstStyle/>
          <a:p>
            <a:r>
              <a:rPr lang="en-US" altLang="en-US" sz="2400"/>
              <a:t>A </a:t>
            </a:r>
            <a:r>
              <a:rPr lang="en-US" altLang="en-US" sz="2400" i="1">
                <a:solidFill>
                  <a:srgbClr val="7F0300"/>
                </a:solidFill>
              </a:rPr>
              <a:t>service consumer must ensure</a:t>
            </a:r>
            <a:r>
              <a:rPr lang="en-US" altLang="en-US" sz="2400"/>
              <a:t> that a service (method) on a provider is only ever invoked when this service’s </a:t>
            </a:r>
            <a:r>
              <a:rPr lang="en-US" altLang="en-US" sz="2400" i="1">
                <a:solidFill>
                  <a:srgbClr val="0C3A80"/>
                </a:solidFill>
              </a:rPr>
              <a:t>pre-condition is met</a:t>
            </a:r>
            <a:r>
              <a:rPr lang="en-US" altLang="en-US" sz="2400"/>
              <a:t>.</a:t>
            </a:r>
          </a:p>
          <a:p>
            <a:pPr lvl="1">
              <a:buFont typeface="Wingdings" panose="05000000000000000000" pitchFamily="2" charset="2"/>
              <a:buChar char="F"/>
            </a:pPr>
            <a:r>
              <a:rPr lang="en-US" altLang="en-US" sz="2000"/>
              <a:t>Pre-conditions must be expressed in terms of the public interface of a service!</a:t>
            </a:r>
          </a:p>
          <a:p>
            <a:pPr lvl="1">
              <a:buFont typeface="Wingdings" panose="05000000000000000000" pitchFamily="2" charset="2"/>
              <a:buChar char="F"/>
            </a:pPr>
            <a:r>
              <a:rPr lang="en-US" altLang="en-US" sz="2000"/>
              <a:t>If the pre-condition is not met, there is no obligation on the provider’s side to do anything “sensible”</a:t>
            </a:r>
          </a:p>
          <a:p>
            <a:r>
              <a:rPr lang="en-US" altLang="en-US" sz="2400"/>
              <a:t>A </a:t>
            </a:r>
            <a:r>
              <a:rPr lang="en-US" altLang="en-US" sz="2400" i="1">
                <a:solidFill>
                  <a:srgbClr val="7F0300"/>
                </a:solidFill>
              </a:rPr>
              <a:t>service provider must ensure</a:t>
            </a:r>
            <a:r>
              <a:rPr lang="en-US" altLang="en-US" sz="2400"/>
              <a:t> that, after </a:t>
            </a:r>
            <a:r>
              <a:rPr lang="en-US" altLang="en-US" sz="2400">
                <a:solidFill>
                  <a:srgbClr val="0C3A80"/>
                </a:solidFill>
              </a:rPr>
              <a:t>successful completion</a:t>
            </a:r>
            <a:r>
              <a:rPr lang="en-US" altLang="en-US" sz="2400"/>
              <a:t> of a service, the service </a:t>
            </a:r>
            <a:r>
              <a:rPr lang="en-US" altLang="en-US" sz="2400" i="1">
                <a:solidFill>
                  <a:srgbClr val="0C3A80"/>
                </a:solidFill>
              </a:rPr>
              <a:t>post-condition is met</a:t>
            </a:r>
            <a:r>
              <a:rPr lang="en-US" altLang="en-US" sz="2400"/>
              <a:t>.</a:t>
            </a:r>
          </a:p>
          <a:p>
            <a:pPr lvl="1"/>
            <a:r>
              <a:rPr lang="en-US" altLang="en-US" sz="2000"/>
              <a:t>A service consumer can rely on the specified post-condition.</a:t>
            </a:r>
          </a:p>
          <a:p>
            <a:pPr lvl="1">
              <a:buFont typeface="Wingdings" panose="05000000000000000000" pitchFamily="2" charset="2"/>
              <a:buChar char="F"/>
            </a:pPr>
            <a:r>
              <a:rPr lang="en-US" altLang="en-US" sz="2000"/>
              <a:t>Any errors in the execution of a service must be flagged to the consumer!</a:t>
            </a:r>
          </a:p>
        </p:txBody>
      </p:sp>
      <p:sp>
        <p:nvSpPr>
          <p:cNvPr id="135172" name="Slide Number Placeholder 1">
            <a:extLst>
              <a:ext uri="{FF2B5EF4-FFF2-40B4-BE49-F238E27FC236}">
                <a16:creationId xmlns:a16="http://schemas.microsoft.com/office/drawing/2014/main" id="{BF77BE46-BBA8-7BAE-1325-0565BB6A33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EB5E999-7C1B-42A8-9ED1-D0BCF5F5A483}" type="slidenum">
              <a:rPr lang="en-AU" altLang="en-US" sz="1400" smtClean="0">
                <a:latin typeface="Times New Roman" panose="02020603050405020304" pitchFamily="18" charset="0"/>
              </a:rPr>
              <a:pPr>
                <a:spcBef>
                  <a:spcPct val="0"/>
                </a:spcBef>
                <a:buSzTx/>
                <a:buFontTx/>
                <a:buNone/>
              </a:pPr>
              <a:t>67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53D52F4A-12DB-372F-F6FA-4072E9D1CBB1}"/>
              </a:ext>
            </a:extLst>
          </p:cNvPr>
          <p:cNvSpPr>
            <a:spLocks noGrp="1" noChangeArrowheads="1"/>
          </p:cNvSpPr>
          <p:nvPr>
            <p:ph type="title"/>
          </p:nvPr>
        </p:nvSpPr>
        <p:spPr/>
        <p:txBody>
          <a:bodyPr/>
          <a:lstStyle/>
          <a:p>
            <a:pPr>
              <a:defRPr/>
            </a:pPr>
            <a:r>
              <a:rPr lang="en-US">
                <a:ea typeface="+mj-ea"/>
                <a:cs typeface="+mj-cs"/>
              </a:rPr>
              <a:t>Design by Contract (cont.)</a:t>
            </a:r>
          </a:p>
        </p:txBody>
      </p:sp>
      <p:sp>
        <p:nvSpPr>
          <p:cNvPr id="137219" name="Rectangle 3">
            <a:extLst>
              <a:ext uri="{FF2B5EF4-FFF2-40B4-BE49-F238E27FC236}">
                <a16:creationId xmlns:a16="http://schemas.microsoft.com/office/drawing/2014/main" id="{1A69B719-C81C-956F-D2D6-1F9B3B9AA5A4}"/>
              </a:ext>
            </a:extLst>
          </p:cNvPr>
          <p:cNvSpPr>
            <a:spLocks noGrp="1" noChangeArrowheads="1"/>
          </p:cNvSpPr>
          <p:nvPr>
            <p:ph type="body" idx="1"/>
          </p:nvPr>
        </p:nvSpPr>
        <p:spPr/>
        <p:txBody>
          <a:bodyPr/>
          <a:lstStyle/>
          <a:p>
            <a:r>
              <a:rPr lang="en-US" altLang="en-US"/>
              <a:t>Invariants of the service provider must hold after the </a:t>
            </a:r>
            <a:r>
              <a:rPr lang="en-US" altLang="en-US" i="1">
                <a:solidFill>
                  <a:srgbClr val="0C3A80"/>
                </a:solidFill>
              </a:rPr>
              <a:t>successful</a:t>
            </a:r>
            <a:r>
              <a:rPr lang="en-US" altLang="en-US"/>
              <a:t> execution of any of its externally visible services</a:t>
            </a:r>
          </a:p>
          <a:p>
            <a:pPr lvl="1"/>
            <a:r>
              <a:rPr lang="en-US" altLang="en-US"/>
              <a:t> During execution, they may be (obviously) violated…</a:t>
            </a:r>
          </a:p>
          <a:p>
            <a:r>
              <a:rPr lang="en-US" altLang="en-US"/>
              <a:t>Subclasses can only</a:t>
            </a:r>
          </a:p>
          <a:p>
            <a:pPr lvl="1"/>
            <a:r>
              <a:rPr lang="en-US" altLang="en-US"/>
              <a:t> </a:t>
            </a:r>
            <a:r>
              <a:rPr lang="en-US" altLang="en-US">
                <a:solidFill>
                  <a:srgbClr val="0C3A80"/>
                </a:solidFill>
              </a:rPr>
              <a:t>Weaken pre-conditions</a:t>
            </a:r>
            <a:r>
              <a:rPr lang="en-US" altLang="en-US"/>
              <a:t> to services</a:t>
            </a:r>
          </a:p>
          <a:p>
            <a:pPr lvl="1"/>
            <a:r>
              <a:rPr lang="en-US" altLang="en-US"/>
              <a:t> </a:t>
            </a:r>
            <a:r>
              <a:rPr lang="en-US" altLang="en-US">
                <a:solidFill>
                  <a:srgbClr val="0C3A80"/>
                </a:solidFill>
              </a:rPr>
              <a:t>Strengthen post-conditions</a:t>
            </a:r>
            <a:r>
              <a:rPr lang="en-US" altLang="en-US"/>
              <a:t> of services and/or invariants</a:t>
            </a:r>
          </a:p>
          <a:p>
            <a:r>
              <a:rPr lang="en-US" altLang="en-US"/>
              <a:t>Tools can assist in enforcing contracts and/or detect contract violations!</a:t>
            </a:r>
          </a:p>
        </p:txBody>
      </p:sp>
      <p:sp>
        <p:nvSpPr>
          <p:cNvPr id="137220" name="Slide Number Placeholder 1">
            <a:extLst>
              <a:ext uri="{FF2B5EF4-FFF2-40B4-BE49-F238E27FC236}">
                <a16:creationId xmlns:a16="http://schemas.microsoft.com/office/drawing/2014/main" id="{6D92ED4F-A4E1-A5DA-1B37-1C4AE9B6A4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8358A04-90FF-4D03-86EB-5A3D9A147672}" type="slidenum">
              <a:rPr lang="en-AU" altLang="en-US" sz="1400" smtClean="0">
                <a:latin typeface="Times New Roman" panose="02020603050405020304" pitchFamily="18" charset="0"/>
              </a:rPr>
              <a:pPr>
                <a:spcBef>
                  <a:spcPct val="0"/>
                </a:spcBef>
                <a:buSzTx/>
                <a:buFontTx/>
                <a:buNone/>
              </a:pPr>
              <a:t>68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5894FF53-CB1D-47D9-1433-BD54D02D5169}"/>
              </a:ext>
            </a:extLst>
          </p:cNvPr>
          <p:cNvSpPr>
            <a:spLocks noGrp="1" noChangeArrowheads="1"/>
          </p:cNvSpPr>
          <p:nvPr>
            <p:ph type="title"/>
          </p:nvPr>
        </p:nvSpPr>
        <p:spPr/>
        <p:txBody>
          <a:bodyPr/>
          <a:lstStyle/>
          <a:p>
            <a:pPr>
              <a:defRPr/>
            </a:pPr>
            <a:r>
              <a:rPr lang="en-US">
                <a:ea typeface="+mj-ea"/>
                <a:cs typeface="+mj-cs"/>
              </a:rPr>
              <a:t>Benefits of Design by Contract</a:t>
            </a:r>
          </a:p>
        </p:txBody>
      </p:sp>
      <p:sp>
        <p:nvSpPr>
          <p:cNvPr id="139267" name="Rectangle 3">
            <a:extLst>
              <a:ext uri="{FF2B5EF4-FFF2-40B4-BE49-F238E27FC236}">
                <a16:creationId xmlns:a16="http://schemas.microsoft.com/office/drawing/2014/main" id="{A51751DE-441D-6505-773B-AD746E5C9E5C}"/>
              </a:ext>
            </a:extLst>
          </p:cNvPr>
          <p:cNvSpPr>
            <a:spLocks noGrp="1" noChangeArrowheads="1"/>
          </p:cNvSpPr>
          <p:nvPr>
            <p:ph type="body" idx="1"/>
          </p:nvPr>
        </p:nvSpPr>
        <p:spPr/>
        <p:txBody>
          <a:bodyPr/>
          <a:lstStyle/>
          <a:p>
            <a:pPr>
              <a:buFont typeface="Wingdings" panose="05000000000000000000" pitchFamily="2" charset="2"/>
              <a:buNone/>
            </a:pPr>
            <a:endParaRPr lang="en-US" altLang="en-US" sz="1600"/>
          </a:p>
          <a:p>
            <a:r>
              <a:rPr lang="en-US" altLang="en-US"/>
              <a:t>Explicit notion of “contextualized” correctness</a:t>
            </a:r>
          </a:p>
          <a:p>
            <a:r>
              <a:rPr lang="en-US" altLang="en-US"/>
              <a:t>Enforces separation of concerns</a:t>
            </a:r>
          </a:p>
          <a:p>
            <a:pPr lvl="1"/>
            <a:r>
              <a:rPr lang="en-US" altLang="en-US"/>
              <a:t>Helps in assigning responsibilities to the “correct” class</a:t>
            </a:r>
          </a:p>
          <a:p>
            <a:r>
              <a:rPr lang="en-US" altLang="en-US"/>
              <a:t>Facilitates testing and debugging</a:t>
            </a:r>
          </a:p>
          <a:p>
            <a:pPr lvl="1"/>
            <a:r>
              <a:rPr lang="en-US" altLang="en-US"/>
              <a:t>There are even </a:t>
            </a:r>
            <a:r>
              <a:rPr lang="en-US" altLang="en-US" i="1">
                <a:solidFill>
                  <a:srgbClr val="0C3A80"/>
                </a:solidFill>
              </a:rPr>
              <a:t>smart compilers </a:t>
            </a:r>
            <a:r>
              <a:rPr lang="en-US" altLang="en-US"/>
              <a:t>that use it for optimizations!</a:t>
            </a:r>
          </a:p>
          <a:p>
            <a:r>
              <a:rPr lang="en-US" altLang="en-US"/>
              <a:t>Enhances documentation</a:t>
            </a:r>
          </a:p>
          <a:p>
            <a:pPr lvl="1"/>
            <a:r>
              <a:rPr lang="en-US" altLang="en-US"/>
              <a:t>As a consequence, facilitates reuse</a:t>
            </a:r>
          </a:p>
          <a:p>
            <a:endParaRPr lang="en-US" altLang="en-US"/>
          </a:p>
        </p:txBody>
      </p:sp>
      <p:sp>
        <p:nvSpPr>
          <p:cNvPr id="139268" name="Slide Number Placeholder 1">
            <a:extLst>
              <a:ext uri="{FF2B5EF4-FFF2-40B4-BE49-F238E27FC236}">
                <a16:creationId xmlns:a16="http://schemas.microsoft.com/office/drawing/2014/main" id="{03108C9F-2323-7D5E-115F-741E785BD3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11B34E15-3D51-432E-803E-D33BC772F426}" type="slidenum">
              <a:rPr lang="en-AU" altLang="en-US" sz="1400" smtClean="0">
                <a:latin typeface="Times New Roman" panose="02020603050405020304" pitchFamily="18" charset="0"/>
              </a:rPr>
              <a:pPr>
                <a:spcBef>
                  <a:spcPct val="0"/>
                </a:spcBef>
                <a:buSzTx/>
                <a:buFontTx/>
                <a:buNone/>
              </a:pPr>
              <a:t>69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B9173A6C-C884-9494-4BBA-AFE77F51A88C}"/>
              </a:ext>
            </a:extLst>
          </p:cNvPr>
          <p:cNvSpPr>
            <a:spLocks noGrp="1" noChangeArrowheads="1"/>
          </p:cNvSpPr>
          <p:nvPr>
            <p:ph type="title"/>
          </p:nvPr>
        </p:nvSpPr>
        <p:spPr/>
        <p:txBody>
          <a:bodyPr/>
          <a:lstStyle/>
          <a:p>
            <a:pPr>
              <a:defRPr/>
            </a:pPr>
            <a:r>
              <a:rPr lang="en-US">
                <a:ea typeface="+mj-ea"/>
                <a:cs typeface="+mj-cs"/>
              </a:rPr>
              <a:t>Summary</a:t>
            </a:r>
          </a:p>
        </p:txBody>
      </p:sp>
      <p:sp>
        <p:nvSpPr>
          <p:cNvPr id="141315" name="Rectangle 3">
            <a:extLst>
              <a:ext uri="{FF2B5EF4-FFF2-40B4-BE49-F238E27FC236}">
                <a16:creationId xmlns:a16="http://schemas.microsoft.com/office/drawing/2014/main" id="{E1F030FC-F0B3-D6ED-90C4-F9C55044B981}"/>
              </a:ext>
            </a:extLst>
          </p:cNvPr>
          <p:cNvSpPr>
            <a:spLocks noGrp="1" noChangeArrowheads="1"/>
          </p:cNvSpPr>
          <p:nvPr>
            <p:ph type="body" idx="1"/>
          </p:nvPr>
        </p:nvSpPr>
        <p:spPr/>
        <p:txBody>
          <a:bodyPr/>
          <a:lstStyle/>
          <a:p>
            <a:pPr>
              <a:lnSpc>
                <a:spcPct val="90000"/>
              </a:lnSpc>
            </a:pPr>
            <a:r>
              <a:rPr lang="en-US" altLang="en-US"/>
              <a:t>Object-oriented decomposition is </a:t>
            </a:r>
            <a:r>
              <a:rPr lang="en-US" altLang="en-US" i="1">
                <a:solidFill>
                  <a:srgbClr val="7F0300"/>
                </a:solidFill>
              </a:rPr>
              <a:t>not a mechanical task</a:t>
            </a:r>
            <a:endParaRPr lang="en-US" altLang="en-US"/>
          </a:p>
          <a:p>
            <a:pPr lvl="1">
              <a:lnSpc>
                <a:spcPct val="90000"/>
              </a:lnSpc>
              <a:buFont typeface="Wingdings" panose="05000000000000000000" pitchFamily="2" charset="2"/>
              <a:buChar char="F"/>
            </a:pPr>
            <a:r>
              <a:rPr lang="en-US" altLang="en-US"/>
              <a:t>requires experience and a “bag full of best practices”</a:t>
            </a:r>
          </a:p>
          <a:p>
            <a:pPr>
              <a:lnSpc>
                <a:spcPct val="90000"/>
              </a:lnSpc>
            </a:pPr>
            <a:r>
              <a:rPr lang="en-US" altLang="en-US"/>
              <a:t>Heuristics and Principles give you a </a:t>
            </a:r>
            <a:r>
              <a:rPr lang="en-US" altLang="en-US" i="1">
                <a:solidFill>
                  <a:srgbClr val="0C3A80"/>
                </a:solidFill>
              </a:rPr>
              <a:t>set of guidelines</a:t>
            </a:r>
            <a:r>
              <a:rPr lang="en-US" altLang="en-US"/>
              <a:t> (only)</a:t>
            </a:r>
          </a:p>
          <a:p>
            <a:pPr lvl="1">
              <a:lnSpc>
                <a:spcPct val="90000"/>
              </a:lnSpc>
              <a:buFont typeface="Wingdings" panose="05000000000000000000" pitchFamily="2" charset="2"/>
              <a:buChar char="F"/>
            </a:pPr>
            <a:r>
              <a:rPr lang="en-US" altLang="en-US" i="1"/>
              <a:t>they do not define an algorithm for object design!</a:t>
            </a:r>
          </a:p>
          <a:p>
            <a:pPr>
              <a:lnSpc>
                <a:spcPct val="90000"/>
              </a:lnSpc>
            </a:pPr>
            <a:r>
              <a:rPr lang="en-US" altLang="en-US"/>
              <a:t>Apply (</a:t>
            </a:r>
            <a:r>
              <a:rPr lang="en-US" altLang="en-US" u="sng"/>
              <a:t>informed</a:t>
            </a:r>
            <a:r>
              <a:rPr lang="en-US" altLang="en-US"/>
              <a:t>) </a:t>
            </a:r>
            <a:r>
              <a:rPr lang="en-US" altLang="en-US" i="1">
                <a:solidFill>
                  <a:srgbClr val="0C3A80"/>
                </a:solidFill>
              </a:rPr>
              <a:t>common sense</a:t>
            </a:r>
            <a:r>
              <a:rPr lang="en-US" altLang="en-US"/>
              <a:t> when you devise and restructure your design</a:t>
            </a:r>
          </a:p>
          <a:p>
            <a:pPr lvl="1">
              <a:lnSpc>
                <a:spcPct val="90000"/>
              </a:lnSpc>
              <a:buFont typeface="Wingdings" panose="05000000000000000000" pitchFamily="2" charset="2"/>
              <a:buChar char="F"/>
            </a:pPr>
            <a:r>
              <a:rPr lang="en-US" altLang="en-US"/>
              <a:t>common sense often leads to more comprehensible designs than any rules</a:t>
            </a:r>
          </a:p>
          <a:p>
            <a:pPr>
              <a:lnSpc>
                <a:spcPct val="90000"/>
              </a:lnSpc>
            </a:pPr>
            <a:r>
              <a:rPr lang="en-US" altLang="en-US"/>
              <a:t>Early </a:t>
            </a:r>
            <a:r>
              <a:rPr lang="en-US" altLang="en-US" i="1">
                <a:solidFill>
                  <a:srgbClr val="7F0300"/>
                </a:solidFill>
              </a:rPr>
              <a:t>verification</a:t>
            </a:r>
            <a:r>
              <a:rPr lang="en-US" altLang="en-US"/>
              <a:t> helps in getting your design “right”</a:t>
            </a:r>
          </a:p>
        </p:txBody>
      </p:sp>
      <p:sp>
        <p:nvSpPr>
          <p:cNvPr id="141316" name="Slide Number Placeholder 1">
            <a:extLst>
              <a:ext uri="{FF2B5EF4-FFF2-40B4-BE49-F238E27FC236}">
                <a16:creationId xmlns:a16="http://schemas.microsoft.com/office/drawing/2014/main" id="{1D640070-D2D5-ECF5-6C7F-2217932C364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278AA47-0F0F-4250-8E84-23E81AAB1900}" type="slidenum">
              <a:rPr lang="en-AU" altLang="en-US" sz="1400" smtClean="0">
                <a:latin typeface="Times New Roman" panose="02020603050405020304" pitchFamily="18" charset="0"/>
              </a:rPr>
              <a:pPr>
                <a:spcBef>
                  <a:spcPct val="0"/>
                </a:spcBef>
                <a:buSzTx/>
                <a:buFontTx/>
                <a:buNone/>
              </a:pPr>
              <a:t>70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246B60B3-5730-3321-B805-E27621CEC357}"/>
              </a:ext>
            </a:extLst>
          </p:cNvPr>
          <p:cNvSpPr>
            <a:spLocks noGrp="1" noChangeArrowheads="1"/>
          </p:cNvSpPr>
          <p:nvPr>
            <p:ph type="title"/>
          </p:nvPr>
        </p:nvSpPr>
        <p:spPr/>
        <p:txBody>
          <a:bodyPr/>
          <a:lstStyle/>
          <a:p>
            <a:pPr>
              <a:defRPr/>
            </a:pPr>
            <a:r>
              <a:rPr lang="en-US" dirty="0">
                <a:ea typeface="+mj-ea"/>
                <a:cs typeface="+mj-cs"/>
              </a:rPr>
              <a:t>Question for Consideration</a:t>
            </a:r>
          </a:p>
        </p:txBody>
      </p:sp>
      <p:sp>
        <p:nvSpPr>
          <p:cNvPr id="465923" name="Rectangle 3">
            <a:extLst>
              <a:ext uri="{FF2B5EF4-FFF2-40B4-BE49-F238E27FC236}">
                <a16:creationId xmlns:a16="http://schemas.microsoft.com/office/drawing/2014/main" id="{53704679-35BD-7828-B4E9-251093DF9043}"/>
              </a:ext>
            </a:extLst>
          </p:cNvPr>
          <p:cNvSpPr>
            <a:spLocks noGrp="1" noChangeArrowheads="1"/>
          </p:cNvSpPr>
          <p:nvPr>
            <p:ph type="body" idx="1"/>
          </p:nvPr>
        </p:nvSpPr>
        <p:spPr/>
        <p:txBody>
          <a:bodyPr/>
          <a:lstStyle/>
          <a:p>
            <a:pPr marL="273050" indent="-273050">
              <a:lnSpc>
                <a:spcPct val="90000"/>
              </a:lnSpc>
              <a:buFont typeface="+mj-lt"/>
              <a:buAutoNum type="arabicPeriod"/>
              <a:defRPr/>
            </a:pPr>
            <a:r>
              <a:rPr lang="en-US" sz="2400" dirty="0">
                <a:ea typeface="+mn-ea"/>
                <a:cs typeface="+mn-cs"/>
              </a:rPr>
              <a:t>What is the </a:t>
            </a:r>
            <a:r>
              <a:rPr lang="en-US" sz="2400" i="1" dirty="0">
                <a:ea typeface="+mn-ea"/>
                <a:cs typeface="+mn-cs"/>
              </a:rPr>
              <a:t>Dependency Inversion Principle</a:t>
            </a:r>
            <a:r>
              <a:rPr lang="en-US" sz="2400" dirty="0">
                <a:ea typeface="+mn-ea"/>
                <a:cs typeface="+mn-cs"/>
              </a:rPr>
              <a:t>?</a:t>
            </a:r>
          </a:p>
          <a:p>
            <a:pPr marL="273050" indent="-273050">
              <a:lnSpc>
                <a:spcPct val="90000"/>
              </a:lnSpc>
              <a:buFont typeface="+mj-lt"/>
              <a:buAutoNum type="arabicPeriod"/>
              <a:defRPr/>
            </a:pPr>
            <a:r>
              <a:rPr lang="en-US" sz="2400" dirty="0">
                <a:ea typeface="+mn-ea"/>
                <a:cs typeface="+mn-cs"/>
              </a:rPr>
              <a:t>How does Design by Contract help create reliable software? What are the downsides to this methodology?</a:t>
            </a:r>
          </a:p>
          <a:p>
            <a:pPr marL="273050" indent="-273050">
              <a:lnSpc>
                <a:spcPct val="90000"/>
              </a:lnSpc>
              <a:buFont typeface="+mj-lt"/>
              <a:buAutoNum type="arabicPeriod"/>
              <a:defRPr/>
            </a:pPr>
            <a:r>
              <a:rPr lang="en-US" sz="2400" dirty="0">
                <a:ea typeface="+mn-ea"/>
                <a:cs typeface="+mn-cs"/>
              </a:rPr>
              <a:t>In regards to OO design, how can abstract classes be used to improve code re-usability and portability?</a:t>
            </a:r>
          </a:p>
          <a:p>
            <a:pPr marL="273050" indent="-273050">
              <a:lnSpc>
                <a:spcPct val="90000"/>
              </a:lnSpc>
              <a:buFont typeface="+mj-lt"/>
              <a:buAutoNum type="arabicPeriod"/>
              <a:defRPr/>
            </a:pPr>
            <a:r>
              <a:rPr lang="en-US" sz="2400" dirty="0">
                <a:ea typeface="+mn-ea"/>
                <a:cs typeface="+mn-cs"/>
              </a:rPr>
              <a:t>Explain the effect of including a 'God Class' in a system built under OOD guidelines. In what ways does it undermine and reduce the effectiveness of OO design and its goals?</a:t>
            </a:r>
          </a:p>
          <a:p>
            <a:pPr marL="273050" indent="-273050">
              <a:lnSpc>
                <a:spcPct val="90000"/>
              </a:lnSpc>
              <a:buFont typeface="+mj-lt"/>
              <a:buAutoNum type="arabicPeriod"/>
              <a:defRPr/>
            </a:pPr>
            <a:r>
              <a:rPr lang="en-US" sz="2400" dirty="0">
                <a:ea typeface="+mn-ea"/>
                <a:cs typeface="+mn-cs"/>
              </a:rPr>
              <a:t>What is the difference between an abstract class and an interface? When should you use an interface over an abstract class?</a:t>
            </a:r>
          </a:p>
          <a:p>
            <a:pPr marL="273050" indent="-273050">
              <a:lnSpc>
                <a:spcPct val="90000"/>
              </a:lnSpc>
              <a:buFont typeface="+mj-lt"/>
              <a:buAutoNum type="arabicPeriod"/>
              <a:defRPr/>
            </a:pPr>
            <a:r>
              <a:rPr lang="en-US" sz="2400" dirty="0">
                <a:ea typeface="+mn-ea"/>
                <a:cs typeface="+mn-cs"/>
              </a:rPr>
              <a:t>What is a vapor class and how do they contribute to the design of a system? Are there instances where they could be useful?</a:t>
            </a:r>
          </a:p>
        </p:txBody>
      </p:sp>
      <p:sp>
        <p:nvSpPr>
          <p:cNvPr id="143364" name="Slide Number Placeholder 1">
            <a:extLst>
              <a:ext uri="{FF2B5EF4-FFF2-40B4-BE49-F238E27FC236}">
                <a16:creationId xmlns:a16="http://schemas.microsoft.com/office/drawing/2014/main" id="{681C4DA9-60E1-1800-EB9E-A03AD1D84EC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A61CEDD-0827-40AD-8DFD-ABA34FA4D691}" type="slidenum">
              <a:rPr lang="en-AU" altLang="en-US" sz="1400" smtClean="0">
                <a:latin typeface="Times New Roman" panose="02020603050405020304" pitchFamily="18" charset="0"/>
              </a:rPr>
              <a:pPr>
                <a:spcBef>
                  <a:spcPct val="0"/>
                </a:spcBef>
                <a:buSzTx/>
                <a:buFontTx/>
                <a:buNone/>
              </a:pPr>
              <a:t>71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FB68A74F-726B-D334-06AF-3783DEDC9005}"/>
              </a:ext>
            </a:extLst>
          </p:cNvPr>
          <p:cNvSpPr>
            <a:spLocks noGrp="1" noChangeArrowheads="1"/>
          </p:cNvSpPr>
          <p:nvPr>
            <p:ph type="title"/>
          </p:nvPr>
        </p:nvSpPr>
        <p:spPr/>
        <p:txBody>
          <a:bodyPr/>
          <a:lstStyle/>
          <a:p>
            <a:r>
              <a:rPr lang="en-US" altLang="en-US" sz="3400"/>
              <a:t>“Exercise” from Lecture 4</a:t>
            </a:r>
            <a:endParaRPr lang="en-US" altLang="en-US"/>
          </a:p>
        </p:txBody>
      </p:sp>
      <p:sp>
        <p:nvSpPr>
          <p:cNvPr id="145411" name="Rectangle 3">
            <a:extLst>
              <a:ext uri="{FF2B5EF4-FFF2-40B4-BE49-F238E27FC236}">
                <a16:creationId xmlns:a16="http://schemas.microsoft.com/office/drawing/2014/main" id="{2AB54B7B-A736-EA34-C40B-11C362E555C8}"/>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r>
              <a:rPr lang="en-US" altLang="en-US"/>
              <a:t>	</a:t>
            </a:r>
            <a:r>
              <a:rPr lang="en-US" altLang="en-US" sz="3200" i="1">
                <a:solidFill>
                  <a:srgbClr val="083A7F"/>
                </a:solidFill>
              </a:rPr>
              <a:t>Develop a domain model for a chess game that allows a human player to play a game of chess against a computer.</a:t>
            </a:r>
            <a:endParaRPr lang="en-US" altLang="en-US" sz="3200" i="1"/>
          </a:p>
          <a:p>
            <a:pPr>
              <a:buFont typeface="Wingdings" panose="05000000000000000000" pitchFamily="2" charset="2"/>
              <a:buNone/>
            </a:pPr>
            <a:endParaRPr lang="en-US" altLang="en-US" sz="3200" i="1"/>
          </a:p>
        </p:txBody>
      </p:sp>
      <p:sp>
        <p:nvSpPr>
          <p:cNvPr id="145412" name="Slide Number Placeholder 1">
            <a:extLst>
              <a:ext uri="{FF2B5EF4-FFF2-40B4-BE49-F238E27FC236}">
                <a16:creationId xmlns:a16="http://schemas.microsoft.com/office/drawing/2014/main" id="{13756433-85BF-D1EB-2A61-9CA9D0D229F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4C3D1E6-4CEA-4233-93DD-0589E17421CD}" type="slidenum">
              <a:rPr lang="en-AU" altLang="en-US" sz="1400" smtClean="0">
                <a:latin typeface="Times New Roman" panose="02020603050405020304" pitchFamily="18" charset="0"/>
              </a:rPr>
              <a:pPr>
                <a:spcBef>
                  <a:spcPct val="0"/>
                </a:spcBef>
                <a:buSzTx/>
                <a:buFontTx/>
                <a:buNone/>
              </a:pPr>
              <a:t>72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3E455B44-C109-1E61-6E58-2863E2389A50}"/>
              </a:ext>
            </a:extLst>
          </p:cNvPr>
          <p:cNvSpPr>
            <a:spLocks noGrp="1" noChangeArrowheads="1"/>
          </p:cNvSpPr>
          <p:nvPr>
            <p:ph type="title"/>
          </p:nvPr>
        </p:nvSpPr>
        <p:spPr/>
        <p:txBody>
          <a:bodyPr/>
          <a:lstStyle/>
          <a:p>
            <a:pPr>
              <a:defRPr/>
            </a:pPr>
            <a:r>
              <a:rPr lang="en-US">
                <a:ea typeface="+mj-ea"/>
                <a:cs typeface="+mj-cs"/>
              </a:rPr>
              <a:t>Question to Answer</a:t>
            </a:r>
          </a:p>
        </p:txBody>
      </p:sp>
      <p:sp>
        <p:nvSpPr>
          <p:cNvPr id="147459" name="Rectangle 3">
            <a:extLst>
              <a:ext uri="{FF2B5EF4-FFF2-40B4-BE49-F238E27FC236}">
                <a16:creationId xmlns:a16="http://schemas.microsoft.com/office/drawing/2014/main" id="{AA8A16A9-D0AD-1491-92CA-3F3D3C4A0384}"/>
              </a:ext>
            </a:extLst>
          </p:cNvPr>
          <p:cNvSpPr>
            <a:spLocks noGrp="1" noChangeArrowheads="1"/>
          </p:cNvSpPr>
          <p:nvPr>
            <p:ph type="body" idx="1"/>
          </p:nvPr>
        </p:nvSpPr>
        <p:spPr/>
        <p:txBody>
          <a:bodyPr/>
          <a:lstStyle/>
          <a:p>
            <a:pPr>
              <a:buFont typeface="Wingdings" panose="05000000000000000000" pitchFamily="2" charset="2"/>
              <a:buNone/>
            </a:pPr>
            <a:endParaRPr lang="en-AU" altLang="en-US" i="1"/>
          </a:p>
          <a:p>
            <a:pPr>
              <a:buFont typeface="Wingdings" panose="05000000000000000000" pitchFamily="2" charset="2"/>
              <a:buNone/>
            </a:pPr>
            <a:r>
              <a:rPr lang="en-AU" altLang="en-US" i="1"/>
              <a:t>	Consider the situation of designing a Chess application. Would you model a Queen to be a multiple heir of Rook and Bishop? If so, why? If not, why not and how would you model the commonalities of Queen, Rook and Bishop? Which heuristic(s) can help you in making a decision?</a:t>
            </a:r>
          </a:p>
        </p:txBody>
      </p:sp>
      <p:sp>
        <p:nvSpPr>
          <p:cNvPr id="147460" name="Slide Number Placeholder 1">
            <a:extLst>
              <a:ext uri="{FF2B5EF4-FFF2-40B4-BE49-F238E27FC236}">
                <a16:creationId xmlns:a16="http://schemas.microsoft.com/office/drawing/2014/main" id="{D7021C1F-2F51-7F74-C373-4768F42A9D2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C9463F3-CA52-488D-BBB2-D8E4E4B6A0FE}" type="slidenum">
              <a:rPr lang="en-AU" altLang="en-US" sz="1400" smtClean="0">
                <a:latin typeface="Times New Roman" panose="02020603050405020304" pitchFamily="18" charset="0"/>
              </a:rPr>
              <a:pPr>
                <a:spcBef>
                  <a:spcPct val="0"/>
                </a:spcBef>
                <a:buSzTx/>
                <a:buFontTx/>
                <a:buNone/>
              </a:pPr>
              <a:t>73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9749ABAF-79B5-D53F-E0AD-FA14547A5295}"/>
              </a:ext>
            </a:extLst>
          </p:cNvPr>
          <p:cNvSpPr>
            <a:spLocks noGrp="1" noChangeArrowheads="1"/>
          </p:cNvSpPr>
          <p:nvPr>
            <p:ph type="title"/>
          </p:nvPr>
        </p:nvSpPr>
        <p:spPr/>
        <p:txBody>
          <a:bodyPr/>
          <a:lstStyle/>
          <a:p>
            <a:pPr>
              <a:defRPr/>
            </a:pPr>
            <a:r>
              <a:rPr lang="en-AU" dirty="0">
                <a:ea typeface="+mj-ea"/>
                <a:cs typeface="+mj-cs"/>
              </a:rPr>
              <a:t>Required Reading Lecture 7</a:t>
            </a:r>
            <a:endParaRPr lang="en-US" dirty="0">
              <a:ea typeface="+mj-ea"/>
              <a:cs typeface="+mj-cs"/>
            </a:endParaRPr>
          </a:p>
        </p:txBody>
      </p:sp>
      <p:sp>
        <p:nvSpPr>
          <p:cNvPr id="365571" name="Rectangle 3">
            <a:extLst>
              <a:ext uri="{FF2B5EF4-FFF2-40B4-BE49-F238E27FC236}">
                <a16:creationId xmlns:a16="http://schemas.microsoft.com/office/drawing/2014/main" id="{F9716A64-50AB-A731-0FB4-B7700D2C3F37}"/>
              </a:ext>
            </a:extLst>
          </p:cNvPr>
          <p:cNvSpPr>
            <a:spLocks noGrp="1" noChangeArrowheads="1"/>
          </p:cNvSpPr>
          <p:nvPr>
            <p:ph type="body" idx="1"/>
          </p:nvPr>
        </p:nvSpPr>
        <p:spPr/>
        <p:txBody>
          <a:bodyPr/>
          <a:lstStyle/>
          <a:p>
            <a:pPr>
              <a:buFont typeface="Wingdings" panose="05000000000000000000" pitchFamily="2" charset="2"/>
              <a:buNone/>
              <a:defRPr/>
            </a:pPr>
            <a:r>
              <a:rPr lang="en-GB" sz="2400" dirty="0">
                <a:solidFill>
                  <a:srgbClr val="000000"/>
                </a:solidFill>
                <a:ea typeface="ＭＳ Ｐゴシック"/>
                <a:cs typeface="+mn-cs"/>
              </a:rPr>
              <a:t>Principal reading:</a:t>
            </a:r>
          </a:p>
          <a:p>
            <a:pPr>
              <a:buFont typeface="Wingdings" charset="0"/>
              <a:buChar char="n"/>
              <a:defRPr/>
            </a:pPr>
            <a:r>
              <a:rPr lang="en-GB" sz="2400" dirty="0">
                <a:solidFill>
                  <a:srgbClr val="000000"/>
                </a:solidFill>
                <a:ea typeface="ＭＳ Ｐゴシック"/>
                <a:cs typeface="+mn-cs"/>
              </a:rPr>
              <a:t>Douglas C. Schmidt, Michael </a:t>
            </a:r>
            <a:r>
              <a:rPr lang="en-GB" sz="2400" dirty="0" err="1">
                <a:solidFill>
                  <a:srgbClr val="000000"/>
                </a:solidFill>
                <a:ea typeface="ＭＳ Ｐゴシック"/>
                <a:cs typeface="+mn-cs"/>
              </a:rPr>
              <a:t>Stal</a:t>
            </a:r>
            <a:r>
              <a:rPr lang="en-GB" sz="2400" dirty="0">
                <a:solidFill>
                  <a:srgbClr val="000000"/>
                </a:solidFill>
                <a:ea typeface="ＭＳ Ｐゴシック"/>
                <a:cs typeface="+mn-cs"/>
              </a:rPr>
              <a:t>, Hans Rohnert and Frank </a:t>
            </a:r>
            <a:r>
              <a:rPr lang="en-GB" sz="2400" dirty="0" err="1">
                <a:solidFill>
                  <a:srgbClr val="000000"/>
                </a:solidFill>
                <a:ea typeface="ＭＳ Ｐゴシック"/>
                <a:cs typeface="+mn-cs"/>
              </a:rPr>
              <a:t>Buschmann</a:t>
            </a:r>
            <a:r>
              <a:rPr lang="en-GB" sz="2400" dirty="0">
                <a:solidFill>
                  <a:srgbClr val="000000"/>
                </a:solidFill>
                <a:ea typeface="ＭＳ Ｐゴシック"/>
                <a:cs typeface="+mn-cs"/>
              </a:rPr>
              <a:t>,</a:t>
            </a:r>
            <a:r>
              <a:rPr lang="en-GB" sz="2400" i="1" dirty="0">
                <a:solidFill>
                  <a:srgbClr val="000000"/>
                </a:solidFill>
                <a:ea typeface="ＭＳ Ｐゴシック"/>
                <a:cs typeface="+mn-cs"/>
              </a:rPr>
              <a:t> </a:t>
            </a:r>
            <a:r>
              <a:rPr lang="en-GB" sz="2400" i="1" dirty="0">
                <a:solidFill>
                  <a:srgbClr val="7F0101"/>
                </a:solidFill>
                <a:ea typeface="ＭＳ Ｐゴシック"/>
                <a:cs typeface="+mn-cs"/>
              </a:rPr>
              <a:t>Inside Patterns</a:t>
            </a:r>
            <a:r>
              <a:rPr lang="en-GB" sz="2400" i="1" dirty="0">
                <a:solidFill>
                  <a:srgbClr val="000000"/>
                </a:solidFill>
                <a:ea typeface="ＭＳ Ｐゴシック"/>
                <a:cs typeface="+mn-cs"/>
              </a:rPr>
              <a:t> </a:t>
            </a:r>
            <a:r>
              <a:rPr lang="en-GB" sz="2400" dirty="0">
                <a:solidFill>
                  <a:srgbClr val="000000"/>
                </a:solidFill>
                <a:ea typeface="ＭＳ Ｐゴシック"/>
                <a:cs typeface="+mn-cs"/>
              </a:rPr>
              <a:t>(available from Canvas)</a:t>
            </a:r>
            <a:endParaRPr lang="en-GB" sz="1000" dirty="0">
              <a:solidFill>
                <a:srgbClr val="000000"/>
              </a:solidFill>
              <a:ea typeface="ＭＳ Ｐゴシック"/>
              <a:cs typeface="+mn-cs"/>
            </a:endParaRPr>
          </a:p>
          <a:p>
            <a:pPr>
              <a:buFont typeface="Wingdings" panose="05000000000000000000" pitchFamily="2" charset="2"/>
              <a:buNone/>
              <a:defRPr/>
            </a:pPr>
            <a:r>
              <a:rPr lang="en-GB" sz="2400" dirty="0">
                <a:solidFill>
                  <a:srgbClr val="000000"/>
                </a:solidFill>
                <a:ea typeface="ＭＳ Ｐゴシック"/>
                <a:cs typeface="+mn-cs"/>
              </a:rPr>
              <a:t>Additional reading:</a:t>
            </a:r>
          </a:p>
          <a:p>
            <a:pPr>
              <a:buFont typeface="Wingdings" charset="0"/>
              <a:buChar char="n"/>
              <a:defRPr/>
            </a:pPr>
            <a:r>
              <a:rPr lang="en-GB" sz="2400" dirty="0">
                <a:solidFill>
                  <a:srgbClr val="000000"/>
                </a:solidFill>
                <a:ea typeface="ＭＳ Ｐゴシック"/>
                <a:cs typeface="+mn-cs"/>
              </a:rPr>
              <a:t>Frank </a:t>
            </a:r>
            <a:r>
              <a:rPr lang="en-GB" sz="2400" dirty="0" err="1">
                <a:solidFill>
                  <a:srgbClr val="000000"/>
                </a:solidFill>
                <a:ea typeface="ＭＳ Ｐゴシック"/>
                <a:cs typeface="+mn-cs"/>
              </a:rPr>
              <a:t>Buschmann</a:t>
            </a:r>
            <a:r>
              <a:rPr lang="en-GB" sz="2400" dirty="0">
                <a:solidFill>
                  <a:srgbClr val="000000"/>
                </a:solidFill>
                <a:ea typeface="ＭＳ Ｐゴシック"/>
                <a:cs typeface="+mn-cs"/>
              </a:rPr>
              <a:t>, </a:t>
            </a:r>
            <a:r>
              <a:rPr lang="en-GB" sz="2400" dirty="0" err="1">
                <a:solidFill>
                  <a:srgbClr val="000000"/>
                </a:solidFill>
                <a:ea typeface="ＭＳ Ｐゴシック"/>
                <a:cs typeface="+mn-cs"/>
              </a:rPr>
              <a:t>Regine</a:t>
            </a:r>
            <a:r>
              <a:rPr lang="en-GB" sz="2400" dirty="0">
                <a:solidFill>
                  <a:srgbClr val="000000"/>
                </a:solidFill>
                <a:ea typeface="ＭＳ Ｐゴシック"/>
                <a:cs typeface="+mn-cs"/>
              </a:rPr>
              <a:t> </a:t>
            </a:r>
            <a:r>
              <a:rPr lang="en-GB" sz="2400" dirty="0" err="1">
                <a:solidFill>
                  <a:srgbClr val="000000"/>
                </a:solidFill>
                <a:ea typeface="ＭＳ Ｐゴシック"/>
                <a:cs typeface="+mn-cs"/>
              </a:rPr>
              <a:t>Meunier</a:t>
            </a:r>
            <a:r>
              <a:rPr lang="en-GB" sz="2400" dirty="0">
                <a:solidFill>
                  <a:srgbClr val="000000"/>
                </a:solidFill>
                <a:ea typeface="ＭＳ Ｐゴシック"/>
                <a:cs typeface="+mn-cs"/>
              </a:rPr>
              <a:t>, Hans Rohnert, Peter </a:t>
            </a:r>
            <a:r>
              <a:rPr lang="en-GB" sz="2400" dirty="0" err="1">
                <a:solidFill>
                  <a:srgbClr val="000000"/>
                </a:solidFill>
                <a:ea typeface="ＭＳ Ｐゴシック"/>
                <a:cs typeface="+mn-cs"/>
              </a:rPr>
              <a:t>Sommerlad</a:t>
            </a:r>
            <a:r>
              <a:rPr lang="en-GB" sz="2400" dirty="0">
                <a:solidFill>
                  <a:srgbClr val="000000"/>
                </a:solidFill>
                <a:ea typeface="ＭＳ Ｐゴシック"/>
                <a:cs typeface="+mn-cs"/>
              </a:rPr>
              <a:t>, and Michael </a:t>
            </a:r>
            <a:r>
              <a:rPr lang="en-GB" sz="2400" dirty="0" err="1">
                <a:solidFill>
                  <a:srgbClr val="000000"/>
                </a:solidFill>
                <a:ea typeface="ＭＳ Ｐゴシック"/>
                <a:cs typeface="+mn-cs"/>
              </a:rPr>
              <a:t>Stal</a:t>
            </a:r>
            <a:r>
              <a:rPr lang="en-GB" sz="2400" dirty="0">
                <a:solidFill>
                  <a:srgbClr val="000000"/>
                </a:solidFill>
                <a:ea typeface="ＭＳ Ｐゴシック"/>
                <a:cs typeface="+mn-cs"/>
              </a:rPr>
              <a:t>, </a:t>
            </a:r>
            <a:r>
              <a:rPr lang="en-US" sz="2400" i="1" dirty="0">
                <a:solidFill>
                  <a:srgbClr val="7F0101"/>
                </a:solidFill>
                <a:ea typeface="ＭＳ Ｐゴシック"/>
                <a:cs typeface="+mn-cs"/>
              </a:rPr>
              <a:t>Pattern-Oriented Software Architecture: A System of Patterns</a:t>
            </a:r>
            <a:r>
              <a:rPr lang="en-US" sz="2400" dirty="0">
                <a:solidFill>
                  <a:srgbClr val="000000"/>
                </a:solidFill>
                <a:ea typeface="ＭＳ Ｐゴシック"/>
                <a:cs typeface="+mn-cs"/>
              </a:rPr>
              <a:t>, Chapter 1.</a:t>
            </a:r>
            <a:endParaRPr lang="en-GB" sz="2400" dirty="0">
              <a:solidFill>
                <a:srgbClr val="000000"/>
              </a:solidFill>
              <a:ea typeface="ＭＳ Ｐゴシック"/>
              <a:cs typeface="+mn-cs"/>
            </a:endParaRPr>
          </a:p>
          <a:p>
            <a:pPr>
              <a:buFont typeface="Wingdings" charset="0"/>
              <a:buChar char="n"/>
              <a:defRPr/>
            </a:pPr>
            <a:r>
              <a:rPr lang="en-GB" sz="2400" dirty="0">
                <a:solidFill>
                  <a:srgbClr val="000000"/>
                </a:solidFill>
                <a:ea typeface="ＭＳ Ｐゴシック"/>
                <a:cs typeface="+mn-cs"/>
              </a:rPr>
              <a:t>Erich Gamma, Richard Helm, Ralph Johnson, John </a:t>
            </a:r>
            <a:r>
              <a:rPr lang="en-GB" sz="2400" dirty="0" err="1">
                <a:solidFill>
                  <a:srgbClr val="000000"/>
                </a:solidFill>
                <a:ea typeface="ＭＳ Ｐゴシック"/>
                <a:cs typeface="+mn-cs"/>
              </a:rPr>
              <a:t>Vlissides</a:t>
            </a:r>
            <a:r>
              <a:rPr lang="en-GB" sz="2400" dirty="0">
                <a:solidFill>
                  <a:srgbClr val="000000"/>
                </a:solidFill>
                <a:ea typeface="ＭＳ Ｐゴシック"/>
                <a:cs typeface="+mn-cs"/>
              </a:rPr>
              <a:t>, </a:t>
            </a:r>
            <a:r>
              <a:rPr lang="en-GB" sz="2400" i="1" dirty="0">
                <a:solidFill>
                  <a:srgbClr val="7F0101"/>
                </a:solidFill>
                <a:ea typeface="ＭＳ Ｐゴシック"/>
                <a:cs typeface="+mn-cs"/>
              </a:rPr>
              <a:t>Design Patterns</a:t>
            </a:r>
            <a:r>
              <a:rPr lang="en-GB" sz="2400" i="1" dirty="0">
                <a:solidFill>
                  <a:srgbClr val="000000"/>
                </a:solidFill>
                <a:ea typeface="ＭＳ Ｐゴシック"/>
                <a:cs typeface="+mn-cs"/>
              </a:rPr>
              <a:t>,</a:t>
            </a:r>
            <a:r>
              <a:rPr lang="en-GB" sz="2400" dirty="0">
                <a:solidFill>
                  <a:srgbClr val="000000"/>
                </a:solidFill>
                <a:ea typeface="ＭＳ Ｐゴシック"/>
                <a:cs typeface="+mn-cs"/>
              </a:rPr>
              <a:t> Chapter 1.</a:t>
            </a:r>
          </a:p>
          <a:p>
            <a:pPr>
              <a:buFont typeface="Wingdings" charset="0"/>
              <a:buChar char="n"/>
              <a:defRPr/>
            </a:pPr>
            <a:r>
              <a:rPr lang="en-GB" sz="2400" dirty="0">
                <a:solidFill>
                  <a:srgbClr val="000000"/>
                </a:solidFill>
                <a:ea typeface="ＭＳ Ｐゴシック"/>
                <a:cs typeface="+mn-cs"/>
              </a:rPr>
              <a:t>Various articles from Doug Schmidt's Patterns page:</a:t>
            </a:r>
            <a:br>
              <a:rPr lang="en-GB" sz="2400" dirty="0">
                <a:solidFill>
                  <a:srgbClr val="000000"/>
                </a:solidFill>
                <a:ea typeface="ＭＳ Ｐゴシック"/>
                <a:cs typeface="+mn-cs"/>
              </a:rPr>
            </a:br>
            <a:r>
              <a:rPr lang="en-GB" sz="2400" dirty="0">
                <a:solidFill>
                  <a:srgbClr val="000000"/>
                </a:solidFill>
                <a:ea typeface="ＭＳ Ｐゴシック"/>
                <a:cs typeface="+mn-cs"/>
                <a:hlinkClick r:id="rId3"/>
              </a:rPr>
              <a:t>http://www.dre.vanderbilt.edu/~schmidt/patterns-frameworks.html</a:t>
            </a:r>
            <a:r>
              <a:rPr lang="en-GB" sz="2400" dirty="0">
                <a:solidFill>
                  <a:srgbClr val="000000"/>
                </a:solidFill>
                <a:ea typeface="ＭＳ Ｐゴシック"/>
                <a:cs typeface="+mn-cs"/>
              </a:rPr>
              <a:t> </a:t>
            </a:r>
            <a:endParaRPr lang="en-AU" sz="1600" dirty="0">
              <a:solidFill>
                <a:srgbClr val="000000"/>
              </a:solidFill>
              <a:latin typeface="Courier New" charset="0"/>
              <a:ea typeface="ＭＳ Ｐゴシック"/>
              <a:cs typeface="+mn-cs"/>
            </a:endParaRPr>
          </a:p>
          <a:p>
            <a:pPr>
              <a:buFont typeface="Wingdings" panose="05000000000000000000" pitchFamily="2" charset="2"/>
              <a:buNone/>
              <a:defRPr/>
            </a:pPr>
            <a:endParaRPr lang="en-GB" dirty="0"/>
          </a:p>
        </p:txBody>
      </p:sp>
      <p:sp>
        <p:nvSpPr>
          <p:cNvPr id="149508" name="Slide Number Placeholder 1">
            <a:extLst>
              <a:ext uri="{FF2B5EF4-FFF2-40B4-BE49-F238E27FC236}">
                <a16:creationId xmlns:a16="http://schemas.microsoft.com/office/drawing/2014/main" id="{6FBA184F-48EA-33B6-C6FD-5C2A0B34A1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25EAD7E-43D3-49F5-886E-A9D0F809D68F}" type="slidenum">
              <a:rPr lang="en-AU" altLang="en-US" sz="1400" smtClean="0">
                <a:latin typeface="Times New Roman" panose="02020603050405020304" pitchFamily="18" charset="0"/>
              </a:rPr>
              <a:pPr>
                <a:spcBef>
                  <a:spcPct val="0"/>
                </a:spcBef>
                <a:buSzTx/>
                <a:buFontTx/>
                <a:buNone/>
              </a:pPr>
              <a:t>74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chemeClr val="tx1"/>
            </a:solidFill>
            <a:effectLst/>
            <a:latin typeface="Arial Narrow" pitchFamily="1"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chemeClr val="tx1"/>
            </a:solidFill>
            <a:effectLst/>
            <a:latin typeface="Arial Narrow" pitchFamily="1"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E9FF901F214C743957BA58699663E36" ma:contentTypeVersion="10" ma:contentTypeDescription="Create a new document." ma:contentTypeScope="" ma:versionID="060ff08cacd564dfe221b3356fa1e257">
  <xsd:schema xmlns:xsd="http://www.w3.org/2001/XMLSchema" xmlns:xs="http://www.w3.org/2001/XMLSchema" xmlns:p="http://schemas.microsoft.com/office/2006/metadata/properties" xmlns:ns3="ac4245a9-d0fe-4b59-a0f5-835f3723c0b2" targetNamespace="http://schemas.microsoft.com/office/2006/metadata/properties" ma:root="true" ma:fieldsID="283b7fe8e6968f1f51bb045e1e6e8d74" ns3:_="">
    <xsd:import namespace="ac4245a9-d0fe-4b59-a0f5-835f3723c0b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4245a9-d0fe-4b59-a0f5-835f3723c0b2"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28B2C1-6E59-4F69-BEDA-EF261AC8D1E3}">
  <ds:schemaRefs>
    <ds:schemaRef ds:uri="http://schemas.microsoft.com/sharepoint/v3/contenttype/forms"/>
  </ds:schemaRefs>
</ds:datastoreItem>
</file>

<file path=customXml/itemProps2.xml><?xml version="1.0" encoding="utf-8"?>
<ds:datastoreItem xmlns:ds="http://schemas.openxmlformats.org/officeDocument/2006/customXml" ds:itemID="{9C9936FE-7F12-4EE0-A687-2638499BDC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4245a9-d0fe-4b59-a0f5-835f3723c0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4287</TotalTime>
  <Words>5058</Words>
  <Application>Microsoft Office PowerPoint</Application>
  <PresentationFormat>On-screen Show (4:3)</PresentationFormat>
  <Paragraphs>838</Paragraphs>
  <Slides>74</Slides>
  <Notes>67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74</vt:i4>
      </vt:variant>
    </vt:vector>
  </HeadingPairs>
  <TitlesOfParts>
    <vt:vector size="84" baseType="lpstr">
      <vt:lpstr>Arial Narrow</vt:lpstr>
      <vt:lpstr>MS PGothic</vt:lpstr>
      <vt:lpstr>Arial</vt:lpstr>
      <vt:lpstr>Wingdings</vt:lpstr>
      <vt:lpstr>Times New Roman</vt:lpstr>
      <vt:lpstr>Helvetica</vt:lpstr>
      <vt:lpstr>Courier New</vt:lpstr>
      <vt:lpstr>Helvetica CE</vt:lpstr>
      <vt:lpstr>Default Design</vt:lpstr>
      <vt:lpstr>1_Default Design</vt:lpstr>
      <vt:lpstr>SWE30003 Software Architectures and Design</vt:lpstr>
      <vt:lpstr>Logistical matters</vt:lpstr>
      <vt:lpstr>Question to Answer – week 5</vt:lpstr>
      <vt:lpstr>Principal References</vt:lpstr>
      <vt:lpstr>Roadmap</vt:lpstr>
      <vt:lpstr>Recap from Lecture 5</vt:lpstr>
      <vt:lpstr>Recap from Lecture 5 (cont.)</vt:lpstr>
      <vt:lpstr>Recap from Lecture 5 (cont.)</vt:lpstr>
      <vt:lpstr>Recap from Lecture 5 (cont.)</vt:lpstr>
      <vt:lpstr>What we got…</vt:lpstr>
      <vt:lpstr>What next? … Refine the design!</vt:lpstr>
      <vt:lpstr>Roadmap</vt:lpstr>
      <vt:lpstr>Object-Oriented Design Heuristics</vt:lpstr>
      <vt:lpstr>Heuristics for System Classes</vt:lpstr>
      <vt:lpstr>Heuristics for System Classes (cont.)</vt:lpstr>
      <vt:lpstr>Heuristics for System Classes (cont.)</vt:lpstr>
      <vt:lpstr>PowerPoint Presentation</vt:lpstr>
      <vt:lpstr>Roadmap</vt:lpstr>
      <vt:lpstr>PowerPoint Presentation</vt:lpstr>
      <vt:lpstr>Object-Oriented Software Construction</vt:lpstr>
      <vt:lpstr>Taxonomy of Inheritance</vt:lpstr>
      <vt:lpstr>Taxonomy of Inheritance (cont.)</vt:lpstr>
      <vt:lpstr>Taxonomy of Inheritance (cont.)</vt:lpstr>
      <vt:lpstr>Heuristics for Inheritance</vt:lpstr>
      <vt:lpstr>Heuristics for Inheritance</vt:lpstr>
      <vt:lpstr>Abstract Classes</vt:lpstr>
      <vt:lpstr>Heuristics for Abstract Classes</vt:lpstr>
      <vt:lpstr>Sharing Responsibilities</vt:lpstr>
      <vt:lpstr>Building Good Hierarchies</vt:lpstr>
      <vt:lpstr>Heuristics for Base Classes</vt:lpstr>
      <vt:lpstr>Heuristics for Base Classes</vt:lpstr>
      <vt:lpstr>Building Good Hierarchies (cont.)</vt:lpstr>
      <vt:lpstr>Building Good Hierarchies (cont.)</vt:lpstr>
      <vt:lpstr>Building Kind-Of Hierarchies</vt:lpstr>
      <vt:lpstr>Graphics Editor - Tool Hierarchy</vt:lpstr>
      <vt:lpstr>Graphics Editor - Element Hierarchy</vt:lpstr>
      <vt:lpstr>Element Hierarchy (cont.)</vt:lpstr>
      <vt:lpstr>Element Hierarchy (cont.)</vt:lpstr>
      <vt:lpstr>Final Element Hierarchy</vt:lpstr>
      <vt:lpstr>Inheritance Heuristics</vt:lpstr>
      <vt:lpstr>Inheritance Heuristics</vt:lpstr>
      <vt:lpstr>Inheritance Heuristics (cont.)</vt:lpstr>
      <vt:lpstr>Inheritance Heuristics (cont.)</vt:lpstr>
      <vt:lpstr>PowerPoint Presentation</vt:lpstr>
      <vt:lpstr>Roadmap</vt:lpstr>
      <vt:lpstr>Roles and Protocols</vt:lpstr>
      <vt:lpstr>Protocols and Roles (cont.)</vt:lpstr>
      <vt:lpstr>Interaction Heuristics</vt:lpstr>
      <vt:lpstr>PowerPoint Presentation</vt:lpstr>
      <vt:lpstr>Interaction Heuristics</vt:lpstr>
      <vt:lpstr>PowerPoint Presentation</vt:lpstr>
      <vt:lpstr>Interaction Heuristics (cont.)</vt:lpstr>
      <vt:lpstr>PowerPoint Presentation</vt:lpstr>
      <vt:lpstr>Roadmap</vt:lpstr>
      <vt:lpstr>Associations and Aggregations</vt:lpstr>
      <vt:lpstr>Heuristics for Associations</vt:lpstr>
      <vt:lpstr>PowerPoint Presentation</vt:lpstr>
      <vt:lpstr>Associations and Aggregations (cont.)</vt:lpstr>
      <vt:lpstr>Collections</vt:lpstr>
      <vt:lpstr>Collections (cont.)</vt:lpstr>
      <vt:lpstr>Roadmap</vt:lpstr>
      <vt:lpstr>Abstract State vs. Concrete State</vt:lpstr>
      <vt:lpstr>Command-Query Separation Principle</vt:lpstr>
      <vt:lpstr>PowerPoint Presentation</vt:lpstr>
      <vt:lpstr>Design by Contract</vt:lpstr>
      <vt:lpstr>Example - Stack Abstraction</vt:lpstr>
      <vt:lpstr>Design by Contract (cont.)</vt:lpstr>
      <vt:lpstr>Design by Contract (cont.)</vt:lpstr>
      <vt:lpstr>Benefits of Design by Contract</vt:lpstr>
      <vt:lpstr>Summary</vt:lpstr>
      <vt:lpstr>Question for Consideration</vt:lpstr>
      <vt:lpstr>“Exercise” from Lecture 4</vt:lpstr>
      <vt:lpstr>Question to Answer</vt:lpstr>
      <vt:lpstr>Required Reading Lecture 7</vt:lpstr>
    </vt:vector>
  </TitlesOfParts>
  <Company>Swinburne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Swinburne Marketing Strategy</dc:title>
  <dc:creator>Swinburne University</dc:creator>
  <cp:lastModifiedBy>Nhu Vinh Hoang</cp:lastModifiedBy>
  <cp:revision>295</cp:revision>
  <cp:lastPrinted>2022-03-30T06:44:34Z</cp:lastPrinted>
  <dcterms:created xsi:type="dcterms:W3CDTF">1999-08-10T04:13:56Z</dcterms:created>
  <dcterms:modified xsi:type="dcterms:W3CDTF">2025-02-19T07:11:50Z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0x0101001E9FF901F214C743957BA58699663E36</vt:lpwstr>
  </property>
</Properties>
</file>