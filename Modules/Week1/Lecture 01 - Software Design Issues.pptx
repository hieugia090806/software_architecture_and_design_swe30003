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9"/>
  </p:notesMasterIdLst>
  <p:handoutMasterIdLst>
    <p:handoutMasterId r:id="rId40"/>
  </p:handoutMasterIdLst>
  <p:sldIdLst>
    <p:sldId id="329" r:id="rId2"/>
    <p:sldId id="353" r:id="rId3"/>
    <p:sldId id="350" r:id="rId4"/>
    <p:sldId id="351" r:id="rId5"/>
    <p:sldId id="293" r:id="rId6"/>
    <p:sldId id="364" r:id="rId7"/>
    <p:sldId id="330" r:id="rId8"/>
    <p:sldId id="331" r:id="rId9"/>
    <p:sldId id="333" r:id="rId10"/>
    <p:sldId id="332" r:id="rId11"/>
    <p:sldId id="365" r:id="rId12"/>
    <p:sldId id="363" r:id="rId13"/>
    <p:sldId id="366" r:id="rId14"/>
    <p:sldId id="336" r:id="rId15"/>
    <p:sldId id="355" r:id="rId16"/>
    <p:sldId id="356" r:id="rId17"/>
    <p:sldId id="367" r:id="rId18"/>
    <p:sldId id="335" r:id="rId19"/>
    <p:sldId id="341" r:id="rId20"/>
    <p:sldId id="357" r:id="rId21"/>
    <p:sldId id="376" r:id="rId22"/>
    <p:sldId id="369" r:id="rId23"/>
    <p:sldId id="362" r:id="rId24"/>
    <p:sldId id="316" r:id="rId25"/>
    <p:sldId id="360" r:id="rId26"/>
    <p:sldId id="361" r:id="rId27"/>
    <p:sldId id="380" r:id="rId28"/>
    <p:sldId id="358" r:id="rId29"/>
    <p:sldId id="386" r:id="rId30"/>
    <p:sldId id="344" r:id="rId31"/>
    <p:sldId id="346" r:id="rId32"/>
    <p:sldId id="388" r:id="rId33"/>
    <p:sldId id="392" r:id="rId34"/>
    <p:sldId id="328" r:id="rId35"/>
    <p:sldId id="326" r:id="rId36"/>
    <p:sldId id="370" r:id="rId37"/>
    <p:sldId id="314" r:id="rId38"/>
  </p:sldIdLst>
  <p:sldSz cx="9144000" cy="6858000" type="screen4x3"/>
  <p:notesSz cx="7099300" cy="10234613"/>
  <p:defaultTextStyle>
    <a:defPPr>
      <a:defRPr lang="en-AU"/>
    </a:defPPr>
    <a:lvl1pPr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7F0101"/>
    <a:srgbClr val="083A7F"/>
    <a:srgbClr val="4D4D4D"/>
    <a:srgbClr val="808080"/>
    <a:srgbClr val="FFFFFF"/>
    <a:srgbClr val="00A479"/>
    <a:srgbClr val="C0C0C0"/>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2DC9E4-B2AC-4EC4-A3DC-C99A1A0AFF78}" v="1" dt="2026-05-13T12:44:20.8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098" autoAdjust="0"/>
  </p:normalViewPr>
  <p:slideViewPr>
    <p:cSldViewPr>
      <p:cViewPr>
        <p:scale>
          <a:sx n="66" d="100"/>
          <a:sy n="66" d="100"/>
        </p:scale>
        <p:origin x="1042" y="139"/>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2748"/>
    </p:cViewPr>
  </p:sorterViewPr>
  <p:notesViewPr>
    <p:cSldViewPr>
      <p:cViewPr varScale="1">
        <p:scale>
          <a:sx n="54" d="100"/>
          <a:sy n="54" d="100"/>
        </p:scale>
        <p:origin x="-1776" y="-84"/>
      </p:cViewPr>
      <p:guideLst>
        <p:guide orient="horz" pos="3224"/>
        <p:guide pos="2235"/>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u Vinh Hoang" userId="d9f32479-73df-4f34-96ea-cc69d79b83d5" providerId="ADAL" clId="{BEBF3B63-2D49-4899-950E-89F35426BF77}"/>
    <pc:docChg chg="undo custSel mod addSld delSld modSld sldOrd modMainMaster">
      <pc:chgData name="Nhu Vinh Hoang" userId="d9f32479-73df-4f34-96ea-cc69d79b83d5" providerId="ADAL" clId="{BEBF3B63-2D49-4899-950E-89F35426BF77}" dt="2026-05-13T13:02:47.318" v="88"/>
      <pc:docMkLst>
        <pc:docMk/>
      </pc:docMkLst>
      <pc:sldChg chg="new del ord">
        <pc:chgData name="Nhu Vinh Hoang" userId="d9f32479-73df-4f34-96ea-cc69d79b83d5" providerId="ADAL" clId="{BEBF3B63-2D49-4899-950E-89F35426BF77}" dt="2026-05-13T12:45:52" v="5"/>
        <pc:sldMkLst>
          <pc:docMk/>
          <pc:sldMk cId="1441645661" sldId="371"/>
        </pc:sldMkLst>
      </pc:sldChg>
      <pc:sldChg chg="modSp add del mod">
        <pc:chgData name="Nhu Vinh Hoang" userId="d9f32479-73df-4f34-96ea-cc69d79b83d5" providerId="ADAL" clId="{BEBF3B63-2D49-4899-950E-89F35426BF77}" dt="2026-05-13T12:46:29.220" v="9"/>
        <pc:sldMkLst>
          <pc:docMk/>
          <pc:sldMk cId="3278254722" sldId="372"/>
        </pc:sldMkLst>
        <pc:spChg chg="mod">
          <ac:chgData name="Nhu Vinh Hoang" userId="d9f32479-73df-4f34-96ea-cc69d79b83d5" providerId="ADAL" clId="{BEBF3B63-2D49-4899-950E-89F35426BF77}" dt="2026-05-13T12:46:14.609" v="7" actId="14100"/>
          <ac:spMkLst>
            <pc:docMk/>
            <pc:sldMk cId="3278254722" sldId="372"/>
            <ac:spMk id="20" creationId="{00000000-0000-0000-0000-000000000000}"/>
          </ac:spMkLst>
        </pc:spChg>
      </pc:sldChg>
      <pc:sldChg chg="add del">
        <pc:chgData name="Nhu Vinh Hoang" userId="d9f32479-73df-4f34-96ea-cc69d79b83d5" providerId="ADAL" clId="{BEBF3B63-2D49-4899-950E-89F35426BF77}" dt="2026-05-13T12:47:12.644" v="11"/>
        <pc:sldMkLst>
          <pc:docMk/>
          <pc:sldMk cId="1179418123" sldId="373"/>
        </pc:sldMkLst>
      </pc:sldChg>
      <pc:sldChg chg="add del">
        <pc:chgData name="Nhu Vinh Hoang" userId="d9f32479-73df-4f34-96ea-cc69d79b83d5" providerId="ADAL" clId="{BEBF3B63-2D49-4899-950E-89F35426BF77}" dt="2026-05-13T12:47:29.749" v="13"/>
        <pc:sldMkLst>
          <pc:docMk/>
          <pc:sldMk cId="3245513193" sldId="374"/>
        </pc:sldMkLst>
      </pc:sldChg>
      <pc:sldChg chg="add del">
        <pc:chgData name="Nhu Vinh Hoang" userId="d9f32479-73df-4f34-96ea-cc69d79b83d5" providerId="ADAL" clId="{BEBF3B63-2D49-4899-950E-89F35426BF77}" dt="2026-05-13T12:47:50.218" v="15"/>
        <pc:sldMkLst>
          <pc:docMk/>
          <pc:sldMk cId="60349946" sldId="375"/>
        </pc:sldMkLst>
      </pc:sldChg>
      <pc:sldChg chg="add">
        <pc:chgData name="Nhu Vinh Hoang" userId="d9f32479-73df-4f34-96ea-cc69d79b83d5" providerId="ADAL" clId="{BEBF3B63-2D49-4899-950E-89F35426BF77}" dt="2026-05-13T12:47:50.188" v="14"/>
        <pc:sldMkLst>
          <pc:docMk/>
          <pc:sldMk cId="503932736" sldId="376"/>
        </pc:sldMkLst>
      </pc:sldChg>
      <pc:sldChg chg="new del ord">
        <pc:chgData name="Nhu Vinh Hoang" userId="d9f32479-73df-4f34-96ea-cc69d79b83d5" providerId="ADAL" clId="{BEBF3B63-2D49-4899-950E-89F35426BF77}" dt="2026-05-13T12:49:58.017" v="19"/>
        <pc:sldMkLst>
          <pc:docMk/>
          <pc:sldMk cId="3595979510" sldId="377"/>
        </pc:sldMkLst>
      </pc:sldChg>
      <pc:sldChg chg="add del">
        <pc:chgData name="Nhu Vinh Hoang" userId="d9f32479-73df-4f34-96ea-cc69d79b83d5" providerId="ADAL" clId="{BEBF3B63-2D49-4899-950E-89F35426BF77}" dt="2026-05-13T12:50:35.954" v="21"/>
        <pc:sldMkLst>
          <pc:docMk/>
          <pc:sldMk cId="3745140184" sldId="378"/>
        </pc:sldMkLst>
      </pc:sldChg>
      <pc:sldChg chg="add del">
        <pc:chgData name="Nhu Vinh Hoang" userId="d9f32479-73df-4f34-96ea-cc69d79b83d5" providerId="ADAL" clId="{BEBF3B63-2D49-4899-950E-89F35426BF77}" dt="2026-05-13T12:51:11.541" v="23"/>
        <pc:sldMkLst>
          <pc:docMk/>
          <pc:sldMk cId="3195774175" sldId="379"/>
        </pc:sldMkLst>
      </pc:sldChg>
      <pc:sldChg chg="modSp add mod">
        <pc:chgData name="Nhu Vinh Hoang" userId="d9f32479-73df-4f34-96ea-cc69d79b83d5" providerId="ADAL" clId="{BEBF3B63-2D49-4899-950E-89F35426BF77}" dt="2026-05-13T12:59:49.935" v="54" actId="1036"/>
        <pc:sldMkLst>
          <pc:docMk/>
          <pc:sldMk cId="2674448120" sldId="380"/>
        </pc:sldMkLst>
        <pc:spChg chg="mod">
          <ac:chgData name="Nhu Vinh Hoang" userId="d9f32479-73df-4f34-96ea-cc69d79b83d5" providerId="ADAL" clId="{BEBF3B63-2D49-4899-950E-89F35426BF77}" dt="2026-05-13T12:53:46.297" v="35" actId="14100"/>
          <ac:spMkLst>
            <pc:docMk/>
            <pc:sldMk cId="2674448120" sldId="380"/>
            <ac:spMk id="13" creationId="{00000000-0000-0000-0000-000000000000}"/>
          </ac:spMkLst>
        </pc:spChg>
        <pc:spChg chg="mod">
          <ac:chgData name="Nhu Vinh Hoang" userId="d9f32479-73df-4f34-96ea-cc69d79b83d5" providerId="ADAL" clId="{BEBF3B63-2D49-4899-950E-89F35426BF77}" dt="2026-05-13T12:59:49.935" v="54" actId="1036"/>
          <ac:spMkLst>
            <pc:docMk/>
            <pc:sldMk cId="2674448120" sldId="380"/>
            <ac:spMk id="14" creationId="{00000000-0000-0000-0000-000000000000}"/>
          </ac:spMkLst>
        </pc:spChg>
        <pc:spChg chg="mod">
          <ac:chgData name="Nhu Vinh Hoang" userId="d9f32479-73df-4f34-96ea-cc69d79b83d5" providerId="ADAL" clId="{BEBF3B63-2D49-4899-950E-89F35426BF77}" dt="2026-05-13T12:53:34.978" v="29" actId="14100"/>
          <ac:spMkLst>
            <pc:docMk/>
            <pc:sldMk cId="2674448120" sldId="380"/>
            <ac:spMk id="15" creationId="{00000000-0000-0000-0000-000000000000}"/>
          </ac:spMkLst>
        </pc:spChg>
        <pc:spChg chg="mod">
          <ac:chgData name="Nhu Vinh Hoang" userId="d9f32479-73df-4f34-96ea-cc69d79b83d5" providerId="ADAL" clId="{BEBF3B63-2D49-4899-950E-89F35426BF77}" dt="2026-05-13T12:59:49.935" v="54" actId="1036"/>
          <ac:spMkLst>
            <pc:docMk/>
            <pc:sldMk cId="2674448120" sldId="380"/>
            <ac:spMk id="30" creationId="{00000000-0000-0000-0000-000000000000}"/>
          </ac:spMkLst>
        </pc:spChg>
        <pc:spChg chg="mod">
          <ac:chgData name="Nhu Vinh Hoang" userId="d9f32479-73df-4f34-96ea-cc69d79b83d5" providerId="ADAL" clId="{BEBF3B63-2D49-4899-950E-89F35426BF77}" dt="2026-05-13T12:59:49.935" v="54" actId="1036"/>
          <ac:spMkLst>
            <pc:docMk/>
            <pc:sldMk cId="2674448120" sldId="380"/>
            <ac:spMk id="31" creationId="{00000000-0000-0000-0000-000000000000}"/>
          </ac:spMkLst>
        </pc:spChg>
        <pc:spChg chg="mod">
          <ac:chgData name="Nhu Vinh Hoang" userId="d9f32479-73df-4f34-96ea-cc69d79b83d5" providerId="ADAL" clId="{BEBF3B63-2D49-4899-950E-89F35426BF77}" dt="2026-05-13T12:59:49.935" v="54" actId="1036"/>
          <ac:spMkLst>
            <pc:docMk/>
            <pc:sldMk cId="2674448120" sldId="380"/>
            <ac:spMk id="32" creationId="{00000000-0000-0000-0000-000000000000}"/>
          </ac:spMkLst>
        </pc:spChg>
        <pc:spChg chg="mod">
          <ac:chgData name="Nhu Vinh Hoang" userId="d9f32479-73df-4f34-96ea-cc69d79b83d5" providerId="ADAL" clId="{BEBF3B63-2D49-4899-950E-89F35426BF77}" dt="2026-05-13T12:59:49.935" v="54" actId="1036"/>
          <ac:spMkLst>
            <pc:docMk/>
            <pc:sldMk cId="2674448120" sldId="380"/>
            <ac:spMk id="33" creationId="{00000000-0000-0000-0000-000000000000}"/>
          </ac:spMkLst>
        </pc:spChg>
      </pc:sldChg>
      <pc:sldChg chg="new del ord">
        <pc:chgData name="Nhu Vinh Hoang" userId="d9f32479-73df-4f34-96ea-cc69d79b83d5" providerId="ADAL" clId="{BEBF3B63-2D49-4899-950E-89F35426BF77}" dt="2026-05-13T12:53:39.505" v="32"/>
        <pc:sldMkLst>
          <pc:docMk/>
          <pc:sldMk cId="3904995599" sldId="381"/>
        </pc:sldMkLst>
      </pc:sldChg>
      <pc:sldChg chg="add del">
        <pc:chgData name="Nhu Vinh Hoang" userId="d9f32479-73df-4f34-96ea-cc69d79b83d5" providerId="ADAL" clId="{BEBF3B63-2D49-4899-950E-89F35426BF77}" dt="2026-05-13T12:55:01.087" v="37"/>
        <pc:sldMkLst>
          <pc:docMk/>
          <pc:sldMk cId="2154451399" sldId="382"/>
        </pc:sldMkLst>
      </pc:sldChg>
      <pc:sldChg chg="add del">
        <pc:chgData name="Nhu Vinh Hoang" userId="d9f32479-73df-4f34-96ea-cc69d79b83d5" providerId="ADAL" clId="{BEBF3B63-2D49-4899-950E-89F35426BF77}" dt="2026-05-13T12:55:47.101" v="39"/>
        <pc:sldMkLst>
          <pc:docMk/>
          <pc:sldMk cId="3332772079" sldId="383"/>
        </pc:sldMkLst>
      </pc:sldChg>
      <pc:sldChg chg="add del">
        <pc:chgData name="Nhu Vinh Hoang" userId="d9f32479-73df-4f34-96ea-cc69d79b83d5" providerId="ADAL" clId="{BEBF3B63-2D49-4899-950E-89F35426BF77}" dt="2026-05-13T12:56:29.317" v="41"/>
        <pc:sldMkLst>
          <pc:docMk/>
          <pc:sldMk cId="3762352355" sldId="384"/>
        </pc:sldMkLst>
      </pc:sldChg>
      <pc:sldChg chg="add del">
        <pc:chgData name="Nhu Vinh Hoang" userId="d9f32479-73df-4f34-96ea-cc69d79b83d5" providerId="ADAL" clId="{BEBF3B63-2D49-4899-950E-89F35426BF77}" dt="2026-05-13T12:57:00.354" v="43"/>
        <pc:sldMkLst>
          <pc:docMk/>
          <pc:sldMk cId="2368946493" sldId="385"/>
        </pc:sldMkLst>
      </pc:sldChg>
      <pc:sldChg chg="add">
        <pc:chgData name="Nhu Vinh Hoang" userId="d9f32479-73df-4f34-96ea-cc69d79b83d5" providerId="ADAL" clId="{BEBF3B63-2D49-4899-950E-89F35426BF77}" dt="2026-05-13T12:57:00.322" v="42"/>
        <pc:sldMkLst>
          <pc:docMk/>
          <pc:sldMk cId="3951678736" sldId="386"/>
        </pc:sldMkLst>
      </pc:sldChg>
      <pc:sldChg chg="new del ord">
        <pc:chgData name="Nhu Vinh Hoang" userId="d9f32479-73df-4f34-96ea-cc69d79b83d5" providerId="ADAL" clId="{BEBF3B63-2D49-4899-950E-89F35426BF77}" dt="2026-05-13T12:59:50.507" v="56"/>
        <pc:sldMkLst>
          <pc:docMk/>
          <pc:sldMk cId="646133428" sldId="387"/>
        </pc:sldMkLst>
      </pc:sldChg>
      <pc:sldChg chg="modSp add mod">
        <pc:chgData name="Nhu Vinh Hoang" userId="d9f32479-73df-4f34-96ea-cc69d79b83d5" providerId="ADAL" clId="{BEBF3B63-2D49-4899-950E-89F35426BF77}" dt="2026-05-13T13:01:33.013" v="84" actId="122"/>
        <pc:sldMkLst>
          <pc:docMk/>
          <pc:sldMk cId="2768819953" sldId="388"/>
        </pc:sldMkLst>
        <pc:spChg chg="mod">
          <ac:chgData name="Nhu Vinh Hoang" userId="d9f32479-73df-4f34-96ea-cc69d79b83d5" providerId="ADAL" clId="{BEBF3B63-2D49-4899-950E-89F35426BF77}" dt="2026-05-13T13:01:30.605" v="83" actId="122"/>
          <ac:spMkLst>
            <pc:docMk/>
            <pc:sldMk cId="2768819953" sldId="388"/>
            <ac:spMk id="10" creationId="{00000000-0000-0000-0000-000000000000}"/>
          </ac:spMkLst>
        </pc:spChg>
        <pc:graphicFrameChg chg="mod modGraphic">
          <ac:chgData name="Nhu Vinh Hoang" userId="d9f32479-73df-4f34-96ea-cc69d79b83d5" providerId="ADAL" clId="{BEBF3B63-2D49-4899-950E-89F35426BF77}" dt="2026-05-13T13:01:33.013" v="84" actId="122"/>
          <ac:graphicFrameMkLst>
            <pc:docMk/>
            <pc:sldMk cId="2768819953" sldId="388"/>
            <ac:graphicFrameMk id="20" creationId="{00000000-0000-0000-0000-000000000000}"/>
          </ac:graphicFrameMkLst>
        </pc:graphicFrameChg>
      </pc:sldChg>
      <pc:sldChg chg="new del ord">
        <pc:chgData name="Nhu Vinh Hoang" userId="d9f32479-73df-4f34-96ea-cc69d79b83d5" providerId="ADAL" clId="{BEBF3B63-2D49-4899-950E-89F35426BF77}" dt="2026-05-13T13:00:45.870" v="79"/>
        <pc:sldMkLst>
          <pc:docMk/>
          <pc:sldMk cId="1800915489" sldId="389"/>
        </pc:sldMkLst>
      </pc:sldChg>
      <pc:sldChg chg="add del">
        <pc:chgData name="Nhu Vinh Hoang" userId="d9f32479-73df-4f34-96ea-cc69d79b83d5" providerId="ADAL" clId="{BEBF3B63-2D49-4899-950E-89F35426BF77}" dt="2026-05-13T13:02:27.379" v="86"/>
        <pc:sldMkLst>
          <pc:docMk/>
          <pc:sldMk cId="2422849532" sldId="390"/>
        </pc:sldMkLst>
      </pc:sldChg>
      <pc:sldChg chg="add del">
        <pc:chgData name="Nhu Vinh Hoang" userId="d9f32479-73df-4f34-96ea-cc69d79b83d5" providerId="ADAL" clId="{BEBF3B63-2D49-4899-950E-89F35426BF77}" dt="2026-05-13T13:02:47.318" v="88"/>
        <pc:sldMkLst>
          <pc:docMk/>
          <pc:sldMk cId="456949001" sldId="391"/>
        </pc:sldMkLst>
      </pc:sldChg>
      <pc:sldChg chg="add">
        <pc:chgData name="Nhu Vinh Hoang" userId="d9f32479-73df-4f34-96ea-cc69d79b83d5" providerId="ADAL" clId="{BEBF3B63-2D49-4899-950E-89F35426BF77}" dt="2026-05-13T13:02:47.290" v="87"/>
        <pc:sldMkLst>
          <pc:docMk/>
          <pc:sldMk cId="3257864531" sldId="392"/>
        </pc:sldMkLst>
      </pc:sldChg>
      <pc:sldMasterChg chg="addSp mod">
        <pc:chgData name="Nhu Vinh Hoang" userId="d9f32479-73df-4f34-96ea-cc69d79b83d5" providerId="ADAL" clId="{BEBF3B63-2D49-4899-950E-89F35426BF77}" dt="2026-05-13T12:44:27.193" v="0" actId="33475"/>
        <pc:sldMasterMkLst>
          <pc:docMk/>
          <pc:sldMasterMk cId="0" sldId="2147483648"/>
        </pc:sldMasterMkLst>
        <pc:spChg chg="add">
          <ac:chgData name="Nhu Vinh Hoang" userId="d9f32479-73df-4f34-96ea-cc69d79b83d5" providerId="ADAL" clId="{BEBF3B63-2D49-4899-950E-89F35426BF77}" dt="2026-05-13T12:44:27.193" v="0" actId="33475"/>
          <ac:spMkLst>
            <pc:docMk/>
            <pc:sldMasterMk cId="0" sldId="2147483648"/>
            <ac:spMk id="3" creationId="{67232848-E6BA-5C67-6A95-A4674F2294BA}"/>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A0500236-41E3-F1B0-3542-1B1D23344D23}"/>
              </a:ext>
            </a:extLst>
          </p:cNvPr>
          <p:cNvSpPr>
            <a:spLocks noGrp="1" noChangeArrowheads="1"/>
          </p:cNvSpPr>
          <p:nvPr>
            <p:ph type="hdr" sz="quarter"/>
          </p:nvPr>
        </p:nvSpPr>
        <p:spPr bwMode="auto">
          <a:xfrm>
            <a:off x="0" y="0"/>
            <a:ext cx="4005263" cy="549275"/>
          </a:xfrm>
          <a:prstGeom prst="rect">
            <a:avLst/>
          </a:prstGeom>
          <a:noFill/>
          <a:ln>
            <a:noFill/>
          </a:ln>
          <a:effectLst/>
        </p:spPr>
        <p:txBody>
          <a:bodyPr vert="horz" wrap="square" lIns="95150" tIns="47576" rIns="95150" bIns="47576" numCol="1" anchor="t" anchorCtr="0" compatLnSpc="1">
            <a:prstTxWarp prst="textNoShape">
              <a:avLst/>
            </a:prstTxWarp>
          </a:bodyPr>
          <a:lstStyle>
            <a:lvl1pPr>
              <a:defRPr sz="1200">
                <a:latin typeface="Times New Roman" charset="0"/>
                <a:ea typeface="ＭＳ Ｐゴシック" charset="0"/>
                <a:cs typeface="+mn-cs"/>
              </a:defRPr>
            </a:lvl1pPr>
          </a:lstStyle>
          <a:p>
            <a:pPr>
              <a:defRPr/>
            </a:pPr>
            <a:r>
              <a:rPr lang="en-AU"/>
              <a:t>SWE30003 Software Architectures and Design</a:t>
            </a:r>
          </a:p>
        </p:txBody>
      </p:sp>
      <p:sp>
        <p:nvSpPr>
          <p:cNvPr id="10243" name="Rectangle 3">
            <a:extLst>
              <a:ext uri="{FF2B5EF4-FFF2-40B4-BE49-F238E27FC236}">
                <a16:creationId xmlns:a16="http://schemas.microsoft.com/office/drawing/2014/main" id="{B0663485-DE87-A6F3-575D-C9A913806BD6}"/>
              </a:ext>
            </a:extLst>
          </p:cNvPr>
          <p:cNvSpPr>
            <a:spLocks noGrp="1" noChangeArrowheads="1"/>
          </p:cNvSpPr>
          <p:nvPr>
            <p:ph type="dt" sz="quarter" idx="1"/>
          </p:nvPr>
        </p:nvSpPr>
        <p:spPr bwMode="auto">
          <a:xfrm>
            <a:off x="4019550" y="0"/>
            <a:ext cx="3054350" cy="549275"/>
          </a:xfrm>
          <a:prstGeom prst="rect">
            <a:avLst/>
          </a:prstGeom>
          <a:noFill/>
          <a:ln>
            <a:noFill/>
          </a:ln>
          <a:effectLst/>
        </p:spPr>
        <p:txBody>
          <a:bodyPr vert="horz" wrap="square" lIns="95150" tIns="47576" rIns="95150" bIns="47576" numCol="1" anchor="t" anchorCtr="0" compatLnSpc="1">
            <a:prstTxWarp prst="textNoShape">
              <a:avLst/>
            </a:prstTxWarp>
          </a:bodyPr>
          <a:lstStyle>
            <a:lvl1pPr algn="r">
              <a:defRPr sz="1200">
                <a:latin typeface="Times New Roman" charset="0"/>
                <a:ea typeface="ＭＳ Ｐゴシック" charset="0"/>
                <a:cs typeface="+mn-cs"/>
              </a:defRPr>
            </a:lvl1pPr>
          </a:lstStyle>
          <a:p>
            <a:pPr>
              <a:defRPr/>
            </a:pPr>
            <a:r>
              <a:rPr lang="en-US"/>
              <a:t>S1 2023</a:t>
            </a:r>
            <a:endParaRPr lang="en-AU"/>
          </a:p>
        </p:txBody>
      </p:sp>
      <p:sp>
        <p:nvSpPr>
          <p:cNvPr id="10244" name="Rectangle 4">
            <a:extLst>
              <a:ext uri="{FF2B5EF4-FFF2-40B4-BE49-F238E27FC236}">
                <a16:creationId xmlns:a16="http://schemas.microsoft.com/office/drawing/2014/main" id="{83150F9C-ACEB-3409-09FE-E54F01B6450F}"/>
              </a:ext>
            </a:extLst>
          </p:cNvPr>
          <p:cNvSpPr>
            <a:spLocks noGrp="1" noChangeArrowheads="1"/>
          </p:cNvSpPr>
          <p:nvPr>
            <p:ph type="ftr" sz="quarter" idx="2"/>
          </p:nvPr>
        </p:nvSpPr>
        <p:spPr bwMode="auto">
          <a:xfrm>
            <a:off x="0" y="9742488"/>
            <a:ext cx="3054350" cy="471487"/>
          </a:xfrm>
          <a:prstGeom prst="rect">
            <a:avLst/>
          </a:prstGeom>
          <a:noFill/>
          <a:ln>
            <a:noFill/>
          </a:ln>
          <a:effectLst/>
        </p:spPr>
        <p:txBody>
          <a:bodyPr vert="horz" wrap="square" lIns="95150" tIns="47576" rIns="95150" bIns="47576" numCol="1" anchor="b" anchorCtr="0" compatLnSpc="1">
            <a:prstTxWarp prst="textNoShape">
              <a:avLst/>
            </a:prstTxWarp>
          </a:bodyPr>
          <a:lstStyle>
            <a:lvl1pPr>
              <a:defRPr sz="1200">
                <a:latin typeface="Times New Roman" pitchFamily="18" charset="0"/>
              </a:defRPr>
            </a:lvl1pPr>
          </a:lstStyle>
          <a:p>
            <a:pPr>
              <a:defRPr/>
            </a:pPr>
            <a:r>
              <a:rPr lang="en-AU"/>
              <a:t>© Swinburne University of Technology</a:t>
            </a:r>
          </a:p>
        </p:txBody>
      </p:sp>
      <p:sp>
        <p:nvSpPr>
          <p:cNvPr id="10245" name="Rectangle 5">
            <a:extLst>
              <a:ext uri="{FF2B5EF4-FFF2-40B4-BE49-F238E27FC236}">
                <a16:creationId xmlns:a16="http://schemas.microsoft.com/office/drawing/2014/main" id="{43F142A7-72CB-8344-E556-425768DC92E3}"/>
              </a:ext>
            </a:extLst>
          </p:cNvPr>
          <p:cNvSpPr>
            <a:spLocks noGrp="1" noChangeArrowheads="1"/>
          </p:cNvSpPr>
          <p:nvPr>
            <p:ph type="sldNum" sz="quarter" idx="3"/>
          </p:nvPr>
        </p:nvSpPr>
        <p:spPr bwMode="auto">
          <a:xfrm>
            <a:off x="4019550" y="9742488"/>
            <a:ext cx="3054350" cy="471487"/>
          </a:xfrm>
          <a:prstGeom prst="rect">
            <a:avLst/>
          </a:prstGeom>
          <a:noFill/>
          <a:ln>
            <a:noFill/>
          </a:ln>
          <a:effectLst/>
        </p:spPr>
        <p:txBody>
          <a:bodyPr vert="horz" wrap="square" lIns="95150" tIns="47576" rIns="95150" bIns="47576" numCol="1" anchor="b" anchorCtr="0" compatLnSpc="1">
            <a:prstTxWarp prst="textNoShape">
              <a:avLst/>
            </a:prstTxWarp>
          </a:bodyPr>
          <a:lstStyle>
            <a:lvl1pPr algn="r">
              <a:defRPr sz="1200" smtClean="0">
                <a:latin typeface="Times New Roman" panose="02020603050405020304" pitchFamily="18" charset="0"/>
              </a:defRPr>
            </a:lvl1pPr>
          </a:lstStyle>
          <a:p>
            <a:pPr>
              <a:defRPr/>
            </a:pPr>
            <a:fld id="{F43A088C-1F92-44CA-8503-DF91F4752752}" type="slidenum">
              <a:rPr lang="en-AU" altLang="en-US"/>
              <a:pPr>
                <a:defRPr/>
              </a:pPr>
              <a:t>‹#›</a:t>
            </a:fld>
            <a:endParaRPr lang="en-AU"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E6B999BE-DE49-3CCC-65E7-CC54387EC0BD}"/>
              </a:ext>
            </a:extLst>
          </p:cNvPr>
          <p:cNvSpPr>
            <a:spLocks noGrp="1" noChangeArrowheads="1"/>
          </p:cNvSpPr>
          <p:nvPr>
            <p:ph type="hdr" sz="quarter"/>
          </p:nvPr>
        </p:nvSpPr>
        <p:spPr bwMode="auto">
          <a:xfrm>
            <a:off x="0" y="0"/>
            <a:ext cx="3054350" cy="549275"/>
          </a:xfrm>
          <a:prstGeom prst="rect">
            <a:avLst/>
          </a:prstGeom>
          <a:noFill/>
          <a:ln>
            <a:noFill/>
          </a:ln>
          <a:effectLst/>
        </p:spPr>
        <p:txBody>
          <a:bodyPr vert="horz" wrap="square" lIns="95150" tIns="47576" rIns="95150" bIns="47576" numCol="1" anchor="t" anchorCtr="0" compatLnSpc="1">
            <a:prstTxWarp prst="textNoShape">
              <a:avLst/>
            </a:prstTxWarp>
          </a:bodyPr>
          <a:lstStyle>
            <a:lvl1pPr>
              <a:defRPr sz="1200">
                <a:latin typeface="Times New Roman" charset="0"/>
                <a:ea typeface="ＭＳ Ｐゴシック" charset="0"/>
                <a:cs typeface="+mn-cs"/>
              </a:defRPr>
            </a:lvl1pPr>
          </a:lstStyle>
          <a:p>
            <a:pPr>
              <a:defRPr/>
            </a:pPr>
            <a:r>
              <a:rPr lang="en-AU"/>
              <a:t>SWE30003 Software Architectures and Design</a:t>
            </a:r>
          </a:p>
        </p:txBody>
      </p:sp>
      <p:sp>
        <p:nvSpPr>
          <p:cNvPr id="9219" name="Rectangle 3">
            <a:extLst>
              <a:ext uri="{FF2B5EF4-FFF2-40B4-BE49-F238E27FC236}">
                <a16:creationId xmlns:a16="http://schemas.microsoft.com/office/drawing/2014/main" id="{147E105A-7A2B-DDD6-CE21-BE862ACABEDC}"/>
              </a:ext>
            </a:extLst>
          </p:cNvPr>
          <p:cNvSpPr>
            <a:spLocks noGrp="1" noChangeArrowheads="1"/>
          </p:cNvSpPr>
          <p:nvPr>
            <p:ph type="dt" idx="1"/>
          </p:nvPr>
        </p:nvSpPr>
        <p:spPr bwMode="auto">
          <a:xfrm>
            <a:off x="4019550" y="0"/>
            <a:ext cx="3054350" cy="549275"/>
          </a:xfrm>
          <a:prstGeom prst="rect">
            <a:avLst/>
          </a:prstGeom>
          <a:noFill/>
          <a:ln>
            <a:noFill/>
          </a:ln>
          <a:effectLst/>
        </p:spPr>
        <p:txBody>
          <a:bodyPr vert="horz" wrap="square" lIns="95150" tIns="47576" rIns="95150" bIns="47576" numCol="1" anchor="t" anchorCtr="0" compatLnSpc="1">
            <a:prstTxWarp prst="textNoShape">
              <a:avLst/>
            </a:prstTxWarp>
          </a:bodyPr>
          <a:lstStyle>
            <a:lvl1pPr algn="r">
              <a:defRPr sz="1200">
                <a:latin typeface="Times New Roman" charset="0"/>
                <a:ea typeface="ＭＳ Ｐゴシック" charset="0"/>
                <a:cs typeface="+mn-cs"/>
              </a:defRPr>
            </a:lvl1pPr>
          </a:lstStyle>
          <a:p>
            <a:pPr>
              <a:defRPr/>
            </a:pPr>
            <a:r>
              <a:rPr lang="en-US"/>
              <a:t>S1 2023</a:t>
            </a:r>
            <a:endParaRPr lang="en-AU"/>
          </a:p>
        </p:txBody>
      </p:sp>
      <p:sp>
        <p:nvSpPr>
          <p:cNvPr id="9220" name="Rectangle 4">
            <a:extLst>
              <a:ext uri="{FF2B5EF4-FFF2-40B4-BE49-F238E27FC236}">
                <a16:creationId xmlns:a16="http://schemas.microsoft.com/office/drawing/2014/main" id="{7D3FD9E0-BC06-AD23-22F4-B6A4633B7D91}"/>
              </a:ext>
            </a:extLst>
          </p:cNvPr>
          <p:cNvSpPr>
            <a:spLocks noGrp="1" noRot="1" noChangeAspect="1" noChangeArrowheads="1" noTextEdit="1"/>
          </p:cNvSpPr>
          <p:nvPr>
            <p:ph type="sldImg" idx="2"/>
          </p:nvPr>
        </p:nvSpPr>
        <p:spPr bwMode="auto">
          <a:xfrm>
            <a:off x="1012825" y="785813"/>
            <a:ext cx="5132388" cy="3849687"/>
          </a:xfrm>
          <a:prstGeom prst="rect">
            <a:avLst/>
          </a:prstGeom>
          <a:noFill/>
          <a:ln w="9525">
            <a:solidFill>
              <a:srgbClr val="000000"/>
            </a:solidFill>
            <a:miter lim="800000"/>
            <a:headEnd/>
            <a:tailEnd/>
          </a:ln>
          <a:effectLst/>
        </p:spPr>
      </p:sp>
      <p:sp>
        <p:nvSpPr>
          <p:cNvPr id="9221" name="Rectangle 5">
            <a:extLst>
              <a:ext uri="{FF2B5EF4-FFF2-40B4-BE49-F238E27FC236}">
                <a16:creationId xmlns:a16="http://schemas.microsoft.com/office/drawing/2014/main" id="{945FCA60-D679-A5AF-B9F7-282CD8523CBA}"/>
              </a:ext>
            </a:extLst>
          </p:cNvPr>
          <p:cNvSpPr>
            <a:spLocks noGrp="1" noChangeArrowheads="1"/>
          </p:cNvSpPr>
          <p:nvPr>
            <p:ph type="body" sz="quarter" idx="3"/>
          </p:nvPr>
        </p:nvSpPr>
        <p:spPr bwMode="auto">
          <a:xfrm>
            <a:off x="965200" y="4870450"/>
            <a:ext cx="5224463" cy="4635500"/>
          </a:xfrm>
          <a:prstGeom prst="rect">
            <a:avLst/>
          </a:prstGeom>
          <a:noFill/>
          <a:ln>
            <a:noFill/>
          </a:ln>
          <a:effectLst/>
        </p:spPr>
        <p:txBody>
          <a:bodyPr vert="horz" wrap="square" lIns="95150" tIns="47576" rIns="95150" bIns="47576"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9222" name="Rectangle 6">
            <a:extLst>
              <a:ext uri="{FF2B5EF4-FFF2-40B4-BE49-F238E27FC236}">
                <a16:creationId xmlns:a16="http://schemas.microsoft.com/office/drawing/2014/main" id="{52B6AC6F-EBCF-8C6B-ABF0-1C79DEC1E00B}"/>
              </a:ext>
            </a:extLst>
          </p:cNvPr>
          <p:cNvSpPr>
            <a:spLocks noGrp="1" noChangeArrowheads="1"/>
          </p:cNvSpPr>
          <p:nvPr>
            <p:ph type="ftr" sz="quarter" idx="4"/>
          </p:nvPr>
        </p:nvSpPr>
        <p:spPr bwMode="auto">
          <a:xfrm>
            <a:off x="0" y="9742488"/>
            <a:ext cx="3054350" cy="471487"/>
          </a:xfrm>
          <a:prstGeom prst="rect">
            <a:avLst/>
          </a:prstGeom>
          <a:noFill/>
          <a:ln>
            <a:noFill/>
          </a:ln>
          <a:effectLst/>
        </p:spPr>
        <p:txBody>
          <a:bodyPr vert="horz" wrap="square" lIns="95150" tIns="47576" rIns="95150" bIns="47576" numCol="1" anchor="b" anchorCtr="0" compatLnSpc="1">
            <a:prstTxWarp prst="textNoShape">
              <a:avLst/>
            </a:prstTxWarp>
          </a:bodyPr>
          <a:lstStyle>
            <a:lvl1pPr>
              <a:defRPr sz="1200">
                <a:latin typeface="Times New Roman" pitchFamily="18" charset="0"/>
              </a:defRPr>
            </a:lvl1pPr>
          </a:lstStyle>
          <a:p>
            <a:pPr>
              <a:defRPr/>
            </a:pPr>
            <a:r>
              <a:rPr lang="en-AU"/>
              <a:t>© Swinburne University of Technology</a:t>
            </a:r>
          </a:p>
        </p:txBody>
      </p:sp>
      <p:sp>
        <p:nvSpPr>
          <p:cNvPr id="9223" name="Rectangle 7">
            <a:extLst>
              <a:ext uri="{FF2B5EF4-FFF2-40B4-BE49-F238E27FC236}">
                <a16:creationId xmlns:a16="http://schemas.microsoft.com/office/drawing/2014/main" id="{E11ED91C-9572-A83C-D7DD-F3CEC9717A59}"/>
              </a:ext>
            </a:extLst>
          </p:cNvPr>
          <p:cNvSpPr>
            <a:spLocks noGrp="1" noChangeArrowheads="1"/>
          </p:cNvSpPr>
          <p:nvPr>
            <p:ph type="sldNum" sz="quarter" idx="5"/>
          </p:nvPr>
        </p:nvSpPr>
        <p:spPr bwMode="auto">
          <a:xfrm>
            <a:off x="4019550" y="9742488"/>
            <a:ext cx="3054350" cy="471487"/>
          </a:xfrm>
          <a:prstGeom prst="rect">
            <a:avLst/>
          </a:prstGeom>
          <a:noFill/>
          <a:ln>
            <a:noFill/>
          </a:ln>
          <a:effectLst/>
        </p:spPr>
        <p:txBody>
          <a:bodyPr vert="horz" wrap="square" lIns="95150" tIns="47576" rIns="95150" bIns="47576" numCol="1" anchor="b" anchorCtr="0" compatLnSpc="1">
            <a:prstTxWarp prst="textNoShape">
              <a:avLst/>
            </a:prstTxWarp>
          </a:bodyPr>
          <a:lstStyle>
            <a:lvl1pPr algn="r">
              <a:defRPr sz="1200" smtClean="0">
                <a:latin typeface="Times New Roman" panose="02020603050405020304" pitchFamily="18" charset="0"/>
              </a:defRPr>
            </a:lvl1pPr>
          </a:lstStyle>
          <a:p>
            <a:pPr>
              <a:defRPr/>
            </a:pPr>
            <a:fld id="{AC3CC121-A1DB-46C9-BDF2-0826823B67AE}"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DE8EC12-2708-03C7-079B-41C0E076014D}"/>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2B0B4202-4755-6D30-A2AF-81F53F3B5FCD}"/>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94F60FFA-8686-843E-8792-7A2408B2F100}"/>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F5C72A48-F79D-0D76-EC80-5B713F46E542}"/>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91F05DCE-65EE-4DA9-AD40-9518A2C2C8F5}" type="slidenum">
              <a:rPr lang="en-AU" altLang="en-US" sz="1200" smtClean="0">
                <a:latin typeface="Times New Roman" panose="02020603050405020304" pitchFamily="18" charset="0"/>
              </a:rPr>
              <a:pPr>
                <a:defRPr/>
              </a:pPr>
              <a:t>1</a:t>
            </a:fld>
            <a:endParaRPr lang="en-AU" altLang="en-US" sz="1200">
              <a:latin typeface="Times New Roman" panose="02020603050405020304" pitchFamily="18" charset="0"/>
            </a:endParaRPr>
          </a:p>
        </p:txBody>
      </p:sp>
      <p:sp>
        <p:nvSpPr>
          <p:cNvPr id="285698" name="Rectangle 2">
            <a:extLst>
              <a:ext uri="{FF2B5EF4-FFF2-40B4-BE49-F238E27FC236}">
                <a16:creationId xmlns:a16="http://schemas.microsoft.com/office/drawing/2014/main" id="{873DC436-5B4D-801F-67DB-B0E1F63B6D81}"/>
              </a:ext>
            </a:extLst>
          </p:cNvPr>
          <p:cNvSpPr>
            <a:spLocks noGrp="1" noRot="1" noChangeAspect="1" noChangeArrowheads="1" noTextEdit="1"/>
          </p:cNvSpPr>
          <p:nvPr>
            <p:ph type="sldImg"/>
          </p:nvPr>
        </p:nvSpPr>
        <p:spPr>
          <a:solidFill>
            <a:srgbClr val="FFFFFF"/>
          </a:solidFill>
          <a:ln/>
        </p:spPr>
      </p:sp>
      <p:sp>
        <p:nvSpPr>
          <p:cNvPr id="285699" name="Rectangle 3">
            <a:extLst>
              <a:ext uri="{FF2B5EF4-FFF2-40B4-BE49-F238E27FC236}">
                <a16:creationId xmlns:a16="http://schemas.microsoft.com/office/drawing/2014/main" id="{FBA1B2B0-B546-DBA6-AE28-7A5AFC6C1E8A}"/>
              </a:ext>
            </a:extLst>
          </p:cNvPr>
          <p:cNvSpPr>
            <a:spLocks noGrp="1" noChangeArrowheads="1"/>
          </p:cNvSpPr>
          <p:nvPr>
            <p:ph type="body" idx="1"/>
          </p:nvPr>
        </p:nvSpPr>
        <p:spPr>
          <a:solidFill>
            <a:srgbClr val="FFFFFF"/>
          </a:solidFill>
          <a:ln>
            <a:solidFill>
              <a:srgbClr val="000000"/>
            </a:solidFill>
            <a:miter lim="800000"/>
            <a:headEnd/>
            <a:tailEnd/>
          </a:ln>
        </p:spPr>
        <p:txBody>
          <a:bodyPr lIns="91438" tIns="45719" rIns="91438" bIns="45719"/>
          <a:lstStyle/>
          <a:p>
            <a:pPr>
              <a:defRPr/>
            </a:pPr>
            <a:endParaRPr lang="en-US">
              <a:ea typeface="ＭＳ Ｐゴシック"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0508C3E-037F-FC14-6638-ED39352C75F6}"/>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18A42DFE-2B06-E70A-EEAF-0508BCD21C54}"/>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77C5409A-ECBA-70F5-054A-743E561FD8C3}"/>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E8DE7D98-AD7F-E4BB-71DC-37BC97193167}"/>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D7100350-6BCA-4562-9FB3-F4BAE1117198}" type="slidenum">
              <a:rPr lang="en-AU" altLang="en-US" sz="1200" smtClean="0">
                <a:latin typeface="Times New Roman" panose="02020603050405020304" pitchFamily="18" charset="0"/>
              </a:rPr>
              <a:pPr>
                <a:defRPr/>
              </a:pPr>
              <a:t>2</a:t>
            </a:fld>
            <a:endParaRPr lang="en-AU" altLang="en-US" sz="1200">
              <a:latin typeface="Times New Roman" panose="02020603050405020304" pitchFamily="18" charset="0"/>
            </a:endParaRPr>
          </a:p>
        </p:txBody>
      </p:sp>
      <p:sp>
        <p:nvSpPr>
          <p:cNvPr id="336898" name="Rectangle 2">
            <a:extLst>
              <a:ext uri="{FF2B5EF4-FFF2-40B4-BE49-F238E27FC236}">
                <a16:creationId xmlns:a16="http://schemas.microsoft.com/office/drawing/2014/main" id="{A3404420-C8C9-32C2-9CE9-BDF407ADF6C8}"/>
              </a:ext>
            </a:extLst>
          </p:cNvPr>
          <p:cNvSpPr>
            <a:spLocks noGrp="1" noRot="1" noChangeAspect="1" noChangeArrowheads="1"/>
          </p:cNvSpPr>
          <p:nvPr>
            <p:ph type="sldImg"/>
          </p:nvPr>
        </p:nvSpPr>
        <p:spPr>
          <a:xfrm>
            <a:off x="992188" y="768350"/>
            <a:ext cx="5116512" cy="3836988"/>
          </a:xfrm>
          <a:solidFill>
            <a:srgbClr val="FFFFFF"/>
          </a:solidFill>
          <a:ln/>
        </p:spPr>
      </p:sp>
      <p:sp>
        <p:nvSpPr>
          <p:cNvPr id="336899" name="Rectangle 3">
            <a:extLst>
              <a:ext uri="{FF2B5EF4-FFF2-40B4-BE49-F238E27FC236}">
                <a16:creationId xmlns:a16="http://schemas.microsoft.com/office/drawing/2014/main" id="{DED2490F-68F8-722F-30DA-DD028938666D}"/>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6" tIns="49523" rIns="99046" bIns="49523"/>
          <a:lstStyle/>
          <a:p>
            <a:pPr eaLnBrk="1" hangingPunct="1">
              <a:defRPr/>
            </a:pPr>
            <a:endParaRPr lang="en-US">
              <a:ea typeface="ＭＳ Ｐゴシック" charset="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5C810BF-384B-CD0B-C9EE-4D6EAF014E39}"/>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6C3B54D7-456D-AD67-65C9-673DFC9EB347}"/>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A74559B4-336D-3E8B-5597-0D526735503A}"/>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652BB946-D652-A1FB-26A3-D46BC357371E}"/>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EE1532C2-72A5-48B4-B6AC-1EE949AD4B79}" type="slidenum">
              <a:rPr lang="en-AU" altLang="en-US" sz="1200" smtClean="0">
                <a:latin typeface="Times New Roman" panose="02020603050405020304" pitchFamily="18" charset="0"/>
              </a:rPr>
              <a:pPr>
                <a:defRPr/>
              </a:pPr>
              <a:t>3</a:t>
            </a:fld>
            <a:endParaRPr lang="en-AU" altLang="en-US" sz="1200">
              <a:latin typeface="Times New Roman" panose="02020603050405020304" pitchFamily="18" charset="0"/>
            </a:endParaRPr>
          </a:p>
        </p:txBody>
      </p:sp>
      <p:sp>
        <p:nvSpPr>
          <p:cNvPr id="330754" name="Rectangle 2">
            <a:extLst>
              <a:ext uri="{FF2B5EF4-FFF2-40B4-BE49-F238E27FC236}">
                <a16:creationId xmlns:a16="http://schemas.microsoft.com/office/drawing/2014/main" id="{9F9A06A7-8EA1-2B9D-509A-55450B9C96FB}"/>
              </a:ext>
            </a:extLst>
          </p:cNvPr>
          <p:cNvSpPr>
            <a:spLocks noGrp="1" noRot="1" noChangeAspect="1" noChangeArrowheads="1"/>
          </p:cNvSpPr>
          <p:nvPr>
            <p:ph type="sldImg"/>
          </p:nvPr>
        </p:nvSpPr>
        <p:spPr>
          <a:xfrm>
            <a:off x="992188" y="768350"/>
            <a:ext cx="5116512" cy="3836988"/>
          </a:xfrm>
          <a:solidFill>
            <a:srgbClr val="FFFFFF"/>
          </a:solidFill>
          <a:ln/>
        </p:spPr>
      </p:sp>
      <p:sp>
        <p:nvSpPr>
          <p:cNvPr id="330755" name="Rectangle 3">
            <a:extLst>
              <a:ext uri="{FF2B5EF4-FFF2-40B4-BE49-F238E27FC236}">
                <a16:creationId xmlns:a16="http://schemas.microsoft.com/office/drawing/2014/main" id="{CA80F5CC-5BAF-832D-C2DE-F7BD583918C9}"/>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6" tIns="49523" rIns="99046" bIns="49523"/>
          <a:lstStyle/>
          <a:p>
            <a:pPr eaLnBrk="1" hangingPunct="1">
              <a:defRPr/>
            </a:pPr>
            <a:endParaRPr lang="en-US">
              <a:ea typeface="ＭＳ Ｐゴシック" charset="0"/>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8162978-679D-568E-5B8A-9072D10C1AB4}"/>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2EAE3E12-4FEE-9364-D013-DC4A45810F4F}"/>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A2A63D77-598C-E4D7-E821-3BD51D2E2591}"/>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9BAF0AB8-60FC-605C-7D34-7EBF37D7FC77}"/>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D3F4A462-AC11-4C75-A176-561F3B5C50E2}" type="slidenum">
              <a:rPr lang="en-AU" altLang="en-US" sz="1200" smtClean="0">
                <a:latin typeface="Times New Roman" panose="02020603050405020304" pitchFamily="18" charset="0"/>
              </a:rPr>
              <a:pPr>
                <a:defRPr/>
              </a:pPr>
              <a:t>4</a:t>
            </a:fld>
            <a:endParaRPr lang="en-AU" altLang="en-US" sz="1200">
              <a:latin typeface="Times New Roman" panose="02020603050405020304" pitchFamily="18" charset="0"/>
            </a:endParaRPr>
          </a:p>
        </p:txBody>
      </p:sp>
      <p:sp>
        <p:nvSpPr>
          <p:cNvPr id="332802" name="Rectangle 2">
            <a:extLst>
              <a:ext uri="{FF2B5EF4-FFF2-40B4-BE49-F238E27FC236}">
                <a16:creationId xmlns:a16="http://schemas.microsoft.com/office/drawing/2014/main" id="{3BA4DB7F-E3CF-CCA3-69F4-7247A883CD4F}"/>
              </a:ext>
            </a:extLst>
          </p:cNvPr>
          <p:cNvSpPr>
            <a:spLocks noGrp="1" noRot="1" noChangeAspect="1" noChangeArrowheads="1"/>
          </p:cNvSpPr>
          <p:nvPr>
            <p:ph type="sldImg"/>
          </p:nvPr>
        </p:nvSpPr>
        <p:spPr>
          <a:xfrm>
            <a:off x="992188" y="768350"/>
            <a:ext cx="5116512" cy="3836988"/>
          </a:xfrm>
          <a:solidFill>
            <a:srgbClr val="FFFFFF"/>
          </a:solidFill>
          <a:ln/>
        </p:spPr>
      </p:sp>
      <p:sp>
        <p:nvSpPr>
          <p:cNvPr id="332803" name="Rectangle 3">
            <a:extLst>
              <a:ext uri="{FF2B5EF4-FFF2-40B4-BE49-F238E27FC236}">
                <a16:creationId xmlns:a16="http://schemas.microsoft.com/office/drawing/2014/main" id="{21F234F7-8C7A-39BA-F074-E909EC2B0F00}"/>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6" tIns="49523" rIns="99046" bIns="49523"/>
          <a:lstStyle/>
          <a:p>
            <a:pPr eaLnBrk="1" hangingPunct="1">
              <a:defRPr/>
            </a:pPr>
            <a:r>
              <a:rPr lang="en-US">
                <a:latin typeface="Times New Roman" pitchFamily="18" charset="0"/>
              </a:rPr>
              <a:t>Note: the main focus will be on R&amp;A and D, but Assignment 3 will do a </a:t>
            </a:r>
            <a:r>
              <a:rPr lang="en-US" altLang="en-US">
                <a:latin typeface="Times New Roman" pitchFamily="18" charset="0"/>
              </a:rPr>
              <a:t>“</a:t>
            </a:r>
            <a:r>
              <a:rPr lang="en-US">
                <a:latin typeface="Times New Roman" pitchFamily="18" charset="0"/>
              </a:rPr>
              <a:t>proof of concept</a:t>
            </a:r>
            <a:r>
              <a:rPr lang="en-US" altLang="en-US">
                <a:latin typeface="Times New Roman" pitchFamily="18" charset="0"/>
              </a:rPr>
              <a:t>”</a:t>
            </a:r>
            <a:r>
              <a:rPr lang="en-US">
                <a:latin typeface="Times New Roman" pitchFamily="18" charset="0"/>
              </a:rPr>
              <a:t> implementation of a design…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E57B881-4911-9736-F4A5-04EAC3AE3CBA}"/>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73A19B2C-6BBF-472D-CD26-111DDA1A60F1}"/>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97AC7A76-50B2-1D31-6EB3-A4F4A7EDB35B}"/>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61B3DD67-D243-623B-8696-0AAE34C65ED5}"/>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A1BEDF03-88FB-4001-9DB7-BEDEE02F92FA}" type="slidenum">
              <a:rPr lang="en-AU" altLang="en-US" sz="1200" smtClean="0">
                <a:latin typeface="Times New Roman" panose="02020603050405020304" pitchFamily="18" charset="0"/>
              </a:rPr>
              <a:pPr>
                <a:defRPr/>
              </a:pPr>
              <a:t>5</a:t>
            </a:fld>
            <a:endParaRPr lang="en-AU" altLang="en-US" sz="1200">
              <a:latin typeface="Times New Roman" panose="02020603050405020304" pitchFamily="18" charset="0"/>
            </a:endParaRPr>
          </a:p>
        </p:txBody>
      </p:sp>
      <p:sp>
        <p:nvSpPr>
          <p:cNvPr id="222210" name="Rectangle 2">
            <a:extLst>
              <a:ext uri="{FF2B5EF4-FFF2-40B4-BE49-F238E27FC236}">
                <a16:creationId xmlns:a16="http://schemas.microsoft.com/office/drawing/2014/main" id="{5893BECF-8E17-54D2-DCD4-46509068359B}"/>
              </a:ext>
            </a:extLst>
          </p:cNvPr>
          <p:cNvSpPr>
            <a:spLocks noGrp="1" noRot="1" noChangeAspect="1" noChangeArrowheads="1" noTextEdit="1"/>
          </p:cNvSpPr>
          <p:nvPr>
            <p:ph type="sldImg"/>
          </p:nvPr>
        </p:nvSpPr>
        <p:spPr>
          <a:ln/>
        </p:spPr>
      </p:sp>
      <p:sp>
        <p:nvSpPr>
          <p:cNvPr id="222211" name="Rectangle 3">
            <a:extLst>
              <a:ext uri="{FF2B5EF4-FFF2-40B4-BE49-F238E27FC236}">
                <a16:creationId xmlns:a16="http://schemas.microsoft.com/office/drawing/2014/main" id="{9AF7A127-51EF-C3FE-8E86-DB80188F733D}"/>
              </a:ext>
            </a:extLst>
          </p:cNvPr>
          <p:cNvSpPr>
            <a:spLocks noGrp="1" noChangeArrowheads="1"/>
          </p:cNvSpPr>
          <p:nvPr>
            <p:ph type="body" idx="1"/>
          </p:nvPr>
        </p:nvSpPr>
        <p:spPr/>
        <p:txBody>
          <a:bodyPr/>
          <a:lstStyle/>
          <a:p>
            <a:pPr>
              <a:defRPr/>
            </a:pPr>
            <a:r>
              <a:rPr lang="en-US">
                <a:latin typeface="Times New Roman" pitchFamily="18" charset="0"/>
              </a:rPr>
              <a:t>Explain here that the student should start creating a mental model for themselves – the links and relevance will become clear(er) over the next few weeks…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50D10C6-9CF6-A4A7-411D-F417F4D1EFAE}"/>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C844728A-6F67-C199-8629-155EA8BADD42}"/>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42932B07-E1DE-0514-6E2E-4CBD2963F177}"/>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CB63A9F1-19A2-9FB0-ADB7-5211A9FDF3FE}"/>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7B4F6A0A-EC55-4B58-AB40-3984140620AC}" type="slidenum">
              <a:rPr lang="en-AU" altLang="en-US" sz="1200" smtClean="0">
                <a:latin typeface="Times New Roman" panose="02020603050405020304" pitchFamily="18" charset="0"/>
              </a:rPr>
              <a:pPr>
                <a:defRPr/>
              </a:pPr>
              <a:t>6</a:t>
            </a:fld>
            <a:endParaRPr lang="en-AU" altLang="en-US" sz="1200">
              <a:latin typeface="Times New Roman" panose="02020603050405020304" pitchFamily="18" charset="0"/>
            </a:endParaRPr>
          </a:p>
        </p:txBody>
      </p:sp>
      <p:sp>
        <p:nvSpPr>
          <p:cNvPr id="402434" name="Rectangle 2">
            <a:extLst>
              <a:ext uri="{FF2B5EF4-FFF2-40B4-BE49-F238E27FC236}">
                <a16:creationId xmlns:a16="http://schemas.microsoft.com/office/drawing/2014/main" id="{F6EBD016-99ED-E631-E78B-D6CF45BADB56}"/>
              </a:ext>
            </a:extLst>
          </p:cNvPr>
          <p:cNvSpPr>
            <a:spLocks noGrp="1" noRot="1" noChangeAspect="1" noChangeArrowheads="1"/>
          </p:cNvSpPr>
          <p:nvPr>
            <p:ph type="sldImg"/>
          </p:nvPr>
        </p:nvSpPr>
        <p:spPr>
          <a:xfrm>
            <a:off x="992188" y="768350"/>
            <a:ext cx="5116512" cy="3836988"/>
          </a:xfrm>
          <a:solidFill>
            <a:srgbClr val="FFFFFF"/>
          </a:solidFill>
          <a:ln/>
        </p:spPr>
      </p:sp>
      <p:sp>
        <p:nvSpPr>
          <p:cNvPr id="402435" name="Rectangle 3">
            <a:extLst>
              <a:ext uri="{FF2B5EF4-FFF2-40B4-BE49-F238E27FC236}">
                <a16:creationId xmlns:a16="http://schemas.microsoft.com/office/drawing/2014/main" id="{812CAF85-3476-E08F-96E4-F342B2EF0084}"/>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6" tIns="49523" rIns="99046" bIns="49523"/>
          <a:lstStyle/>
          <a:p>
            <a:pPr eaLnBrk="1" hangingPunct="1">
              <a:defRPr/>
            </a:pPr>
            <a:endParaRPr lang="en-US">
              <a:ea typeface="ＭＳ Ｐゴシック" charset="0"/>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5F4EF49-4D7E-9DC5-E715-04A25538DC71}"/>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BD50210C-F02F-4762-A387-FB67B0CAE667}"/>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71B27852-0782-78B1-D1EC-1B230719ED8C}"/>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0BC00F4A-26A9-2E4A-821B-6FE26B829D9F}"/>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45861EF2-0E30-4D28-95BD-EB4DE79D3857}" type="slidenum">
              <a:rPr lang="en-AU" altLang="en-US" sz="1200" smtClean="0">
                <a:latin typeface="Times New Roman" panose="02020603050405020304" pitchFamily="18" charset="0"/>
              </a:rPr>
              <a:pPr>
                <a:defRPr/>
              </a:pPr>
              <a:t>7</a:t>
            </a:fld>
            <a:endParaRPr lang="en-AU" altLang="en-US" sz="1200">
              <a:latin typeface="Times New Roman" panose="02020603050405020304" pitchFamily="18" charset="0"/>
            </a:endParaRPr>
          </a:p>
        </p:txBody>
      </p:sp>
      <p:sp>
        <p:nvSpPr>
          <p:cNvPr id="287746" name="Rectangle 2">
            <a:extLst>
              <a:ext uri="{FF2B5EF4-FFF2-40B4-BE49-F238E27FC236}">
                <a16:creationId xmlns:a16="http://schemas.microsoft.com/office/drawing/2014/main" id="{498D396B-9AA3-BAA0-5DF9-97A994B652B8}"/>
              </a:ext>
            </a:extLst>
          </p:cNvPr>
          <p:cNvSpPr>
            <a:spLocks noGrp="1" noRot="1" noChangeAspect="1" noChangeArrowheads="1" noTextEdit="1"/>
          </p:cNvSpPr>
          <p:nvPr>
            <p:ph type="sldImg"/>
          </p:nvPr>
        </p:nvSpPr>
        <p:spPr>
          <a:ln/>
        </p:spPr>
      </p:sp>
      <p:sp>
        <p:nvSpPr>
          <p:cNvPr id="287747" name="Rectangle 3">
            <a:extLst>
              <a:ext uri="{FF2B5EF4-FFF2-40B4-BE49-F238E27FC236}">
                <a16:creationId xmlns:a16="http://schemas.microsoft.com/office/drawing/2014/main" id="{C93D7585-F325-BFD7-FA8A-229E1170E77C}"/>
              </a:ext>
            </a:extLst>
          </p:cNvPr>
          <p:cNvSpPr>
            <a:spLocks noGrp="1" noChangeArrowheads="1"/>
          </p:cNvSpPr>
          <p:nvPr>
            <p:ph type="body" idx="1"/>
          </p:nvPr>
        </p:nvSpPr>
        <p:spPr/>
        <p:txBody>
          <a:bodyPr/>
          <a:lstStyle/>
          <a:p>
            <a:pPr>
              <a:defRPr/>
            </a:pPr>
            <a:r>
              <a:rPr lang="en-US">
                <a:latin typeface="Times New Roman" pitchFamily="18" charset="0"/>
              </a:rPr>
              <a:t>There is always a </a:t>
            </a:r>
            <a:r>
              <a:rPr lang="en-US" altLang="en-US">
                <a:latin typeface="Times New Roman" pitchFamily="18" charset="0"/>
              </a:rPr>
              <a:t>“</a:t>
            </a:r>
            <a:r>
              <a:rPr lang="en-US">
                <a:latin typeface="Times New Roman" pitchFamily="18" charset="0"/>
              </a:rPr>
              <a:t>business</a:t>
            </a:r>
            <a:r>
              <a:rPr lang="en-US" altLang="en-US">
                <a:latin typeface="Times New Roman" pitchFamily="18" charset="0"/>
              </a:rPr>
              <a:t>”</a:t>
            </a:r>
            <a:r>
              <a:rPr lang="en-US">
                <a:latin typeface="Times New Roman" pitchFamily="18" charset="0"/>
              </a:rPr>
              <a:t> context in which software is developed.</a:t>
            </a:r>
          </a:p>
          <a:p>
            <a:pPr>
              <a:defRPr/>
            </a:pPr>
            <a:r>
              <a:rPr lang="en-US">
                <a:latin typeface="Times New Roman" pitchFamily="18" charset="0"/>
              </a:rPr>
              <a:t>If we talk about open source development, the business context may not always be that evident…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D531048-AD06-6C9A-A41F-545A5717039E}"/>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AFA5555B-06F6-01C9-6F3D-FCF45CBCD39A}"/>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84DB4E59-A861-4798-0934-942A126A1FCE}"/>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BE131017-9C64-3EA5-C2C6-EEA0538F8169}"/>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1ED6EC12-7289-4166-AD1F-9029994270A8}" type="slidenum">
              <a:rPr lang="en-AU" altLang="en-US" sz="1200" smtClean="0">
                <a:latin typeface="Times New Roman" panose="02020603050405020304" pitchFamily="18" charset="0"/>
              </a:rPr>
              <a:pPr>
                <a:defRPr/>
              </a:pPr>
              <a:t>8</a:t>
            </a:fld>
            <a:endParaRPr lang="en-AU" altLang="en-US" sz="1200">
              <a:latin typeface="Times New Roman" panose="02020603050405020304" pitchFamily="18" charset="0"/>
            </a:endParaRPr>
          </a:p>
        </p:txBody>
      </p:sp>
      <p:sp>
        <p:nvSpPr>
          <p:cNvPr id="289794" name="Rectangle 2">
            <a:extLst>
              <a:ext uri="{FF2B5EF4-FFF2-40B4-BE49-F238E27FC236}">
                <a16:creationId xmlns:a16="http://schemas.microsoft.com/office/drawing/2014/main" id="{214CF717-1CC5-554E-198D-556507441AF7}"/>
              </a:ext>
            </a:extLst>
          </p:cNvPr>
          <p:cNvSpPr>
            <a:spLocks noGrp="1" noRot="1" noChangeAspect="1" noChangeArrowheads="1" noTextEdit="1"/>
          </p:cNvSpPr>
          <p:nvPr>
            <p:ph type="sldImg"/>
          </p:nvPr>
        </p:nvSpPr>
        <p:spPr>
          <a:ln/>
        </p:spPr>
      </p:sp>
      <p:sp>
        <p:nvSpPr>
          <p:cNvPr id="289795" name="Rectangle 3">
            <a:extLst>
              <a:ext uri="{FF2B5EF4-FFF2-40B4-BE49-F238E27FC236}">
                <a16:creationId xmlns:a16="http://schemas.microsoft.com/office/drawing/2014/main" id="{3723BA28-85D5-A40C-95F0-9F607B65667D}"/>
              </a:ext>
            </a:extLst>
          </p:cNvPr>
          <p:cNvSpPr>
            <a:spLocks noGrp="1" noChangeArrowheads="1"/>
          </p:cNvSpPr>
          <p:nvPr>
            <p:ph type="body" idx="1"/>
          </p:nvPr>
        </p:nvSpPr>
        <p:spPr/>
        <p:txBody>
          <a:bodyPr/>
          <a:lstStyle/>
          <a:p>
            <a:pPr>
              <a:defRPr/>
            </a:pPr>
            <a:r>
              <a:rPr lang="en-US" dirty="0">
                <a:latin typeface="Times New Roman" pitchFamily="18" charset="0"/>
              </a:rPr>
              <a:t>Source: Swinburne Presentation of Len Bass</a:t>
            </a:r>
          </a:p>
          <a:p>
            <a:pPr>
              <a:defRPr/>
            </a:pPr>
            <a:r>
              <a:rPr lang="en-US" dirty="0">
                <a:latin typeface="Times New Roman" pitchFamily="18" charset="0"/>
              </a:rPr>
              <a:t>Need to talk quite a bit about this…</a:t>
            </a:r>
          </a:p>
          <a:p>
            <a:pPr>
              <a:defRPr/>
            </a:pPr>
            <a:r>
              <a:rPr lang="en-US" dirty="0">
                <a:latin typeface="Times New Roman" pitchFamily="18" charset="0"/>
              </a:rPr>
              <a:t>Recapitulating pain points from SDP…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8B60DB3-2F87-B8A4-8244-8DF94879DC13}"/>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C22F704E-4EA3-35BA-2DC9-AB9D5020CE15}"/>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E183CA3E-1DBC-3368-3416-270FD00161BE}"/>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C0057FC0-8C72-EE3F-621E-C7D9399D9710}"/>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A2CF2D8F-C186-4F8E-B199-F76E0FF80A5A}" type="slidenum">
              <a:rPr lang="en-AU" altLang="en-US" sz="1200" smtClean="0">
                <a:latin typeface="Times New Roman" panose="02020603050405020304" pitchFamily="18" charset="0"/>
              </a:rPr>
              <a:pPr>
                <a:defRPr/>
              </a:pPr>
              <a:t>9</a:t>
            </a:fld>
            <a:endParaRPr lang="en-AU" altLang="en-US" sz="1200">
              <a:latin typeface="Times New Roman" panose="02020603050405020304" pitchFamily="18" charset="0"/>
            </a:endParaRPr>
          </a:p>
        </p:txBody>
      </p:sp>
      <p:sp>
        <p:nvSpPr>
          <p:cNvPr id="303106" name="Rectangle 2">
            <a:extLst>
              <a:ext uri="{FF2B5EF4-FFF2-40B4-BE49-F238E27FC236}">
                <a16:creationId xmlns:a16="http://schemas.microsoft.com/office/drawing/2014/main" id="{80199BA3-5E58-5F39-C017-B22B32CFCF10}"/>
              </a:ext>
            </a:extLst>
          </p:cNvPr>
          <p:cNvSpPr>
            <a:spLocks noGrp="1" noRot="1" noChangeAspect="1" noChangeArrowheads="1" noTextEdit="1"/>
          </p:cNvSpPr>
          <p:nvPr>
            <p:ph type="sldImg"/>
          </p:nvPr>
        </p:nvSpPr>
        <p:spPr>
          <a:ln/>
        </p:spPr>
      </p:sp>
      <p:sp>
        <p:nvSpPr>
          <p:cNvPr id="303107" name="Rectangle 3">
            <a:extLst>
              <a:ext uri="{FF2B5EF4-FFF2-40B4-BE49-F238E27FC236}">
                <a16:creationId xmlns:a16="http://schemas.microsoft.com/office/drawing/2014/main" id="{BB70A25D-714F-A8D1-1252-0AE5D5ED2475}"/>
              </a:ext>
            </a:extLst>
          </p:cNvPr>
          <p:cNvSpPr>
            <a:spLocks noGrp="1" noChangeArrowheads="1"/>
          </p:cNvSpPr>
          <p:nvPr>
            <p:ph type="body" idx="1"/>
          </p:nvPr>
        </p:nvSpPr>
        <p:spPr/>
        <p:txBody>
          <a:bodyPr/>
          <a:lstStyle/>
          <a:p>
            <a:pPr>
              <a:defRPr/>
            </a:pPr>
            <a:r>
              <a:rPr lang="en-US" dirty="0">
                <a:ea typeface="ＭＳ Ｐゴシック" charset="0"/>
                <a:cs typeface="+mn-cs"/>
              </a:rPr>
              <a:t>Note: customers may not necessarily be the users of a system.</a:t>
            </a:r>
          </a:p>
          <a:p>
            <a:pPr>
              <a:defRPr/>
            </a:pPr>
            <a:r>
              <a:rPr lang="en-US" dirty="0">
                <a:ea typeface="ＭＳ Ｐゴシック" charset="0"/>
                <a:cs typeface="+mn-cs"/>
              </a:rPr>
              <a:t>If customers think they know what the user wants (but are wrong), problems will inevitably occur.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45C06CC-2BB9-D3A5-A5A2-E0A7C0BACC76}"/>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1F432DDA-E3F4-9FAC-7663-43EEEF5E759D}"/>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DC899A23-E5A9-54A9-7CAC-16FF6DB79571}"/>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883872C2-6888-7BB1-754D-3A2F88329893}"/>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478C5755-2ADE-4D30-9333-8740F2665566}" type="slidenum">
              <a:rPr lang="en-AU" altLang="en-US" sz="1200" smtClean="0">
                <a:latin typeface="Times New Roman" panose="02020603050405020304" pitchFamily="18" charset="0"/>
              </a:rPr>
              <a:pPr>
                <a:defRPr/>
              </a:pPr>
              <a:t>10</a:t>
            </a:fld>
            <a:endParaRPr lang="en-AU" altLang="en-US" sz="1200">
              <a:latin typeface="Times New Roman" panose="02020603050405020304" pitchFamily="18" charset="0"/>
            </a:endParaRPr>
          </a:p>
        </p:txBody>
      </p:sp>
      <p:sp>
        <p:nvSpPr>
          <p:cNvPr id="304130" name="Rectangle 1026">
            <a:extLst>
              <a:ext uri="{FF2B5EF4-FFF2-40B4-BE49-F238E27FC236}">
                <a16:creationId xmlns:a16="http://schemas.microsoft.com/office/drawing/2014/main" id="{4ED6958B-F604-81FB-56B0-8D20546F2FC8}"/>
              </a:ext>
            </a:extLst>
          </p:cNvPr>
          <p:cNvSpPr>
            <a:spLocks noGrp="1" noRot="1" noChangeAspect="1" noChangeArrowheads="1" noTextEdit="1"/>
          </p:cNvSpPr>
          <p:nvPr>
            <p:ph type="sldImg"/>
          </p:nvPr>
        </p:nvSpPr>
        <p:spPr>
          <a:ln/>
        </p:spPr>
      </p:sp>
      <p:sp>
        <p:nvSpPr>
          <p:cNvPr id="304131" name="Rectangle 1027">
            <a:extLst>
              <a:ext uri="{FF2B5EF4-FFF2-40B4-BE49-F238E27FC236}">
                <a16:creationId xmlns:a16="http://schemas.microsoft.com/office/drawing/2014/main" id="{81B97AFB-9F8B-8E5D-0722-A9F7BF3C7272}"/>
              </a:ext>
            </a:extLst>
          </p:cNvPr>
          <p:cNvSpPr>
            <a:spLocks noGrp="1" noChangeArrowheads="1"/>
          </p:cNvSpPr>
          <p:nvPr>
            <p:ph type="body" idx="1"/>
          </p:nvPr>
        </p:nvSpPr>
        <p:spPr/>
        <p:txBody>
          <a:bodyPr/>
          <a:lstStyle/>
          <a:p>
            <a:pPr>
              <a:defRPr/>
            </a:pPr>
            <a:r>
              <a:rPr lang="en-US">
                <a:latin typeface="Times New Roman" pitchFamily="18" charset="0"/>
              </a:rPr>
              <a:t>Talk about what arbitrary goals are… and where they come from…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9C0F82F-B9D8-5BF6-41AE-D52FDB432EB3}"/>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E62D0A8F-F019-E611-6406-8A58ECBD723B}"/>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5F5295A1-354F-DD73-C504-C89E77E10DAC}"/>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6A63914C-5A48-3C6D-977A-5C1AB82124A1}"/>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FCD097D1-8053-46C9-BA9E-1D3058A32E71}" type="slidenum">
              <a:rPr lang="en-AU" altLang="en-US" sz="1200" smtClean="0">
                <a:latin typeface="Times New Roman" panose="02020603050405020304" pitchFamily="18" charset="0"/>
              </a:rPr>
              <a:pPr>
                <a:defRPr/>
              </a:pPr>
              <a:t>11</a:t>
            </a:fld>
            <a:endParaRPr lang="en-AU" altLang="en-US" sz="1200">
              <a:latin typeface="Times New Roman" panose="02020603050405020304" pitchFamily="18" charset="0"/>
            </a:endParaRPr>
          </a:p>
        </p:txBody>
      </p:sp>
      <p:sp>
        <p:nvSpPr>
          <p:cNvPr id="404482" name="Rectangle 2">
            <a:extLst>
              <a:ext uri="{FF2B5EF4-FFF2-40B4-BE49-F238E27FC236}">
                <a16:creationId xmlns:a16="http://schemas.microsoft.com/office/drawing/2014/main" id="{7C96CD90-688D-A093-DA2C-36DC0F4BE423}"/>
              </a:ext>
            </a:extLst>
          </p:cNvPr>
          <p:cNvSpPr>
            <a:spLocks noGrp="1" noRot="1" noChangeAspect="1" noChangeArrowheads="1"/>
          </p:cNvSpPr>
          <p:nvPr>
            <p:ph type="sldImg"/>
          </p:nvPr>
        </p:nvSpPr>
        <p:spPr>
          <a:xfrm>
            <a:off x="992188" y="768350"/>
            <a:ext cx="5116512" cy="3836988"/>
          </a:xfrm>
          <a:solidFill>
            <a:srgbClr val="FFFFFF"/>
          </a:solidFill>
          <a:ln/>
        </p:spPr>
      </p:sp>
      <p:sp>
        <p:nvSpPr>
          <p:cNvPr id="404483" name="Rectangle 3">
            <a:extLst>
              <a:ext uri="{FF2B5EF4-FFF2-40B4-BE49-F238E27FC236}">
                <a16:creationId xmlns:a16="http://schemas.microsoft.com/office/drawing/2014/main" id="{B621F8EF-B0C2-9A94-5A07-6DA338470EE5}"/>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6" tIns="49523" rIns="99046" bIns="49523"/>
          <a:lstStyle/>
          <a:p>
            <a:pPr eaLnBrk="1" hangingPunct="1">
              <a:defRPr/>
            </a:pPr>
            <a:endParaRPr lang="en-US">
              <a:ea typeface="ＭＳ Ｐゴシック" charset="0"/>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F84F619-73A8-FFFA-A8F6-B68877309862}"/>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202F5510-AD97-A803-57B6-943E8586FEB4}"/>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79CDD9B2-9B16-978A-5797-2DEDAEB70098}"/>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670C4E4A-9EDE-EDD8-34B5-EA4F7C49CA73}"/>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C6A6B698-7118-47CF-A11B-D376B55DACDF}" type="slidenum">
              <a:rPr lang="en-AU" altLang="en-US" sz="1200" smtClean="0">
                <a:latin typeface="Times New Roman" panose="02020603050405020304" pitchFamily="18" charset="0"/>
              </a:rPr>
              <a:pPr>
                <a:defRPr/>
              </a:pPr>
              <a:t>12</a:t>
            </a:fld>
            <a:endParaRPr lang="en-AU" altLang="en-US" sz="1200">
              <a:latin typeface="Times New Roman" panose="02020603050405020304" pitchFamily="18" charset="0"/>
            </a:endParaRPr>
          </a:p>
        </p:txBody>
      </p:sp>
      <p:sp>
        <p:nvSpPr>
          <p:cNvPr id="399362" name="Rectangle 1026">
            <a:extLst>
              <a:ext uri="{FF2B5EF4-FFF2-40B4-BE49-F238E27FC236}">
                <a16:creationId xmlns:a16="http://schemas.microsoft.com/office/drawing/2014/main" id="{A46E7D9E-12A4-7958-F4FE-A33C3CEE3514}"/>
              </a:ext>
            </a:extLst>
          </p:cNvPr>
          <p:cNvSpPr>
            <a:spLocks noGrp="1" noRot="1" noChangeAspect="1" noChangeArrowheads="1" noTextEdit="1"/>
          </p:cNvSpPr>
          <p:nvPr>
            <p:ph type="sldImg"/>
          </p:nvPr>
        </p:nvSpPr>
        <p:spPr>
          <a:xfrm>
            <a:off x="992188" y="768350"/>
            <a:ext cx="5116512" cy="3836988"/>
          </a:xfrm>
          <a:solidFill>
            <a:srgbClr val="FFFFFF"/>
          </a:solidFill>
          <a:ln/>
        </p:spPr>
      </p:sp>
      <p:sp>
        <p:nvSpPr>
          <p:cNvPr id="399363" name="Rectangle 1027">
            <a:extLst>
              <a:ext uri="{FF2B5EF4-FFF2-40B4-BE49-F238E27FC236}">
                <a16:creationId xmlns:a16="http://schemas.microsoft.com/office/drawing/2014/main" id="{6D278EF1-0A05-67EF-4E77-7261914D43AB}"/>
              </a:ext>
            </a:extLst>
          </p:cNvPr>
          <p:cNvSpPr>
            <a:spLocks noGrp="1" noChangeArrowheads="1"/>
          </p:cNvSpPr>
          <p:nvPr>
            <p:ph type="body" idx="1"/>
          </p:nvPr>
        </p:nvSpPr>
        <p:spPr>
          <a:xfrm>
            <a:off x="946150" y="4860925"/>
            <a:ext cx="5207000" cy="4605338"/>
          </a:xfrm>
          <a:ln>
            <a:solidFill>
              <a:srgbClr val="000000"/>
            </a:solidFill>
            <a:miter lim="800000"/>
            <a:headEnd/>
            <a:tailEnd/>
          </a:ln>
        </p:spPr>
        <p:txBody>
          <a:bodyPr lIns="99046" tIns="49523" rIns="99046" bIns="49523"/>
          <a:lstStyle/>
          <a:p>
            <a:pPr eaLnBrk="1" hangingPunct="1">
              <a:defRPr/>
            </a:pPr>
            <a:endParaRPr lang="en-US">
              <a:ea typeface="ＭＳ Ｐゴシック" charset="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4475CF5-DCD0-1064-2812-74D02E271110}"/>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4206FB21-DBA0-D205-74B8-3B9DFC4228A1}"/>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7107164A-B7BE-4553-4E38-2455F2A51FB6}"/>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481A681D-ABCF-1FAD-6AF1-454279246180}"/>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3AF6A061-F23D-40AA-87A4-A1E3B0CD5BF1}" type="slidenum">
              <a:rPr lang="en-AU" altLang="en-US" sz="1200" smtClean="0">
                <a:latin typeface="Times New Roman" panose="02020603050405020304" pitchFamily="18" charset="0"/>
              </a:rPr>
              <a:pPr>
                <a:defRPr/>
              </a:pPr>
              <a:t>13</a:t>
            </a:fld>
            <a:endParaRPr lang="en-AU" altLang="en-US" sz="1200">
              <a:latin typeface="Times New Roman" panose="02020603050405020304" pitchFamily="18" charset="0"/>
            </a:endParaRPr>
          </a:p>
        </p:txBody>
      </p:sp>
      <p:sp>
        <p:nvSpPr>
          <p:cNvPr id="406530" name="Rectangle 2">
            <a:extLst>
              <a:ext uri="{FF2B5EF4-FFF2-40B4-BE49-F238E27FC236}">
                <a16:creationId xmlns:a16="http://schemas.microsoft.com/office/drawing/2014/main" id="{2D31F40E-A42E-35A6-1199-5CFD01B2EF5C}"/>
              </a:ext>
            </a:extLst>
          </p:cNvPr>
          <p:cNvSpPr>
            <a:spLocks noGrp="1" noRot="1" noChangeAspect="1" noChangeArrowheads="1"/>
          </p:cNvSpPr>
          <p:nvPr>
            <p:ph type="sldImg"/>
          </p:nvPr>
        </p:nvSpPr>
        <p:spPr>
          <a:xfrm>
            <a:off x="992188" y="768350"/>
            <a:ext cx="5116512" cy="3836988"/>
          </a:xfrm>
          <a:solidFill>
            <a:srgbClr val="FFFFFF"/>
          </a:solidFill>
          <a:ln/>
        </p:spPr>
      </p:sp>
      <p:sp>
        <p:nvSpPr>
          <p:cNvPr id="406531" name="Rectangle 3">
            <a:extLst>
              <a:ext uri="{FF2B5EF4-FFF2-40B4-BE49-F238E27FC236}">
                <a16:creationId xmlns:a16="http://schemas.microsoft.com/office/drawing/2014/main" id="{057B3B9D-94B7-E8E2-0474-B6B427C5A027}"/>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6" tIns="49523" rIns="99046" bIns="49523"/>
          <a:lstStyle/>
          <a:p>
            <a:pPr eaLnBrk="1" hangingPunct="1">
              <a:defRPr/>
            </a:pPr>
            <a:endParaRPr lang="en-US">
              <a:ea typeface="ＭＳ Ｐゴシック" charset="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1F6DC44-7AF9-9A67-82AC-9B715F76E490}"/>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11B56805-F37D-CE92-4C2D-D62FEB41B398}"/>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B984C2C6-B06D-0115-E5B9-EE304E8DD4C1}"/>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42B5B746-09B8-12A5-28DD-3A2378088F8F}"/>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6762EC4A-F261-42E5-B64F-0A27F22BF3FB}" type="slidenum">
              <a:rPr lang="en-AU" altLang="en-US" sz="1200" smtClean="0">
                <a:latin typeface="Times New Roman" panose="02020603050405020304" pitchFamily="18" charset="0"/>
              </a:rPr>
              <a:pPr>
                <a:defRPr/>
              </a:pPr>
              <a:t>14</a:t>
            </a:fld>
            <a:endParaRPr lang="en-AU" altLang="en-US" sz="1200">
              <a:latin typeface="Times New Roman" panose="02020603050405020304" pitchFamily="18" charset="0"/>
            </a:endParaRPr>
          </a:p>
        </p:txBody>
      </p:sp>
      <p:sp>
        <p:nvSpPr>
          <p:cNvPr id="297986" name="Rectangle 2">
            <a:extLst>
              <a:ext uri="{FF2B5EF4-FFF2-40B4-BE49-F238E27FC236}">
                <a16:creationId xmlns:a16="http://schemas.microsoft.com/office/drawing/2014/main" id="{A91F8634-6ED3-C3BF-B24A-1A39B741819C}"/>
              </a:ext>
            </a:extLst>
          </p:cNvPr>
          <p:cNvSpPr>
            <a:spLocks noGrp="1" noRot="1" noChangeAspect="1" noChangeArrowheads="1" noTextEdit="1"/>
          </p:cNvSpPr>
          <p:nvPr>
            <p:ph type="sldImg"/>
          </p:nvPr>
        </p:nvSpPr>
        <p:spPr>
          <a:xfrm>
            <a:off x="992188" y="768350"/>
            <a:ext cx="5116512" cy="3836988"/>
          </a:xfrm>
          <a:solidFill>
            <a:srgbClr val="FFFFFF"/>
          </a:solidFill>
          <a:ln/>
        </p:spPr>
      </p:sp>
      <p:sp>
        <p:nvSpPr>
          <p:cNvPr id="297987" name="Rectangle 3">
            <a:extLst>
              <a:ext uri="{FF2B5EF4-FFF2-40B4-BE49-F238E27FC236}">
                <a16:creationId xmlns:a16="http://schemas.microsoft.com/office/drawing/2014/main" id="{1290C60C-43EA-61AE-8ACC-36E06A69E138}"/>
              </a:ext>
            </a:extLst>
          </p:cNvPr>
          <p:cNvSpPr>
            <a:spLocks noGrp="1" noChangeArrowheads="1"/>
          </p:cNvSpPr>
          <p:nvPr>
            <p:ph type="body" idx="1"/>
          </p:nvPr>
        </p:nvSpPr>
        <p:spPr>
          <a:xfrm>
            <a:off x="946150" y="4860925"/>
            <a:ext cx="5207000" cy="4605338"/>
          </a:xfrm>
          <a:ln>
            <a:solidFill>
              <a:srgbClr val="000000"/>
            </a:solidFill>
            <a:miter lim="800000"/>
            <a:headEnd/>
            <a:tailEnd/>
          </a:ln>
        </p:spPr>
        <p:txBody>
          <a:bodyPr lIns="99046" tIns="49523" rIns="99046" bIns="49523"/>
          <a:lstStyle/>
          <a:p>
            <a:pPr eaLnBrk="1" hangingPunct="1">
              <a:defRPr/>
            </a:pPr>
            <a:r>
              <a:rPr lang="en-US">
                <a:latin typeface="Times New Roman" pitchFamily="18" charset="0"/>
              </a:rPr>
              <a:t>Note: we may also talk about financial and time issues here…</a:t>
            </a:r>
          </a:p>
          <a:p>
            <a:pPr eaLnBrk="1" hangingPunct="1">
              <a:defRPr/>
            </a:pPr>
            <a:r>
              <a:rPr lang="en-US">
                <a:latin typeface="Times New Roman" pitchFamily="18" charset="0"/>
              </a:rPr>
              <a:t>Another aspect worth mentioning is </a:t>
            </a:r>
            <a:r>
              <a:rPr lang="en-US" altLang="en-US">
                <a:latin typeface="Times New Roman" pitchFamily="18" charset="0"/>
              </a:rPr>
              <a:t>‘</a:t>
            </a:r>
            <a:r>
              <a:rPr lang="en-US">
                <a:latin typeface="Times New Roman" pitchFamily="18" charset="0"/>
              </a:rPr>
              <a:t>engagement</a:t>
            </a:r>
            <a:r>
              <a:rPr lang="en-US" altLang="en-US">
                <a:latin typeface="Times New Roman" pitchFamily="18" charset="0"/>
              </a:rPr>
              <a:t>’</a:t>
            </a:r>
            <a:r>
              <a:rPr lang="en-US">
                <a:latin typeface="Times New Roman" pitchFamily="18" charset="0"/>
              </a:rPr>
              <a:t> of users – hard to define and even harder to measure…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BDB5DD3-8C47-A810-E8F3-78768A35B16B}"/>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E2AB92C6-1355-BFF4-3DA4-7DDF1AAC2E1F}"/>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914EFBB7-D4E0-3CA4-82AD-4049285ED89E}"/>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5B498B1C-5052-DEA3-B428-47C35DD8EF7A}"/>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BA993728-D50E-4D8D-A6AB-A14B6E1EB28A}" type="slidenum">
              <a:rPr lang="en-AU" altLang="en-US" sz="1200" smtClean="0">
                <a:latin typeface="Times New Roman" panose="02020603050405020304" pitchFamily="18" charset="0"/>
              </a:rPr>
              <a:pPr>
                <a:defRPr/>
              </a:pPr>
              <a:t>15</a:t>
            </a:fld>
            <a:endParaRPr lang="en-AU" altLang="en-US" sz="1200">
              <a:latin typeface="Times New Roman" panose="02020603050405020304" pitchFamily="18" charset="0"/>
            </a:endParaRPr>
          </a:p>
        </p:txBody>
      </p:sp>
      <p:sp>
        <p:nvSpPr>
          <p:cNvPr id="384002" name="Rectangle 2">
            <a:extLst>
              <a:ext uri="{FF2B5EF4-FFF2-40B4-BE49-F238E27FC236}">
                <a16:creationId xmlns:a16="http://schemas.microsoft.com/office/drawing/2014/main" id="{74887061-82F6-7388-F03F-1A9A4CDA7C55}"/>
              </a:ext>
            </a:extLst>
          </p:cNvPr>
          <p:cNvSpPr>
            <a:spLocks noGrp="1" noRot="1" noChangeAspect="1" noChangeArrowheads="1" noTextEdit="1"/>
          </p:cNvSpPr>
          <p:nvPr>
            <p:ph type="sldImg"/>
          </p:nvPr>
        </p:nvSpPr>
        <p:spPr>
          <a:xfrm>
            <a:off x="992188" y="768350"/>
            <a:ext cx="5116512" cy="3836988"/>
          </a:xfrm>
          <a:solidFill>
            <a:srgbClr val="FFFFFF"/>
          </a:solidFill>
          <a:ln/>
        </p:spPr>
      </p:sp>
      <p:sp>
        <p:nvSpPr>
          <p:cNvPr id="384003" name="Rectangle 3">
            <a:extLst>
              <a:ext uri="{FF2B5EF4-FFF2-40B4-BE49-F238E27FC236}">
                <a16:creationId xmlns:a16="http://schemas.microsoft.com/office/drawing/2014/main" id="{FB508276-22D0-293E-82C6-27138AE9F5A5}"/>
              </a:ext>
            </a:extLst>
          </p:cNvPr>
          <p:cNvSpPr>
            <a:spLocks noGrp="1" noChangeArrowheads="1"/>
          </p:cNvSpPr>
          <p:nvPr>
            <p:ph type="body" idx="1"/>
          </p:nvPr>
        </p:nvSpPr>
        <p:spPr>
          <a:xfrm>
            <a:off x="946150" y="4860925"/>
            <a:ext cx="5207000" cy="4605338"/>
          </a:xfrm>
          <a:ln>
            <a:solidFill>
              <a:srgbClr val="000000"/>
            </a:solidFill>
            <a:miter lim="800000"/>
            <a:headEnd/>
            <a:tailEnd/>
          </a:ln>
        </p:spPr>
        <p:txBody>
          <a:bodyPr lIns="99046" tIns="49523" rIns="99046" bIns="49523"/>
          <a:lstStyle/>
          <a:p>
            <a:pPr eaLnBrk="1" hangingPunct="1">
              <a:defRPr/>
            </a:pPr>
            <a:endParaRPr lang="en-US">
              <a:ea typeface="ＭＳ Ｐゴシック" charset="0"/>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20B5C13-72C6-7CF1-2021-6ED614841FF5}"/>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8CEC16BD-6790-0E37-C0E9-857598D01A83}"/>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7A3F8897-722D-E3F4-D66D-290FDB9641EA}"/>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449E1ADD-B862-392A-00C8-D5DFAF7E345B}"/>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3D09FCB5-0C46-4B70-8351-7AFBFB0756C0}" type="slidenum">
              <a:rPr lang="en-AU" altLang="en-US" sz="1200" smtClean="0">
                <a:latin typeface="Times New Roman" panose="02020603050405020304" pitchFamily="18" charset="0"/>
              </a:rPr>
              <a:pPr>
                <a:defRPr/>
              </a:pPr>
              <a:t>16</a:t>
            </a:fld>
            <a:endParaRPr lang="en-AU" altLang="en-US" sz="1200">
              <a:latin typeface="Times New Roman" panose="02020603050405020304" pitchFamily="18" charset="0"/>
            </a:endParaRPr>
          </a:p>
        </p:txBody>
      </p:sp>
      <p:sp>
        <p:nvSpPr>
          <p:cNvPr id="386050" name="Rectangle 2">
            <a:extLst>
              <a:ext uri="{FF2B5EF4-FFF2-40B4-BE49-F238E27FC236}">
                <a16:creationId xmlns:a16="http://schemas.microsoft.com/office/drawing/2014/main" id="{B33A3D08-9874-0D1E-D5E4-9E8CB6AFFE97}"/>
              </a:ext>
            </a:extLst>
          </p:cNvPr>
          <p:cNvSpPr>
            <a:spLocks noGrp="1" noRot="1" noChangeAspect="1" noChangeArrowheads="1" noTextEdit="1"/>
          </p:cNvSpPr>
          <p:nvPr>
            <p:ph type="sldImg"/>
          </p:nvPr>
        </p:nvSpPr>
        <p:spPr>
          <a:xfrm>
            <a:off x="992188" y="768350"/>
            <a:ext cx="5116512" cy="3836988"/>
          </a:xfrm>
          <a:solidFill>
            <a:srgbClr val="FFFFFF"/>
          </a:solidFill>
          <a:ln/>
        </p:spPr>
      </p:sp>
      <p:sp>
        <p:nvSpPr>
          <p:cNvPr id="386051" name="Rectangle 3">
            <a:extLst>
              <a:ext uri="{FF2B5EF4-FFF2-40B4-BE49-F238E27FC236}">
                <a16:creationId xmlns:a16="http://schemas.microsoft.com/office/drawing/2014/main" id="{1A8D6432-EE17-EB2C-E225-A9CBC603101D}"/>
              </a:ext>
            </a:extLst>
          </p:cNvPr>
          <p:cNvSpPr>
            <a:spLocks noGrp="1" noChangeArrowheads="1"/>
          </p:cNvSpPr>
          <p:nvPr>
            <p:ph type="body" idx="1"/>
          </p:nvPr>
        </p:nvSpPr>
        <p:spPr>
          <a:xfrm>
            <a:off x="946150" y="4860925"/>
            <a:ext cx="5207000" cy="4605338"/>
          </a:xfrm>
          <a:ln>
            <a:solidFill>
              <a:srgbClr val="000000"/>
            </a:solidFill>
            <a:miter lim="800000"/>
            <a:headEnd/>
            <a:tailEnd/>
          </a:ln>
        </p:spPr>
        <p:txBody>
          <a:bodyPr lIns="99046" tIns="49523" rIns="99046" bIns="49523"/>
          <a:lstStyle/>
          <a:p>
            <a:pPr eaLnBrk="1" hangingPunct="1">
              <a:defRPr/>
            </a:pPr>
            <a:endParaRPr lang="en-US">
              <a:ea typeface="ＭＳ Ｐゴシック" charset="0"/>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503D10B-6B2D-369A-E6DF-C9473ECAEAE1}"/>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35DA3784-43AB-E9A7-D17C-109296878404}"/>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8A99FF79-4CA9-23AA-368A-8C50DC56E3C2}"/>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D07FA91A-9E49-7C30-1E01-335FFEA79997}"/>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B9E97B39-C122-4E14-BCC0-A8D75F022E06}" type="slidenum">
              <a:rPr lang="en-AU" altLang="en-US" sz="1200" smtClean="0">
                <a:latin typeface="Times New Roman" panose="02020603050405020304" pitchFamily="18" charset="0"/>
              </a:rPr>
              <a:pPr>
                <a:defRPr/>
              </a:pPr>
              <a:t>17</a:t>
            </a:fld>
            <a:endParaRPr lang="en-AU" altLang="en-US" sz="1200">
              <a:latin typeface="Times New Roman" panose="02020603050405020304" pitchFamily="18" charset="0"/>
            </a:endParaRPr>
          </a:p>
        </p:txBody>
      </p:sp>
      <p:sp>
        <p:nvSpPr>
          <p:cNvPr id="408578" name="Rectangle 2">
            <a:extLst>
              <a:ext uri="{FF2B5EF4-FFF2-40B4-BE49-F238E27FC236}">
                <a16:creationId xmlns:a16="http://schemas.microsoft.com/office/drawing/2014/main" id="{9A1C45F3-C159-9D79-D4E5-3A0BF905F229}"/>
              </a:ext>
            </a:extLst>
          </p:cNvPr>
          <p:cNvSpPr>
            <a:spLocks noGrp="1" noRot="1" noChangeAspect="1" noChangeArrowheads="1"/>
          </p:cNvSpPr>
          <p:nvPr>
            <p:ph type="sldImg"/>
          </p:nvPr>
        </p:nvSpPr>
        <p:spPr>
          <a:xfrm>
            <a:off x="992188" y="768350"/>
            <a:ext cx="5116512" cy="3836988"/>
          </a:xfrm>
          <a:solidFill>
            <a:srgbClr val="FFFFFF"/>
          </a:solidFill>
          <a:ln/>
        </p:spPr>
      </p:sp>
      <p:sp>
        <p:nvSpPr>
          <p:cNvPr id="408579" name="Rectangle 3">
            <a:extLst>
              <a:ext uri="{FF2B5EF4-FFF2-40B4-BE49-F238E27FC236}">
                <a16:creationId xmlns:a16="http://schemas.microsoft.com/office/drawing/2014/main" id="{F1EC5BE0-1887-55AD-B003-016D961F6C4D}"/>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6" tIns="49523" rIns="99046" bIns="49523"/>
          <a:lstStyle/>
          <a:p>
            <a:pPr eaLnBrk="1" hangingPunct="1">
              <a:defRPr/>
            </a:pPr>
            <a:endParaRPr lang="en-US">
              <a:ea typeface="ＭＳ Ｐゴシック" charset="0"/>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1F36C7B-9E96-7370-608B-3478F901E5B3}"/>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7C88292F-9107-A216-5D49-523E31A84F3D}"/>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D84BC635-979A-5C04-BF24-721C33104213}"/>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34F9354E-CEBA-F735-643D-6EC6BD31679D}"/>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01E64B47-FEC0-4866-8B34-E4C2F08D569D}" type="slidenum">
              <a:rPr lang="en-AU" altLang="en-US" sz="1200" smtClean="0">
                <a:latin typeface="Times New Roman" panose="02020603050405020304" pitchFamily="18" charset="0"/>
              </a:rPr>
              <a:pPr>
                <a:defRPr/>
              </a:pPr>
              <a:t>18</a:t>
            </a:fld>
            <a:endParaRPr lang="en-AU" altLang="en-US" sz="1200">
              <a:latin typeface="Times New Roman" panose="02020603050405020304" pitchFamily="18" charset="0"/>
            </a:endParaRPr>
          </a:p>
        </p:txBody>
      </p:sp>
      <p:sp>
        <p:nvSpPr>
          <p:cNvPr id="295938" name="Rectangle 2">
            <a:extLst>
              <a:ext uri="{FF2B5EF4-FFF2-40B4-BE49-F238E27FC236}">
                <a16:creationId xmlns:a16="http://schemas.microsoft.com/office/drawing/2014/main" id="{8B13A694-8CC1-E7E4-1BF2-1E9C94BDB5C8}"/>
              </a:ext>
            </a:extLst>
          </p:cNvPr>
          <p:cNvSpPr>
            <a:spLocks noGrp="1" noRot="1" noChangeAspect="1" noChangeArrowheads="1" noTextEdit="1"/>
          </p:cNvSpPr>
          <p:nvPr>
            <p:ph type="sldImg"/>
          </p:nvPr>
        </p:nvSpPr>
        <p:spPr>
          <a:xfrm>
            <a:off x="992188" y="768350"/>
            <a:ext cx="5116512" cy="3836988"/>
          </a:xfrm>
          <a:solidFill>
            <a:srgbClr val="FFFFFF"/>
          </a:solidFill>
          <a:ln/>
        </p:spPr>
      </p:sp>
      <p:sp>
        <p:nvSpPr>
          <p:cNvPr id="295939" name="Rectangle 3">
            <a:extLst>
              <a:ext uri="{FF2B5EF4-FFF2-40B4-BE49-F238E27FC236}">
                <a16:creationId xmlns:a16="http://schemas.microsoft.com/office/drawing/2014/main" id="{45D3CE52-CF2F-4031-785F-F7289D37A6C9}"/>
              </a:ext>
            </a:extLst>
          </p:cNvPr>
          <p:cNvSpPr>
            <a:spLocks noGrp="1" noChangeArrowheads="1"/>
          </p:cNvSpPr>
          <p:nvPr>
            <p:ph type="body" idx="1"/>
          </p:nvPr>
        </p:nvSpPr>
        <p:spPr>
          <a:xfrm>
            <a:off x="946150" y="4860925"/>
            <a:ext cx="5207000" cy="4605338"/>
          </a:xfrm>
          <a:ln>
            <a:solidFill>
              <a:srgbClr val="000000"/>
            </a:solidFill>
            <a:miter lim="800000"/>
            <a:headEnd/>
            <a:tailEnd/>
          </a:ln>
        </p:spPr>
        <p:txBody>
          <a:bodyPr lIns="99046" tIns="49523" rIns="99046" bIns="49523"/>
          <a:lstStyle/>
          <a:p>
            <a:pPr eaLnBrk="1" hangingPunct="1">
              <a:defRPr/>
            </a:pPr>
            <a:r>
              <a:rPr lang="en-US">
                <a:latin typeface="Times New Roman" pitchFamily="18" charset="0"/>
              </a:rPr>
              <a:t>There is a LOT of truth to this cartoon…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13897CB-B8E3-A8AE-5658-47DDE62A45A6}"/>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2911E1D9-72F3-46EF-32BD-5F5074BF2626}"/>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AC4AEA7E-AD30-5CE8-4190-1220FB52AB05}"/>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5BDBC774-9375-5667-D5BD-D29113DD3765}"/>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D2DE5992-A03B-4D8C-9F79-56D36A349EE6}" type="slidenum">
              <a:rPr lang="en-AU" altLang="en-US" sz="1200" smtClean="0">
                <a:latin typeface="Times New Roman" panose="02020603050405020304" pitchFamily="18" charset="0"/>
              </a:rPr>
              <a:pPr>
                <a:defRPr/>
              </a:pPr>
              <a:t>19</a:t>
            </a:fld>
            <a:endParaRPr lang="en-AU" altLang="en-US" sz="1200">
              <a:latin typeface="Times New Roman" panose="02020603050405020304" pitchFamily="18" charset="0"/>
            </a:endParaRPr>
          </a:p>
        </p:txBody>
      </p:sp>
      <p:sp>
        <p:nvSpPr>
          <p:cNvPr id="309250" name="Rectangle 2">
            <a:extLst>
              <a:ext uri="{FF2B5EF4-FFF2-40B4-BE49-F238E27FC236}">
                <a16:creationId xmlns:a16="http://schemas.microsoft.com/office/drawing/2014/main" id="{94C2BEBF-204B-84B7-CA55-724C07A73E14}"/>
              </a:ext>
            </a:extLst>
          </p:cNvPr>
          <p:cNvSpPr>
            <a:spLocks noGrp="1" noRot="1" noChangeAspect="1" noChangeArrowheads="1"/>
          </p:cNvSpPr>
          <p:nvPr>
            <p:ph type="sldImg"/>
          </p:nvPr>
        </p:nvSpPr>
        <p:spPr>
          <a:xfrm>
            <a:off x="992188" y="768350"/>
            <a:ext cx="5116512" cy="3836988"/>
          </a:xfrm>
          <a:solidFill>
            <a:srgbClr val="FFFFFF"/>
          </a:solidFill>
          <a:ln/>
        </p:spPr>
      </p:sp>
      <p:sp>
        <p:nvSpPr>
          <p:cNvPr id="309251" name="Rectangle 3">
            <a:extLst>
              <a:ext uri="{FF2B5EF4-FFF2-40B4-BE49-F238E27FC236}">
                <a16:creationId xmlns:a16="http://schemas.microsoft.com/office/drawing/2014/main" id="{26D6DDE3-673D-4229-8008-3DFA94BF5102}"/>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6" tIns="49523" rIns="99046" bIns="49523"/>
          <a:lstStyle/>
          <a:p>
            <a:pPr>
              <a:defRPr/>
            </a:pPr>
            <a:r>
              <a:rPr lang="en-US">
                <a:latin typeface="Times New Roman" pitchFamily="18" charset="0"/>
              </a:rPr>
              <a:t>— Boehm (1979)</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7CA19B5-148A-2A54-894B-5BD1B452F509}"/>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DE8E1645-85E9-2912-F193-83964D1504B6}"/>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AF17FBC0-89CF-AAAC-7144-76900100BA09}"/>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8FC38C7D-CFD7-ACC7-6624-D6E78790418E}"/>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C8164613-F76A-49C2-BB6E-62C0C0D46914}" type="slidenum">
              <a:rPr lang="en-AU" altLang="en-US" sz="1200" smtClean="0">
                <a:latin typeface="Times New Roman" panose="02020603050405020304" pitchFamily="18" charset="0"/>
              </a:rPr>
              <a:pPr>
                <a:defRPr/>
              </a:pPr>
              <a:t>20</a:t>
            </a:fld>
            <a:endParaRPr lang="en-AU" altLang="en-US" sz="1200">
              <a:latin typeface="Times New Roman" panose="02020603050405020304" pitchFamily="18" charset="0"/>
            </a:endParaRPr>
          </a:p>
        </p:txBody>
      </p:sp>
      <p:sp>
        <p:nvSpPr>
          <p:cNvPr id="388098" name="Rectangle 2">
            <a:extLst>
              <a:ext uri="{FF2B5EF4-FFF2-40B4-BE49-F238E27FC236}">
                <a16:creationId xmlns:a16="http://schemas.microsoft.com/office/drawing/2014/main" id="{58011B06-54A3-0324-2DFB-380ABC02A229}"/>
              </a:ext>
            </a:extLst>
          </p:cNvPr>
          <p:cNvSpPr>
            <a:spLocks noGrp="1" noRot="1" noChangeAspect="1" noChangeArrowheads="1" noTextEdit="1"/>
          </p:cNvSpPr>
          <p:nvPr>
            <p:ph type="sldImg"/>
          </p:nvPr>
        </p:nvSpPr>
        <p:spPr>
          <a:xfrm>
            <a:off x="992188" y="768350"/>
            <a:ext cx="5116512" cy="3836988"/>
          </a:xfrm>
          <a:solidFill>
            <a:srgbClr val="FFFFFF"/>
          </a:solidFill>
          <a:ln/>
        </p:spPr>
      </p:sp>
      <p:sp>
        <p:nvSpPr>
          <p:cNvPr id="388099" name="Rectangle 3">
            <a:extLst>
              <a:ext uri="{FF2B5EF4-FFF2-40B4-BE49-F238E27FC236}">
                <a16:creationId xmlns:a16="http://schemas.microsoft.com/office/drawing/2014/main" id="{7B25095A-DE7C-B423-4F19-2B92AA2FDA2D}"/>
              </a:ext>
            </a:extLst>
          </p:cNvPr>
          <p:cNvSpPr>
            <a:spLocks noGrp="1" noChangeArrowheads="1"/>
          </p:cNvSpPr>
          <p:nvPr>
            <p:ph type="body" idx="1"/>
          </p:nvPr>
        </p:nvSpPr>
        <p:spPr>
          <a:xfrm>
            <a:off x="946150" y="4860925"/>
            <a:ext cx="5207000" cy="4605338"/>
          </a:xfrm>
          <a:ln>
            <a:solidFill>
              <a:srgbClr val="000000"/>
            </a:solidFill>
            <a:miter lim="800000"/>
            <a:headEnd/>
            <a:tailEnd/>
          </a:ln>
        </p:spPr>
        <p:txBody>
          <a:bodyPr lIns="99046" tIns="49523" rIns="99046" bIns="49523"/>
          <a:lstStyle/>
          <a:p>
            <a:pPr eaLnBrk="1" hangingPunct="1">
              <a:defRPr/>
            </a:pPr>
            <a:r>
              <a:rPr lang="en-US">
                <a:latin typeface="Times New Roman" pitchFamily="18" charset="0"/>
              </a:rPr>
              <a:t>It is rarely easy to write down quality requirements in a very precise, hence verifiable way…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A27A6EB-1049-A777-5FBC-B1381C899DE2}"/>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33388CE4-0352-3C33-49E2-6528E4DA10B6}"/>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26FF1F1B-E1AD-E7DD-320D-747A625380FA}"/>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3392ECC5-E5BF-14AA-A5AD-D37BAB2FD3BC}"/>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462E5A79-B8F0-4758-82BC-B1C8DCF03CAA}" type="slidenum">
              <a:rPr lang="en-AU" altLang="en-US" sz="1200" smtClean="0">
                <a:latin typeface="Times New Roman" panose="02020603050405020304" pitchFamily="18" charset="0"/>
              </a:rPr>
              <a:pPr>
                <a:defRPr/>
              </a:pPr>
              <a:t>22</a:t>
            </a:fld>
            <a:endParaRPr lang="en-AU" altLang="en-US" sz="1200">
              <a:latin typeface="Times New Roman" panose="02020603050405020304" pitchFamily="18" charset="0"/>
            </a:endParaRPr>
          </a:p>
        </p:txBody>
      </p:sp>
      <p:sp>
        <p:nvSpPr>
          <p:cNvPr id="412674" name="Rectangle 2">
            <a:extLst>
              <a:ext uri="{FF2B5EF4-FFF2-40B4-BE49-F238E27FC236}">
                <a16:creationId xmlns:a16="http://schemas.microsoft.com/office/drawing/2014/main" id="{54E43326-2366-FFC8-1377-F37E4A54D849}"/>
              </a:ext>
            </a:extLst>
          </p:cNvPr>
          <p:cNvSpPr>
            <a:spLocks noGrp="1" noRot="1" noChangeAspect="1" noChangeArrowheads="1"/>
          </p:cNvSpPr>
          <p:nvPr>
            <p:ph type="sldImg"/>
          </p:nvPr>
        </p:nvSpPr>
        <p:spPr>
          <a:xfrm>
            <a:off x="992188" y="768350"/>
            <a:ext cx="5116512" cy="3836988"/>
          </a:xfrm>
          <a:solidFill>
            <a:srgbClr val="FFFFFF"/>
          </a:solidFill>
          <a:ln/>
        </p:spPr>
      </p:sp>
      <p:sp>
        <p:nvSpPr>
          <p:cNvPr id="412675" name="Rectangle 3">
            <a:extLst>
              <a:ext uri="{FF2B5EF4-FFF2-40B4-BE49-F238E27FC236}">
                <a16:creationId xmlns:a16="http://schemas.microsoft.com/office/drawing/2014/main" id="{52A63950-DE18-1B5C-D40C-FA0737DC91AE}"/>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6" tIns="49523" rIns="99046" bIns="49523"/>
          <a:lstStyle/>
          <a:p>
            <a:pPr eaLnBrk="1" hangingPunct="1">
              <a:defRPr/>
            </a:pPr>
            <a:endParaRPr lang="en-US">
              <a:ea typeface="ＭＳ Ｐゴシック" charset="0"/>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98C65C0-1029-9ACC-4B28-721CB901525D}"/>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3A8F9410-BFFE-FFAB-0129-FC8200DCDFD1}"/>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A5701FA7-5AD9-18C2-ED22-367D0F8F9160}"/>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E0718177-975C-7BC3-1B8E-8DF3A16C9848}"/>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C6FDE051-3FEC-404A-8A58-8D3EEDAD3AFE}" type="slidenum">
              <a:rPr lang="en-AU" altLang="en-US" sz="1200" smtClean="0">
                <a:latin typeface="Times New Roman" panose="02020603050405020304" pitchFamily="18" charset="0"/>
              </a:rPr>
              <a:pPr>
                <a:defRPr/>
              </a:pPr>
              <a:t>23</a:t>
            </a:fld>
            <a:endParaRPr lang="en-AU" altLang="en-US" sz="1200">
              <a:latin typeface="Times New Roman" panose="02020603050405020304" pitchFamily="18" charset="0"/>
            </a:endParaRPr>
          </a:p>
        </p:txBody>
      </p:sp>
      <p:sp>
        <p:nvSpPr>
          <p:cNvPr id="400386" name="Rectangle 1026">
            <a:extLst>
              <a:ext uri="{FF2B5EF4-FFF2-40B4-BE49-F238E27FC236}">
                <a16:creationId xmlns:a16="http://schemas.microsoft.com/office/drawing/2014/main" id="{9EEF22AA-C6FE-7E1A-3423-56BB55C43A4F}"/>
              </a:ext>
            </a:extLst>
          </p:cNvPr>
          <p:cNvSpPr>
            <a:spLocks noGrp="1" noRot="1" noChangeAspect="1" noChangeArrowheads="1" noTextEdit="1"/>
          </p:cNvSpPr>
          <p:nvPr>
            <p:ph type="sldImg"/>
          </p:nvPr>
        </p:nvSpPr>
        <p:spPr>
          <a:ln/>
        </p:spPr>
      </p:sp>
      <p:sp>
        <p:nvSpPr>
          <p:cNvPr id="400387" name="Rectangle 1027">
            <a:extLst>
              <a:ext uri="{FF2B5EF4-FFF2-40B4-BE49-F238E27FC236}">
                <a16:creationId xmlns:a16="http://schemas.microsoft.com/office/drawing/2014/main" id="{B9040275-9C05-C400-E4D5-034F55218C1C}"/>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AEFC071-4F18-DA4A-8759-E1CAFD5D24E2}"/>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9B54F89D-67B6-291B-A91E-5369F1A02CEE}"/>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BC33CB0D-96DB-1CC4-051B-CBB23B3710C3}"/>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213C7A13-54F4-F557-AB7F-866CAEA437C0}"/>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D4E22A2F-327A-4232-91D6-EA1F298B9835}" type="slidenum">
              <a:rPr lang="en-AU" altLang="en-US" sz="1200" smtClean="0">
                <a:latin typeface="Times New Roman" panose="02020603050405020304" pitchFamily="18" charset="0"/>
              </a:rPr>
              <a:pPr>
                <a:defRPr/>
              </a:pPr>
              <a:t>24</a:t>
            </a:fld>
            <a:endParaRPr lang="en-AU" altLang="en-US" sz="1200">
              <a:latin typeface="Times New Roman" panose="02020603050405020304" pitchFamily="18" charset="0"/>
            </a:endParaRPr>
          </a:p>
        </p:txBody>
      </p:sp>
      <p:sp>
        <p:nvSpPr>
          <p:cNvPr id="203778" name="Rectangle 2">
            <a:extLst>
              <a:ext uri="{FF2B5EF4-FFF2-40B4-BE49-F238E27FC236}">
                <a16:creationId xmlns:a16="http://schemas.microsoft.com/office/drawing/2014/main" id="{A368B594-DC20-A447-D2B4-94401F9647E5}"/>
              </a:ext>
            </a:extLst>
          </p:cNvPr>
          <p:cNvSpPr>
            <a:spLocks noGrp="1" noRot="1" noChangeAspect="1" noChangeArrowheads="1" noTextEdit="1"/>
          </p:cNvSpPr>
          <p:nvPr>
            <p:ph type="sldImg"/>
          </p:nvPr>
        </p:nvSpPr>
        <p:spPr>
          <a:ln/>
        </p:spPr>
      </p:sp>
      <p:sp>
        <p:nvSpPr>
          <p:cNvPr id="203779" name="Rectangle 3">
            <a:extLst>
              <a:ext uri="{FF2B5EF4-FFF2-40B4-BE49-F238E27FC236}">
                <a16:creationId xmlns:a16="http://schemas.microsoft.com/office/drawing/2014/main" id="{61A6D29A-B3D1-C43F-7B4A-BA01C81A4F6B}"/>
              </a:ext>
            </a:extLst>
          </p:cNvPr>
          <p:cNvSpPr>
            <a:spLocks noGrp="1" noChangeArrowheads="1"/>
          </p:cNvSpPr>
          <p:nvPr>
            <p:ph type="body" idx="1"/>
          </p:nvPr>
        </p:nvSpPr>
        <p:spPr/>
        <p:txBody>
          <a:bodyPr/>
          <a:lstStyle/>
          <a:p>
            <a:pPr>
              <a:defRPr/>
            </a:pPr>
            <a:r>
              <a:rPr lang="en-AU">
                <a:latin typeface="Times New Roman" pitchFamily="18" charset="0"/>
              </a:rPr>
              <a:t>Design as an activity (process) vs. design as an end-result of this activity (artefact)</a:t>
            </a:r>
          </a:p>
          <a:p>
            <a:pPr>
              <a:defRPr/>
            </a:pPr>
            <a:r>
              <a:rPr lang="en-AU">
                <a:latin typeface="Times New Roman" pitchFamily="18" charset="0"/>
              </a:rPr>
              <a:t>One should *DEFINITELY* add here that any design process should facilitate the development, not hinder it. </a:t>
            </a:r>
            <a:r>
              <a:rPr lang="en-AU" altLang="en-US">
                <a:latin typeface="Times New Roman" pitchFamily="18" charset="0"/>
              </a:rPr>
              <a:t>“</a:t>
            </a:r>
            <a:r>
              <a:rPr lang="en-AU">
                <a:latin typeface="Times New Roman" pitchFamily="18" charset="0"/>
              </a:rPr>
              <a:t>Facilitating</a:t>
            </a:r>
            <a:r>
              <a:rPr lang="en-AU" altLang="en-US">
                <a:latin typeface="Times New Roman" pitchFamily="18" charset="0"/>
              </a:rPr>
              <a:t>”</a:t>
            </a:r>
            <a:r>
              <a:rPr lang="en-AU">
                <a:latin typeface="Times New Roman" pitchFamily="18" charset="0"/>
              </a:rPr>
              <a:t> may not always be that bluntly obvious!!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F1AD0E2-32A0-D9E5-59C5-28DD69A52359}"/>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91201F85-CD2B-2D92-A8EE-8FB2C7195187}"/>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4B4F5653-39A8-DA40-D205-DC872A34B3FE}"/>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9E8FAA80-23C1-52FB-CD06-AE4C81EEC869}"/>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81376356-24FE-4AD4-AE08-3572DEB5261B}" type="slidenum">
              <a:rPr lang="en-AU" altLang="en-US" sz="1200" smtClean="0">
                <a:latin typeface="Times New Roman" panose="02020603050405020304" pitchFamily="18" charset="0"/>
              </a:rPr>
              <a:pPr>
                <a:defRPr/>
              </a:pPr>
              <a:t>25</a:t>
            </a:fld>
            <a:endParaRPr lang="en-AU" altLang="en-US" sz="1200">
              <a:latin typeface="Times New Roman" panose="02020603050405020304" pitchFamily="18" charset="0"/>
            </a:endParaRPr>
          </a:p>
        </p:txBody>
      </p:sp>
      <p:sp>
        <p:nvSpPr>
          <p:cNvPr id="394242" name="Rectangle 1026">
            <a:extLst>
              <a:ext uri="{FF2B5EF4-FFF2-40B4-BE49-F238E27FC236}">
                <a16:creationId xmlns:a16="http://schemas.microsoft.com/office/drawing/2014/main" id="{D01544A7-9277-F375-A32B-6D570A5B3F2B}"/>
              </a:ext>
            </a:extLst>
          </p:cNvPr>
          <p:cNvSpPr>
            <a:spLocks noGrp="1" noRot="1" noChangeAspect="1" noChangeArrowheads="1"/>
          </p:cNvSpPr>
          <p:nvPr>
            <p:ph type="sldImg"/>
          </p:nvPr>
        </p:nvSpPr>
        <p:spPr>
          <a:xfrm>
            <a:off x="1012825" y="785813"/>
            <a:ext cx="5133975" cy="3849687"/>
          </a:xfrm>
          <a:solidFill>
            <a:srgbClr val="FFFFFF"/>
          </a:solidFill>
          <a:ln/>
        </p:spPr>
      </p:sp>
      <p:sp>
        <p:nvSpPr>
          <p:cNvPr id="394243" name="Rectangle 1027">
            <a:extLst>
              <a:ext uri="{FF2B5EF4-FFF2-40B4-BE49-F238E27FC236}">
                <a16:creationId xmlns:a16="http://schemas.microsoft.com/office/drawing/2014/main" id="{3009F825-2428-2A42-98A8-E3E0A340BB23}"/>
              </a:ext>
            </a:extLst>
          </p:cNvPr>
          <p:cNvSpPr>
            <a:spLocks noGrp="1" noChangeArrowheads="1"/>
          </p:cNvSpPr>
          <p:nvPr>
            <p:ph type="body" idx="1"/>
          </p:nvPr>
        </p:nvSpPr>
        <p:spPr>
          <a:solidFill>
            <a:srgbClr val="FFFFFF"/>
          </a:solidFill>
          <a:ln>
            <a:solidFill>
              <a:srgbClr val="000000"/>
            </a:solidFill>
            <a:miter lim="800000"/>
            <a:headEnd/>
            <a:tailEnd/>
          </a:ln>
        </p:spPr>
        <p:txBody>
          <a:bodyPr lIns="95068" tIns="47534" rIns="95068" bIns="47534"/>
          <a:lstStyle/>
          <a:p>
            <a:pPr>
              <a:defRPr/>
            </a:pPr>
            <a:r>
              <a:rPr lang="en-US">
                <a:latin typeface="Times New Roman" pitchFamily="18" charset="0"/>
              </a:rPr>
              <a:t>Again, there exist a multitude of notations to communicate design…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FBF829F-7414-A6C7-A6DD-356E44A0AC55}"/>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765A7979-6D54-920B-2A60-8BEC87DDA3BA}"/>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43D2C564-FBB0-FF60-686D-AE240D9917A6}"/>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F8D9DEFF-D35E-03C7-1110-C21E6CD3730D}"/>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B84B862E-F1B5-4291-BE40-9E134BB9A0E5}" type="slidenum">
              <a:rPr lang="en-AU" altLang="en-US" sz="1200" smtClean="0">
                <a:latin typeface="Times New Roman" panose="02020603050405020304" pitchFamily="18" charset="0"/>
              </a:rPr>
              <a:pPr>
                <a:defRPr/>
              </a:pPr>
              <a:t>26</a:t>
            </a:fld>
            <a:endParaRPr lang="en-AU" altLang="en-US" sz="1200">
              <a:latin typeface="Times New Roman" panose="02020603050405020304" pitchFamily="18" charset="0"/>
            </a:endParaRPr>
          </a:p>
        </p:txBody>
      </p:sp>
      <p:sp>
        <p:nvSpPr>
          <p:cNvPr id="396290" name="Rectangle 1026">
            <a:extLst>
              <a:ext uri="{FF2B5EF4-FFF2-40B4-BE49-F238E27FC236}">
                <a16:creationId xmlns:a16="http://schemas.microsoft.com/office/drawing/2014/main" id="{4E21CDED-912A-2E47-6911-3469F57F7BBB}"/>
              </a:ext>
            </a:extLst>
          </p:cNvPr>
          <p:cNvSpPr>
            <a:spLocks noGrp="1" noRot="1" noChangeAspect="1" noChangeArrowheads="1" noTextEdit="1"/>
          </p:cNvSpPr>
          <p:nvPr>
            <p:ph type="sldImg"/>
          </p:nvPr>
        </p:nvSpPr>
        <p:spPr>
          <a:xfrm>
            <a:off x="990600" y="766763"/>
            <a:ext cx="5121275" cy="3840162"/>
          </a:xfrm>
          <a:solidFill>
            <a:srgbClr val="FFFFFF"/>
          </a:solidFill>
          <a:ln/>
        </p:spPr>
      </p:sp>
      <p:sp>
        <p:nvSpPr>
          <p:cNvPr id="396291" name="Rectangle 1027">
            <a:extLst>
              <a:ext uri="{FF2B5EF4-FFF2-40B4-BE49-F238E27FC236}">
                <a16:creationId xmlns:a16="http://schemas.microsoft.com/office/drawing/2014/main" id="{4B5ABBDA-BE0D-6039-52E3-469B5AEAA7B3}"/>
              </a:ext>
            </a:extLst>
          </p:cNvPr>
          <p:cNvSpPr>
            <a:spLocks noGrp="1" noChangeArrowheads="1"/>
          </p:cNvSpPr>
          <p:nvPr>
            <p:ph type="body" idx="1"/>
          </p:nvPr>
        </p:nvSpPr>
        <p:spPr>
          <a:xfrm>
            <a:off x="946150" y="4864100"/>
            <a:ext cx="5207000" cy="4603750"/>
          </a:xfrm>
          <a:solidFill>
            <a:srgbClr val="FFFFFF"/>
          </a:solidFill>
          <a:ln>
            <a:solidFill>
              <a:srgbClr val="000000"/>
            </a:solidFill>
            <a:miter lim="800000"/>
            <a:headEnd/>
            <a:tailEnd/>
          </a:ln>
        </p:spPr>
        <p:txBody>
          <a:bodyPr lIns="91438" tIns="45719" rIns="91438" bIns="45719"/>
          <a:lstStyle/>
          <a:p>
            <a:pPr>
              <a:defRPr/>
            </a:pPr>
            <a:r>
              <a:rPr lang="en-US">
                <a:latin typeface="Times New Roman" pitchFamily="18" charset="0"/>
              </a:rPr>
              <a:t>One of the most fundamental approaches to software development…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57DED56-B305-EECA-D4B3-8CECE8BE6819}"/>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1D209185-8D88-ADDC-3A16-24C709BA7679}"/>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F21FED55-2C2A-630F-B89A-AE78DC59896C}"/>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BEBD175F-5EE5-7E72-BAE0-BCDF8C799200}"/>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32817279-5DBA-4C83-A826-363CA7C3D7BE}" type="slidenum">
              <a:rPr lang="en-AU" altLang="en-US" sz="1200" smtClean="0">
                <a:latin typeface="Times New Roman" panose="02020603050405020304" pitchFamily="18" charset="0"/>
              </a:rPr>
              <a:pPr>
                <a:defRPr/>
              </a:pPr>
              <a:t>28</a:t>
            </a:fld>
            <a:endParaRPr lang="en-AU" altLang="en-US" sz="1200">
              <a:latin typeface="Times New Roman" panose="02020603050405020304" pitchFamily="18" charset="0"/>
            </a:endParaRPr>
          </a:p>
        </p:txBody>
      </p:sp>
      <p:sp>
        <p:nvSpPr>
          <p:cNvPr id="390146" name="Rectangle 1026">
            <a:extLst>
              <a:ext uri="{FF2B5EF4-FFF2-40B4-BE49-F238E27FC236}">
                <a16:creationId xmlns:a16="http://schemas.microsoft.com/office/drawing/2014/main" id="{4C341352-BBF2-2744-AE81-166B75033E92}"/>
              </a:ext>
            </a:extLst>
          </p:cNvPr>
          <p:cNvSpPr>
            <a:spLocks noGrp="1" noRot="1" noChangeAspect="1" noChangeArrowheads="1" noTextEdit="1"/>
          </p:cNvSpPr>
          <p:nvPr>
            <p:ph type="sldImg"/>
          </p:nvPr>
        </p:nvSpPr>
        <p:spPr>
          <a:xfrm>
            <a:off x="688975" y="603250"/>
            <a:ext cx="5640388" cy="4229100"/>
          </a:xfrm>
          <a:solidFill>
            <a:srgbClr val="FFFFFF"/>
          </a:solidFill>
          <a:ln/>
        </p:spPr>
      </p:sp>
      <p:sp>
        <p:nvSpPr>
          <p:cNvPr id="390147" name="Rectangle 1027">
            <a:extLst>
              <a:ext uri="{FF2B5EF4-FFF2-40B4-BE49-F238E27FC236}">
                <a16:creationId xmlns:a16="http://schemas.microsoft.com/office/drawing/2014/main" id="{F2652749-11D9-9C16-A6C5-EF902E3715E5}"/>
              </a:ext>
            </a:extLst>
          </p:cNvPr>
          <p:cNvSpPr>
            <a:spLocks noGrp="1" noChangeArrowheads="1"/>
          </p:cNvSpPr>
          <p:nvPr>
            <p:ph type="body" idx="1"/>
          </p:nvPr>
        </p:nvSpPr>
        <p:spPr>
          <a:xfrm>
            <a:off x="473075" y="5005388"/>
            <a:ext cx="6073775" cy="4462462"/>
          </a:xfrm>
          <a:solidFill>
            <a:srgbClr val="FFFFFF"/>
          </a:solidFill>
          <a:ln>
            <a:solidFill>
              <a:srgbClr val="000000"/>
            </a:solidFill>
            <a:miter lim="800000"/>
            <a:headEnd/>
            <a:tailEnd/>
          </a:ln>
        </p:spPr>
        <p:txBody>
          <a:bodyPr lIns="87759" tIns="43879" rIns="87759" bIns="43879"/>
          <a:lstStyle/>
          <a:p>
            <a:pPr>
              <a:defRPr/>
            </a:pPr>
            <a:r>
              <a:rPr lang="nl-NL" dirty="0">
                <a:latin typeface="Tahoma" pitchFamily="34" charset="0"/>
                <a:cs typeface="Times New Roman" pitchFamily="18" charset="0"/>
              </a:rPr>
              <a:t>A model is an abstraction of reality through which we want to reduce complexity. By approaching reality from a diversity of perspectives we can create a number of models that give us a better handle on the complexity of the problem. Every model gives us a semantic fixture on a part of the problem. Compare it to an architect making models before actually building the house he was commissioned to build. After a few rough sketches, a number of models are built that will give a better understanding of the lay out of the house and the use of all the different rooms.  In the end models will be made that will show more practical details like, for instance, light fixtures, central heating and plumbing.</a:t>
            </a:r>
            <a:endParaRPr lang="en-US" dirty="0">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169DB49-653A-8366-6953-8FCBB978F347}"/>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FECBD029-BAFC-9F60-58D8-21AF408D1C8D}"/>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F2CC662E-5A4A-3810-5D8A-EDA7EF89400E}"/>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6AF01E5F-C2A2-5A89-8889-29E78A5C63C0}"/>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39053D88-40F8-424D-8205-9D71231E113D}" type="slidenum">
              <a:rPr lang="en-AU" altLang="en-US" sz="1200" smtClean="0">
                <a:latin typeface="Times New Roman" panose="02020603050405020304" pitchFamily="18" charset="0"/>
              </a:rPr>
              <a:pPr>
                <a:defRPr/>
              </a:pPr>
              <a:t>30</a:t>
            </a:fld>
            <a:endParaRPr lang="en-AU" altLang="en-US" sz="1200">
              <a:latin typeface="Times New Roman" panose="02020603050405020304" pitchFamily="18" charset="0"/>
            </a:endParaRPr>
          </a:p>
        </p:txBody>
      </p:sp>
      <p:sp>
        <p:nvSpPr>
          <p:cNvPr id="319490" name="Rectangle 2">
            <a:extLst>
              <a:ext uri="{FF2B5EF4-FFF2-40B4-BE49-F238E27FC236}">
                <a16:creationId xmlns:a16="http://schemas.microsoft.com/office/drawing/2014/main" id="{8A1C8770-B3B1-6C0E-CF76-CDAE311E0165}"/>
              </a:ext>
            </a:extLst>
          </p:cNvPr>
          <p:cNvSpPr>
            <a:spLocks noGrp="1" noRot="1" noChangeAspect="1" noChangeArrowheads="1" noTextEdit="1"/>
          </p:cNvSpPr>
          <p:nvPr>
            <p:ph type="sldImg"/>
          </p:nvPr>
        </p:nvSpPr>
        <p:spPr>
          <a:ln/>
        </p:spPr>
      </p:sp>
      <p:sp>
        <p:nvSpPr>
          <p:cNvPr id="319491" name="Rectangle 3">
            <a:extLst>
              <a:ext uri="{FF2B5EF4-FFF2-40B4-BE49-F238E27FC236}">
                <a16:creationId xmlns:a16="http://schemas.microsoft.com/office/drawing/2014/main" id="{AAC7CB4D-37C0-1A3A-73C7-293C3EF615B6}"/>
              </a:ext>
            </a:extLst>
          </p:cNvPr>
          <p:cNvSpPr>
            <a:spLocks noGrp="1" noChangeArrowheads="1"/>
          </p:cNvSpPr>
          <p:nvPr>
            <p:ph type="body" idx="1"/>
          </p:nvPr>
        </p:nvSpPr>
        <p:spPr/>
        <p:txBody>
          <a:bodyPr/>
          <a:lstStyle/>
          <a:p>
            <a:pPr>
              <a:defRPr/>
            </a:pPr>
            <a:r>
              <a:rPr lang="en-US" dirty="0">
                <a:latin typeface="Times New Roman" pitchFamily="18" charset="0"/>
              </a:rPr>
              <a:t>I will need to give some </a:t>
            </a:r>
            <a:r>
              <a:rPr lang="en-US" altLang="en-US" dirty="0">
                <a:latin typeface="Times New Roman" pitchFamily="18" charset="0"/>
              </a:rPr>
              <a:t>“</a:t>
            </a:r>
            <a:r>
              <a:rPr lang="en-US" dirty="0">
                <a:latin typeface="Times New Roman" pitchFamily="18" charset="0"/>
              </a:rPr>
              <a:t>evidence</a:t>
            </a:r>
            <a:r>
              <a:rPr lang="en-US" altLang="en-US" dirty="0">
                <a:latin typeface="Times New Roman" pitchFamily="18" charset="0"/>
              </a:rPr>
              <a:t>”</a:t>
            </a:r>
            <a:r>
              <a:rPr lang="en-US" dirty="0">
                <a:latin typeface="Times New Roman" pitchFamily="18" charset="0"/>
              </a:rPr>
              <a:t> here why this is the case…</a:t>
            </a:r>
          </a:p>
          <a:p>
            <a:pPr>
              <a:defRPr/>
            </a:pPr>
            <a:r>
              <a:rPr lang="en-US" dirty="0">
                <a:latin typeface="Times New Roman" pitchFamily="18" charset="0"/>
              </a:rPr>
              <a:t> - </a:t>
            </a:r>
            <a:r>
              <a:rPr lang="en-US" dirty="0" err="1">
                <a:latin typeface="Times New Roman" pitchFamily="18" charset="0"/>
              </a:rPr>
              <a:t>Scability</a:t>
            </a:r>
            <a:r>
              <a:rPr lang="en-US" dirty="0">
                <a:latin typeface="Times New Roman" pitchFamily="18" charset="0"/>
              </a:rPr>
              <a:t> and distribution of </a:t>
            </a:r>
            <a:r>
              <a:rPr lang="en-US" altLang="en-US" dirty="0">
                <a:latin typeface="Times New Roman" pitchFamily="18" charset="0"/>
              </a:rPr>
              <a:t>“</a:t>
            </a:r>
            <a:r>
              <a:rPr lang="en-US" dirty="0">
                <a:latin typeface="Times New Roman" pitchFamily="18" charset="0"/>
              </a:rPr>
              <a:t>single-user</a:t>
            </a:r>
            <a:r>
              <a:rPr lang="en-US" altLang="en-US" dirty="0">
                <a:latin typeface="Times New Roman" pitchFamily="18" charset="0"/>
              </a:rPr>
              <a:t>”</a:t>
            </a:r>
            <a:r>
              <a:rPr lang="en-US" dirty="0">
                <a:latin typeface="Times New Roman" pitchFamily="18" charset="0"/>
              </a:rPr>
              <a:t> systems</a:t>
            </a:r>
          </a:p>
          <a:p>
            <a:pPr>
              <a:defRPr/>
            </a:pPr>
            <a:r>
              <a:rPr lang="en-US" dirty="0">
                <a:latin typeface="Times New Roman" pitchFamily="18" charset="0"/>
              </a:rPr>
              <a:t> - Increasing reliability from, say 95% to 99%, then to 99.9%</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9783883-76CB-1CFB-840E-8BD5359E29CE}"/>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B82B5C8F-D4F3-AA3D-DFDB-1609B2F50674}"/>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AC177C43-4B81-E4F1-5BF2-97A9DFB57AAC}"/>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542D2965-E0C8-68E0-A043-CE05C8D5A35C}"/>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366E1428-14A9-4595-9222-1DB0EFF450A6}" type="slidenum">
              <a:rPr lang="en-AU" altLang="en-US" sz="1200" smtClean="0">
                <a:latin typeface="Times New Roman" panose="02020603050405020304" pitchFamily="18" charset="0"/>
              </a:rPr>
              <a:pPr>
                <a:defRPr/>
              </a:pPr>
              <a:t>31</a:t>
            </a:fld>
            <a:endParaRPr lang="en-AU" altLang="en-US" sz="1200">
              <a:latin typeface="Times New Roman" panose="02020603050405020304" pitchFamily="18" charset="0"/>
            </a:endParaRPr>
          </a:p>
        </p:txBody>
      </p:sp>
      <p:sp>
        <p:nvSpPr>
          <p:cNvPr id="318466" name="Rectangle 2">
            <a:extLst>
              <a:ext uri="{FF2B5EF4-FFF2-40B4-BE49-F238E27FC236}">
                <a16:creationId xmlns:a16="http://schemas.microsoft.com/office/drawing/2014/main" id="{B164E115-FD50-EDF6-3C99-BC27DE0343B8}"/>
              </a:ext>
            </a:extLst>
          </p:cNvPr>
          <p:cNvSpPr>
            <a:spLocks noGrp="1" noRot="1" noChangeAspect="1" noChangeArrowheads="1" noTextEdit="1"/>
          </p:cNvSpPr>
          <p:nvPr>
            <p:ph type="sldImg"/>
          </p:nvPr>
        </p:nvSpPr>
        <p:spPr>
          <a:ln/>
        </p:spPr>
      </p:sp>
      <p:sp>
        <p:nvSpPr>
          <p:cNvPr id="318467" name="Rectangle 3">
            <a:extLst>
              <a:ext uri="{FF2B5EF4-FFF2-40B4-BE49-F238E27FC236}">
                <a16:creationId xmlns:a16="http://schemas.microsoft.com/office/drawing/2014/main" id="{883A9A21-5BEA-B91B-D20B-901663514076}"/>
              </a:ext>
            </a:extLst>
          </p:cNvPr>
          <p:cNvSpPr>
            <a:spLocks noGrp="1" noChangeArrowheads="1"/>
          </p:cNvSpPr>
          <p:nvPr>
            <p:ph type="body" idx="1"/>
          </p:nvPr>
        </p:nvSpPr>
        <p:spPr/>
        <p:txBody>
          <a:bodyPr/>
          <a:lstStyle/>
          <a:p>
            <a:pPr>
              <a:defRPr/>
            </a:pPr>
            <a:r>
              <a:rPr lang="en-US">
                <a:ea typeface="ＭＳ Ｐゴシック" charset="0"/>
                <a:cs typeface="+mn-cs"/>
              </a:rPr>
              <a:t>Again, we will attempt to answer these questions over the next few weeks!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D13B465-BF57-82BA-BE8F-0A8AD0436969}"/>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69F836AA-DE91-C470-03C8-2863F3C6BBEE}"/>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452E2368-21BB-FDCC-36DA-EB4D2F508EBF}"/>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9CEFC9B6-2E6A-3DC5-ED89-D8B287A22A18}"/>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091A01D4-56DA-45CC-8926-BC3E4F96D38D}" type="slidenum">
              <a:rPr lang="en-AU" altLang="en-US" sz="1200" smtClean="0">
                <a:latin typeface="Times New Roman" panose="02020603050405020304" pitchFamily="18" charset="0"/>
              </a:rPr>
              <a:pPr>
                <a:defRPr/>
              </a:pPr>
              <a:t>34</a:t>
            </a:fld>
            <a:endParaRPr lang="en-AU" altLang="en-US" sz="1200">
              <a:latin typeface="Times New Roman" panose="02020603050405020304" pitchFamily="18" charset="0"/>
            </a:endParaRPr>
          </a:p>
        </p:txBody>
      </p:sp>
      <p:sp>
        <p:nvSpPr>
          <p:cNvPr id="264194" name="Rectangle 2">
            <a:extLst>
              <a:ext uri="{FF2B5EF4-FFF2-40B4-BE49-F238E27FC236}">
                <a16:creationId xmlns:a16="http://schemas.microsoft.com/office/drawing/2014/main" id="{F488C462-5826-4EC1-685E-DD425BE839DE}"/>
              </a:ext>
            </a:extLst>
          </p:cNvPr>
          <p:cNvSpPr>
            <a:spLocks noGrp="1" noRot="1" noChangeAspect="1" noChangeArrowheads="1"/>
          </p:cNvSpPr>
          <p:nvPr>
            <p:ph type="sldImg"/>
          </p:nvPr>
        </p:nvSpPr>
        <p:spPr>
          <a:solidFill>
            <a:srgbClr val="FFFFFF"/>
          </a:solidFill>
          <a:ln/>
        </p:spPr>
      </p:sp>
      <p:sp>
        <p:nvSpPr>
          <p:cNvPr id="264195" name="Rectangle 3">
            <a:extLst>
              <a:ext uri="{FF2B5EF4-FFF2-40B4-BE49-F238E27FC236}">
                <a16:creationId xmlns:a16="http://schemas.microsoft.com/office/drawing/2014/main" id="{089D1A00-DB0F-BC7C-E473-BC35C665AE6B}"/>
              </a:ext>
            </a:extLst>
          </p:cNvPr>
          <p:cNvSpPr>
            <a:spLocks noGrp="1" noChangeArrowheads="1"/>
          </p:cNvSpPr>
          <p:nvPr>
            <p:ph type="body" idx="1"/>
          </p:nvPr>
        </p:nvSpPr>
        <p:spPr>
          <a:solidFill>
            <a:srgbClr val="FFFFFF"/>
          </a:solidFill>
          <a:ln>
            <a:solidFill>
              <a:srgbClr val="000000"/>
            </a:solidFill>
            <a:miter lim="800000"/>
            <a:headEnd/>
            <a:tailEnd/>
          </a:ln>
        </p:spPr>
        <p:txBody>
          <a:bodyPr lIns="91438" tIns="45719" rIns="91438" bIns="45719"/>
          <a:lstStyle/>
          <a:p>
            <a:pPr>
              <a:defRPr/>
            </a:pPr>
            <a:r>
              <a:rPr lang="en-US">
                <a:ea typeface="ＭＳ Ｐゴシック" charset="0"/>
                <a:cs typeface="+mn-cs"/>
              </a:rPr>
              <a:t>This slide needs A LOT of explanation - but is taken directly form SPPM!</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4FA040A-55D9-6DF6-91BF-506068E90977}"/>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D05DDDF1-E30C-42C3-B57F-A6B005617811}"/>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02C8415C-F52E-12BF-ABB8-04EF6ADF8867}"/>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EA621679-7310-3642-EA9D-6C4FD38C0D3B}"/>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8F5DABFD-4C85-4909-9E80-C55760BB025D}" type="slidenum">
              <a:rPr lang="en-AU" altLang="en-US" sz="1200" smtClean="0">
                <a:latin typeface="Times New Roman" panose="02020603050405020304" pitchFamily="18" charset="0"/>
              </a:rPr>
              <a:pPr>
                <a:defRPr/>
              </a:pPr>
              <a:t>35</a:t>
            </a:fld>
            <a:endParaRPr lang="en-AU" altLang="en-US" sz="1200">
              <a:latin typeface="Times New Roman" panose="02020603050405020304" pitchFamily="18" charset="0"/>
            </a:endParaRPr>
          </a:p>
        </p:txBody>
      </p:sp>
      <p:sp>
        <p:nvSpPr>
          <p:cNvPr id="262146" name="Rectangle 2">
            <a:extLst>
              <a:ext uri="{FF2B5EF4-FFF2-40B4-BE49-F238E27FC236}">
                <a16:creationId xmlns:a16="http://schemas.microsoft.com/office/drawing/2014/main" id="{0B8B30DD-08E5-A056-4E8A-3E832CE27037}"/>
              </a:ext>
            </a:extLst>
          </p:cNvPr>
          <p:cNvSpPr>
            <a:spLocks noGrp="1" noRot="1" noChangeAspect="1" noChangeArrowheads="1" noTextEdit="1"/>
          </p:cNvSpPr>
          <p:nvPr>
            <p:ph type="sldImg"/>
          </p:nvPr>
        </p:nvSpPr>
        <p:spPr>
          <a:ln/>
        </p:spPr>
      </p:sp>
      <p:sp>
        <p:nvSpPr>
          <p:cNvPr id="262147" name="Rectangle 3">
            <a:extLst>
              <a:ext uri="{FF2B5EF4-FFF2-40B4-BE49-F238E27FC236}">
                <a16:creationId xmlns:a16="http://schemas.microsoft.com/office/drawing/2014/main" id="{EEAB5657-A93F-25E8-14DA-E9D9E455476A}"/>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03464F7-F5EA-C286-9FFC-CB0192A550FF}"/>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A4E4B779-C891-4ADD-7932-96FF91C2F87A}"/>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0F757F6E-3334-0448-35A5-0EFEADB9CE5E}"/>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62D13EEE-070B-A8FF-938A-97C84FDE8ECA}"/>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83BBFF6C-36C9-4BA5-ADE7-0286039F1D22}" type="slidenum">
              <a:rPr lang="en-AU" altLang="en-US" sz="1200" smtClean="0">
                <a:latin typeface="Times New Roman" panose="02020603050405020304" pitchFamily="18" charset="0"/>
              </a:rPr>
              <a:pPr>
                <a:defRPr/>
              </a:pPr>
              <a:t>36</a:t>
            </a:fld>
            <a:endParaRPr lang="en-AU" altLang="en-US" sz="1200">
              <a:latin typeface="Times New Roman" panose="02020603050405020304" pitchFamily="18" charset="0"/>
            </a:endParaRPr>
          </a:p>
        </p:txBody>
      </p:sp>
      <p:sp>
        <p:nvSpPr>
          <p:cNvPr id="234498" name="Rectangle 2">
            <a:extLst>
              <a:ext uri="{FF2B5EF4-FFF2-40B4-BE49-F238E27FC236}">
                <a16:creationId xmlns:a16="http://schemas.microsoft.com/office/drawing/2014/main" id="{8CCEB5A4-E726-4723-F675-DE6B1274B509}"/>
              </a:ext>
            </a:extLst>
          </p:cNvPr>
          <p:cNvSpPr>
            <a:spLocks noGrp="1" noRot="1" noChangeAspect="1" noChangeArrowheads="1" noTextEdit="1"/>
          </p:cNvSpPr>
          <p:nvPr>
            <p:ph type="sldImg"/>
          </p:nvPr>
        </p:nvSpPr>
        <p:spPr>
          <a:ln/>
        </p:spPr>
      </p:sp>
      <p:sp>
        <p:nvSpPr>
          <p:cNvPr id="234499" name="Rectangle 3">
            <a:extLst>
              <a:ext uri="{FF2B5EF4-FFF2-40B4-BE49-F238E27FC236}">
                <a16:creationId xmlns:a16="http://schemas.microsoft.com/office/drawing/2014/main" id="{01A82ED1-52CA-3DB5-4393-CA5629CB2E10}"/>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7AB6204-4B42-3FCA-F715-9D26A8D2FB94}"/>
              </a:ext>
            </a:extLst>
          </p:cNvPr>
          <p:cNvSpPr>
            <a:spLocks noGrp="1" noChangeArrowheads="1"/>
          </p:cNvSpPr>
          <p:nvPr>
            <p:ph type="hdr" sz="quarter"/>
          </p:nvPr>
        </p:nvSpPr>
        <p:spPr/>
        <p:txBody>
          <a:bodyPr/>
          <a:lstStyle/>
          <a:p>
            <a:pPr>
              <a:defRPr/>
            </a:pPr>
            <a:r>
              <a:rPr lang="en-AU"/>
              <a:t>SWE30003 Software Architectures and Design</a:t>
            </a:r>
          </a:p>
        </p:txBody>
      </p:sp>
      <p:sp>
        <p:nvSpPr>
          <p:cNvPr id="5" name="Rectangle 3">
            <a:extLst>
              <a:ext uri="{FF2B5EF4-FFF2-40B4-BE49-F238E27FC236}">
                <a16:creationId xmlns:a16="http://schemas.microsoft.com/office/drawing/2014/main" id="{EB3921ED-A52A-1049-A0CB-86B87C65848D}"/>
              </a:ext>
            </a:extLst>
          </p:cNvPr>
          <p:cNvSpPr>
            <a:spLocks noGrp="1" noChangeArrowheads="1"/>
          </p:cNvSpPr>
          <p:nvPr>
            <p:ph type="dt" sz="quarter" idx="1"/>
          </p:nvPr>
        </p:nvSpPr>
        <p:spPr/>
        <p:txBody>
          <a:bodyPr/>
          <a:lstStyle/>
          <a:p>
            <a:pPr>
              <a:defRPr/>
            </a:pPr>
            <a:r>
              <a:rPr lang="en-US"/>
              <a:t>S1 2023</a:t>
            </a:r>
            <a:endParaRPr lang="en-AU"/>
          </a:p>
        </p:txBody>
      </p:sp>
      <p:sp>
        <p:nvSpPr>
          <p:cNvPr id="6" name="Rectangle 6">
            <a:extLst>
              <a:ext uri="{FF2B5EF4-FFF2-40B4-BE49-F238E27FC236}">
                <a16:creationId xmlns:a16="http://schemas.microsoft.com/office/drawing/2014/main" id="{E4E53750-498B-617A-C112-435EDBEFC1D7}"/>
              </a:ext>
            </a:extLst>
          </p:cNvPr>
          <p:cNvSpPr>
            <a:spLocks noGrp="1" noChangeArrowheads="1"/>
          </p:cNvSpPr>
          <p:nvPr>
            <p:ph type="ftr" sz="quarter" idx="4"/>
          </p:nvPr>
        </p:nvSpPr>
        <p:spPr/>
        <p:txBody>
          <a:bodyPr/>
          <a:lstStyle>
            <a:lvl1pPr>
              <a:defRPr sz="2500">
                <a:solidFill>
                  <a:schemeClr val="tx1"/>
                </a:solidFill>
                <a:latin typeface="Arial Narrow" pitchFamily="34" charset="0"/>
                <a:ea typeface="MS PGothic" pitchFamily="34" charset="-128"/>
              </a:defRPr>
            </a:lvl1pPr>
            <a:lvl2pPr marL="772445" indent="-297094">
              <a:defRPr sz="2500">
                <a:solidFill>
                  <a:schemeClr val="tx1"/>
                </a:solidFill>
                <a:latin typeface="Arial Narrow" pitchFamily="34" charset="0"/>
                <a:ea typeface="MS PGothic" pitchFamily="34" charset="-128"/>
              </a:defRPr>
            </a:lvl2pPr>
            <a:lvl3pPr marL="1188377" indent="-237675">
              <a:defRPr sz="2500">
                <a:solidFill>
                  <a:schemeClr val="tx1"/>
                </a:solidFill>
                <a:latin typeface="Arial Narrow" pitchFamily="34" charset="0"/>
                <a:ea typeface="MS PGothic" pitchFamily="34" charset="-128"/>
              </a:defRPr>
            </a:lvl3pPr>
            <a:lvl4pPr marL="1663728" indent="-237675">
              <a:defRPr sz="2500">
                <a:solidFill>
                  <a:schemeClr val="tx1"/>
                </a:solidFill>
                <a:latin typeface="Arial Narrow" pitchFamily="34" charset="0"/>
                <a:ea typeface="MS PGothic" pitchFamily="34" charset="-128"/>
              </a:defRPr>
            </a:lvl4pPr>
            <a:lvl5pPr marL="2139079" indent="-237675">
              <a:defRPr sz="2500">
                <a:solidFill>
                  <a:schemeClr val="tx1"/>
                </a:solidFill>
                <a:latin typeface="Arial Narrow" pitchFamily="34" charset="0"/>
                <a:ea typeface="MS PGothic" pitchFamily="34" charset="-128"/>
              </a:defRPr>
            </a:lvl5pPr>
            <a:lvl6pPr marL="2614430" indent="-237675" eaLnBrk="0" fontAlgn="base" hangingPunct="0">
              <a:spcBef>
                <a:spcPct val="0"/>
              </a:spcBef>
              <a:spcAft>
                <a:spcPct val="0"/>
              </a:spcAft>
              <a:defRPr sz="2500">
                <a:solidFill>
                  <a:schemeClr val="tx1"/>
                </a:solidFill>
                <a:latin typeface="Arial Narrow" pitchFamily="34" charset="0"/>
                <a:ea typeface="MS PGothic" pitchFamily="34" charset="-128"/>
              </a:defRPr>
            </a:lvl6pPr>
            <a:lvl7pPr marL="3089780" indent="-237675" eaLnBrk="0" fontAlgn="base" hangingPunct="0">
              <a:spcBef>
                <a:spcPct val="0"/>
              </a:spcBef>
              <a:spcAft>
                <a:spcPct val="0"/>
              </a:spcAft>
              <a:defRPr sz="2500">
                <a:solidFill>
                  <a:schemeClr val="tx1"/>
                </a:solidFill>
                <a:latin typeface="Arial Narrow" pitchFamily="34" charset="0"/>
                <a:ea typeface="MS PGothic" pitchFamily="34" charset="-128"/>
              </a:defRPr>
            </a:lvl7pPr>
            <a:lvl8pPr marL="3565131" indent="-237675" eaLnBrk="0" fontAlgn="base" hangingPunct="0">
              <a:spcBef>
                <a:spcPct val="0"/>
              </a:spcBef>
              <a:spcAft>
                <a:spcPct val="0"/>
              </a:spcAft>
              <a:defRPr sz="2500">
                <a:solidFill>
                  <a:schemeClr val="tx1"/>
                </a:solidFill>
                <a:latin typeface="Arial Narrow" pitchFamily="34" charset="0"/>
                <a:ea typeface="MS PGothic" pitchFamily="34" charset="-128"/>
              </a:defRPr>
            </a:lvl8pPr>
            <a:lvl9pPr marL="4040482" indent="-237675" eaLnBrk="0" fontAlgn="base" hangingPunct="0">
              <a:spcBef>
                <a:spcPct val="0"/>
              </a:spcBef>
              <a:spcAft>
                <a:spcPct val="0"/>
              </a:spcAft>
              <a:defRPr sz="2500">
                <a:solidFill>
                  <a:schemeClr val="tx1"/>
                </a:solidFill>
                <a:latin typeface="Arial Narrow" pitchFamily="34" charset="0"/>
                <a:ea typeface="MS PGothic" pitchFamily="34" charset="-128"/>
              </a:defRPr>
            </a:lvl9pPr>
          </a:lstStyle>
          <a:p>
            <a:pPr>
              <a:defRPr/>
            </a:pPr>
            <a:r>
              <a:rPr lang="en-AU" sz="1200">
                <a:latin typeface="Times New Roman" pitchFamily="18" charset="0"/>
              </a:rPr>
              <a:t>© Swinburne University of Technology</a:t>
            </a:r>
          </a:p>
        </p:txBody>
      </p:sp>
      <p:sp>
        <p:nvSpPr>
          <p:cNvPr id="7" name="Rectangle 7">
            <a:extLst>
              <a:ext uri="{FF2B5EF4-FFF2-40B4-BE49-F238E27FC236}">
                <a16:creationId xmlns:a16="http://schemas.microsoft.com/office/drawing/2014/main" id="{582A8EEF-5F31-73C8-37D4-70FE9ED5E0B2}"/>
              </a:ext>
            </a:extLst>
          </p:cNvPr>
          <p:cNvSpPr>
            <a:spLocks noGrp="1" noChangeArrowheads="1"/>
          </p:cNvSpPr>
          <p:nvPr>
            <p:ph type="sldNum" sz="quarter" idx="5"/>
          </p:nvPr>
        </p:nvSpPr>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71525" indent="-296863">
              <a:defRPr sz="2400">
                <a:solidFill>
                  <a:schemeClr val="tx1"/>
                </a:solidFill>
                <a:latin typeface="Arial Narrow" panose="020B0606020202030204" pitchFamily="34" charset="0"/>
                <a:ea typeface="MS PGothic" panose="020B0600070205080204" pitchFamily="34" charset="-128"/>
              </a:defRPr>
            </a:lvl2pPr>
            <a:lvl3pPr marL="1187450" indent="-236538">
              <a:defRPr sz="2400">
                <a:solidFill>
                  <a:schemeClr val="tx1"/>
                </a:solidFill>
                <a:latin typeface="Arial Narrow" panose="020B0606020202030204" pitchFamily="34" charset="0"/>
                <a:ea typeface="MS PGothic" panose="020B0600070205080204" pitchFamily="34" charset="-128"/>
              </a:defRPr>
            </a:lvl3pPr>
            <a:lvl4pPr marL="1663700" indent="-236538">
              <a:defRPr sz="2400">
                <a:solidFill>
                  <a:schemeClr val="tx1"/>
                </a:solidFill>
                <a:latin typeface="Arial Narrow" panose="020B0606020202030204" pitchFamily="34" charset="0"/>
                <a:ea typeface="MS PGothic" panose="020B0600070205080204" pitchFamily="34" charset="-128"/>
              </a:defRPr>
            </a:lvl4pPr>
            <a:lvl5pPr marL="2138363" indent="-236538">
              <a:defRPr sz="2400">
                <a:solidFill>
                  <a:schemeClr val="tx1"/>
                </a:solidFill>
                <a:latin typeface="Arial Narrow" panose="020B0606020202030204" pitchFamily="34" charset="0"/>
                <a:ea typeface="MS PGothic" panose="020B0600070205080204" pitchFamily="34" charset="-128"/>
              </a:defRPr>
            </a:lvl5pPr>
            <a:lvl6pPr marL="25955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fld id="{7BB8B4E6-E340-419C-A00E-0774584488DA}" type="slidenum">
              <a:rPr lang="en-AU" altLang="en-US" sz="1200" smtClean="0">
                <a:latin typeface="Times New Roman" panose="02020603050405020304" pitchFamily="18" charset="0"/>
              </a:rPr>
              <a:pPr>
                <a:defRPr/>
              </a:pPr>
              <a:t>37</a:t>
            </a:fld>
            <a:endParaRPr lang="en-AU" altLang="en-US" sz="1200">
              <a:latin typeface="Times New Roman" panose="02020603050405020304" pitchFamily="18" charset="0"/>
            </a:endParaRPr>
          </a:p>
        </p:txBody>
      </p:sp>
      <p:sp>
        <p:nvSpPr>
          <p:cNvPr id="234498" name="Rectangle 2">
            <a:extLst>
              <a:ext uri="{FF2B5EF4-FFF2-40B4-BE49-F238E27FC236}">
                <a16:creationId xmlns:a16="http://schemas.microsoft.com/office/drawing/2014/main" id="{986C6311-C437-6799-FE22-6AD71AB7908A}"/>
              </a:ext>
            </a:extLst>
          </p:cNvPr>
          <p:cNvSpPr>
            <a:spLocks noGrp="1" noRot="1" noChangeAspect="1" noChangeArrowheads="1" noTextEdit="1"/>
          </p:cNvSpPr>
          <p:nvPr>
            <p:ph type="sldImg"/>
          </p:nvPr>
        </p:nvSpPr>
        <p:spPr>
          <a:ln/>
        </p:spPr>
      </p:sp>
      <p:sp>
        <p:nvSpPr>
          <p:cNvPr id="234499" name="Rectangle 3">
            <a:extLst>
              <a:ext uri="{FF2B5EF4-FFF2-40B4-BE49-F238E27FC236}">
                <a16:creationId xmlns:a16="http://schemas.microsoft.com/office/drawing/2014/main" id="{07903BAF-3FB0-D9EB-1F84-4048CEBED3D5}"/>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24F799F7-1C11-4CC2-1D89-F180D0FBE71A}"/>
              </a:ext>
            </a:extLst>
          </p:cNvPr>
          <p:cNvSpPr>
            <a:spLocks noChangeArrowheads="1"/>
          </p:cNvSpPr>
          <p:nvPr/>
        </p:nvSpPr>
        <p:spPr bwMode="auto">
          <a:xfrm>
            <a:off x="2159000" y="0"/>
            <a:ext cx="2159000" cy="2159000"/>
          </a:xfrm>
          <a:prstGeom prst="rect">
            <a:avLst/>
          </a:prstGeom>
          <a:solidFill>
            <a:srgbClr val="4D4D4D"/>
          </a:solidFill>
          <a:ln>
            <a:noFill/>
          </a:ln>
          <a:effectLst/>
        </p:spPr>
        <p:txBody>
          <a:bodyPr wrap="none" anchor="ctr"/>
          <a:lstStyle/>
          <a:p>
            <a:pPr>
              <a:defRPr/>
            </a:pPr>
            <a:endParaRPr lang="en-US">
              <a:latin typeface="Arial Narrow" charset="0"/>
              <a:ea typeface="ＭＳ Ｐゴシック" charset="0"/>
            </a:endParaRPr>
          </a:p>
        </p:txBody>
      </p:sp>
      <p:sp>
        <p:nvSpPr>
          <p:cNvPr id="3" name="Rectangle 27">
            <a:extLst>
              <a:ext uri="{FF2B5EF4-FFF2-40B4-BE49-F238E27FC236}">
                <a16:creationId xmlns:a16="http://schemas.microsoft.com/office/drawing/2014/main" id="{D1790BFA-CD71-077C-FCCB-F085063DA6A2}"/>
              </a:ext>
            </a:extLst>
          </p:cNvPr>
          <p:cNvSpPr>
            <a:spLocks noChangeArrowheads="1"/>
          </p:cNvSpPr>
          <p:nvPr/>
        </p:nvSpPr>
        <p:spPr bwMode="auto">
          <a:xfrm>
            <a:off x="6985000" y="4699000"/>
            <a:ext cx="2159000" cy="2159000"/>
          </a:xfrm>
          <a:prstGeom prst="rect">
            <a:avLst/>
          </a:prstGeom>
          <a:solidFill>
            <a:srgbClr val="4D4D4D"/>
          </a:solidFill>
          <a:ln>
            <a:noFill/>
          </a:ln>
          <a:effectLst/>
        </p:spPr>
        <p:txBody>
          <a:bodyPr wrap="none" anchor="ctr"/>
          <a:lstStyle/>
          <a:p>
            <a:pPr>
              <a:defRPr/>
            </a:pPr>
            <a:endParaRPr lang="en-US">
              <a:latin typeface="Arial Narrow" charset="0"/>
              <a:ea typeface="ＭＳ Ｐゴシック" charset="0"/>
            </a:endParaRPr>
          </a:p>
        </p:txBody>
      </p:sp>
      <p:pic>
        <p:nvPicPr>
          <p:cNvPr id="4" name="Picture 66" descr="crest_30pc">
            <a:extLst>
              <a:ext uri="{FF2B5EF4-FFF2-40B4-BE49-F238E27FC236}">
                <a16:creationId xmlns:a16="http://schemas.microsoft.com/office/drawing/2014/main" id="{9D10B348-F7D2-5A9B-E161-AE8F190F0B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4800600"/>
            <a:ext cx="14319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8" descr="corpV_3 300_lzw">
            <a:extLst>
              <a:ext uri="{FF2B5EF4-FFF2-40B4-BE49-F238E27FC236}">
                <a16:creationId xmlns:a16="http://schemas.microsoft.com/office/drawing/2014/main" id="{D87ED209-9C81-6FC9-E06B-3FF5CF40D4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160588" cy="431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2438400" y="2438400"/>
            <a:ext cx="5562600" cy="1143000"/>
          </a:xfrm>
        </p:spPr>
        <p:txBody>
          <a:bodyPr lIns="91440" tIns="45720" rIns="91440" bIns="45720"/>
          <a:lstStyle>
            <a:lvl1pPr>
              <a:defRPr/>
            </a:lvl1pPr>
          </a:lstStyle>
          <a:p>
            <a:pPr lvl="0"/>
            <a:r>
              <a:rPr lang="en-AU" noProof="0"/>
              <a:t>Click to edit Master title style</a:t>
            </a:r>
          </a:p>
        </p:txBody>
      </p:sp>
      <p:sp>
        <p:nvSpPr>
          <p:cNvPr id="4099" name="Rectangle 3"/>
          <p:cNvSpPr>
            <a:spLocks noGrp="1" noChangeArrowheads="1"/>
          </p:cNvSpPr>
          <p:nvPr>
            <p:ph type="subTitle" idx="1"/>
          </p:nvPr>
        </p:nvSpPr>
        <p:spPr>
          <a:xfrm>
            <a:off x="2438400" y="3733800"/>
            <a:ext cx="4419600" cy="990600"/>
          </a:xfrm>
        </p:spPr>
        <p:txBody>
          <a:bodyPr lIns="91440" tIns="45720" rIns="91440" bIns="45720"/>
          <a:lstStyle>
            <a:lvl1pPr marL="0" indent="0">
              <a:buFont typeface="Wingdings" charset="0"/>
              <a:buNone/>
              <a:defRPr/>
            </a:lvl1pPr>
          </a:lstStyle>
          <a:p>
            <a:pPr lvl="0"/>
            <a:r>
              <a:rPr lang="en-AU" noProof="0"/>
              <a:t>Click to edit Master subtitle style</a:t>
            </a:r>
          </a:p>
        </p:txBody>
      </p:sp>
    </p:spTree>
    <p:extLst>
      <p:ext uri="{BB962C8B-B14F-4D97-AF65-F5344CB8AC3E}">
        <p14:creationId xmlns:p14="http://schemas.microsoft.com/office/powerpoint/2010/main" val="9302333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
            <a:extLst>
              <a:ext uri="{FF2B5EF4-FFF2-40B4-BE49-F238E27FC236}">
                <a16:creationId xmlns:a16="http://schemas.microsoft.com/office/drawing/2014/main" id="{A5B11197-FEBF-795B-4C1C-F48F4A59D84A}"/>
              </a:ext>
            </a:extLst>
          </p:cNvPr>
          <p:cNvSpPr>
            <a:spLocks noGrp="1" noChangeArrowheads="1"/>
          </p:cNvSpPr>
          <p:nvPr>
            <p:ph type="sldNum" sz="quarter" idx="10"/>
          </p:nvPr>
        </p:nvSpPr>
        <p:spPr>
          <a:ln/>
        </p:spPr>
        <p:txBody>
          <a:bodyPr/>
          <a:lstStyle>
            <a:lvl1pPr>
              <a:defRPr/>
            </a:lvl1pPr>
          </a:lstStyle>
          <a:p>
            <a:pPr>
              <a:defRPr/>
            </a:pPr>
            <a:fld id="{19AFC9AC-318B-47A4-B03A-A49B78E7D95B}"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473693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a:t>Click to edit Master text styles</a:t>
            </a:r>
          </a:p>
        </p:txBody>
      </p:sp>
      <p:sp>
        <p:nvSpPr>
          <p:cNvPr id="4" name="Rectangle 6">
            <a:extLst>
              <a:ext uri="{FF2B5EF4-FFF2-40B4-BE49-F238E27FC236}">
                <a16:creationId xmlns:a16="http://schemas.microsoft.com/office/drawing/2014/main" id="{CAD9C158-51AC-BD64-0384-3BF8CC1C9172}"/>
              </a:ext>
            </a:extLst>
          </p:cNvPr>
          <p:cNvSpPr>
            <a:spLocks noGrp="1" noChangeArrowheads="1"/>
          </p:cNvSpPr>
          <p:nvPr>
            <p:ph type="sldNum" sz="quarter" idx="10"/>
          </p:nvPr>
        </p:nvSpPr>
        <p:spPr>
          <a:ln/>
        </p:spPr>
        <p:txBody>
          <a:bodyPr/>
          <a:lstStyle>
            <a:lvl1pPr>
              <a:defRPr/>
            </a:lvl1pPr>
          </a:lstStyle>
          <a:p>
            <a:pPr>
              <a:defRPr/>
            </a:pPr>
            <a:fld id="{9E3F4C6D-976A-4E3B-8634-E04AA08E8A55}"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214483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1079500" y="1143000"/>
            <a:ext cx="36957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927600" y="1143000"/>
            <a:ext cx="36957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6">
            <a:extLst>
              <a:ext uri="{FF2B5EF4-FFF2-40B4-BE49-F238E27FC236}">
                <a16:creationId xmlns:a16="http://schemas.microsoft.com/office/drawing/2014/main" id="{0C8437B8-CAF1-9729-4C1A-76F22CD3AC9B}"/>
              </a:ext>
            </a:extLst>
          </p:cNvPr>
          <p:cNvSpPr>
            <a:spLocks noGrp="1" noChangeArrowheads="1"/>
          </p:cNvSpPr>
          <p:nvPr>
            <p:ph type="sldNum" sz="quarter" idx="10"/>
          </p:nvPr>
        </p:nvSpPr>
        <p:spPr>
          <a:ln/>
        </p:spPr>
        <p:txBody>
          <a:bodyPr/>
          <a:lstStyle>
            <a:lvl1pPr>
              <a:defRPr/>
            </a:lvl1pPr>
          </a:lstStyle>
          <a:p>
            <a:pPr>
              <a:defRPr/>
            </a:pPr>
            <a:fld id="{3477D63E-C9A6-432D-AD52-CDBB1180A37A}"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113657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6">
            <a:extLst>
              <a:ext uri="{FF2B5EF4-FFF2-40B4-BE49-F238E27FC236}">
                <a16:creationId xmlns:a16="http://schemas.microsoft.com/office/drawing/2014/main" id="{577A4329-6FE3-A59E-51E1-C3195B61D40E}"/>
              </a:ext>
            </a:extLst>
          </p:cNvPr>
          <p:cNvSpPr>
            <a:spLocks noGrp="1" noChangeArrowheads="1"/>
          </p:cNvSpPr>
          <p:nvPr>
            <p:ph type="sldNum" sz="quarter" idx="10"/>
          </p:nvPr>
        </p:nvSpPr>
        <p:spPr>
          <a:ln/>
        </p:spPr>
        <p:txBody>
          <a:bodyPr/>
          <a:lstStyle>
            <a:lvl1pPr>
              <a:defRPr/>
            </a:lvl1pPr>
          </a:lstStyle>
          <a:p>
            <a:pPr>
              <a:defRPr/>
            </a:pPr>
            <a:fld id="{EF9E1287-6ED9-4B3E-8A29-F258FC90F603}"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809728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Rectangle 6">
            <a:extLst>
              <a:ext uri="{FF2B5EF4-FFF2-40B4-BE49-F238E27FC236}">
                <a16:creationId xmlns:a16="http://schemas.microsoft.com/office/drawing/2014/main" id="{7B13FB0B-221A-DA78-FA63-2EB6DFA84BED}"/>
              </a:ext>
            </a:extLst>
          </p:cNvPr>
          <p:cNvSpPr>
            <a:spLocks noGrp="1" noChangeArrowheads="1"/>
          </p:cNvSpPr>
          <p:nvPr>
            <p:ph type="sldNum" sz="quarter" idx="10"/>
          </p:nvPr>
        </p:nvSpPr>
        <p:spPr>
          <a:ln/>
        </p:spPr>
        <p:txBody>
          <a:bodyPr/>
          <a:lstStyle>
            <a:lvl1pPr>
              <a:defRPr/>
            </a:lvl1pPr>
          </a:lstStyle>
          <a:p>
            <a:pPr>
              <a:defRPr/>
            </a:pPr>
            <a:fld id="{9DEF4CE8-C92C-4BF2-A539-3205566DDEA0}"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612608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AA082FBB-1ED1-8DE9-832E-12C996A691DE}"/>
              </a:ext>
            </a:extLst>
          </p:cNvPr>
          <p:cNvSpPr>
            <a:spLocks noGrp="1" noChangeArrowheads="1"/>
          </p:cNvSpPr>
          <p:nvPr>
            <p:ph type="sldNum" sz="quarter" idx="10"/>
          </p:nvPr>
        </p:nvSpPr>
        <p:spPr>
          <a:ln/>
        </p:spPr>
        <p:txBody>
          <a:bodyPr/>
          <a:lstStyle>
            <a:lvl1pPr>
              <a:defRPr/>
            </a:lvl1pPr>
          </a:lstStyle>
          <a:p>
            <a:pPr>
              <a:defRPr/>
            </a:pPr>
            <a:fld id="{906E9BCC-0CF0-4440-BE86-162B99888615}"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721361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
            <a:extLst>
              <a:ext uri="{FF2B5EF4-FFF2-40B4-BE49-F238E27FC236}">
                <a16:creationId xmlns:a16="http://schemas.microsoft.com/office/drawing/2014/main" id="{331024C7-C104-1A1A-747D-2EE9C2B70863}"/>
              </a:ext>
            </a:extLst>
          </p:cNvPr>
          <p:cNvSpPr>
            <a:spLocks noGrp="1" noChangeArrowheads="1"/>
          </p:cNvSpPr>
          <p:nvPr>
            <p:ph type="sldNum" sz="quarter" idx="10"/>
          </p:nvPr>
        </p:nvSpPr>
        <p:spPr>
          <a:ln/>
        </p:spPr>
        <p:txBody>
          <a:bodyPr/>
          <a:lstStyle>
            <a:lvl1pPr>
              <a:defRPr/>
            </a:lvl1pPr>
          </a:lstStyle>
          <a:p>
            <a:pPr>
              <a:defRPr/>
            </a:pPr>
            <a:fld id="{32A27588-146D-41AD-89C3-427DC077338D}"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106994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
            <a:extLst>
              <a:ext uri="{FF2B5EF4-FFF2-40B4-BE49-F238E27FC236}">
                <a16:creationId xmlns:a16="http://schemas.microsoft.com/office/drawing/2014/main" id="{5FF0CB4E-BD7C-3DD0-115E-84B9FCCE1448}"/>
              </a:ext>
            </a:extLst>
          </p:cNvPr>
          <p:cNvSpPr>
            <a:spLocks noGrp="1" noChangeArrowheads="1"/>
          </p:cNvSpPr>
          <p:nvPr>
            <p:ph type="sldNum" sz="quarter" idx="10"/>
          </p:nvPr>
        </p:nvSpPr>
        <p:spPr>
          <a:ln/>
        </p:spPr>
        <p:txBody>
          <a:bodyPr/>
          <a:lstStyle>
            <a:lvl1pPr>
              <a:defRPr/>
            </a:lvl1pPr>
          </a:lstStyle>
          <a:p>
            <a:pPr>
              <a:defRPr/>
            </a:pPr>
            <a:fld id="{3625CCB5-D996-4694-A4A4-F18ABDB553CE}"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30172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
            <a:extLst>
              <a:ext uri="{FF2B5EF4-FFF2-40B4-BE49-F238E27FC236}">
                <a16:creationId xmlns:a16="http://schemas.microsoft.com/office/drawing/2014/main" id="{F6CDDA55-D709-85A6-FCF6-1C8B4DD52E6B}"/>
              </a:ext>
            </a:extLst>
          </p:cNvPr>
          <p:cNvSpPr>
            <a:spLocks noGrp="1" noChangeArrowheads="1"/>
          </p:cNvSpPr>
          <p:nvPr>
            <p:ph type="sldNum" sz="quarter" idx="10"/>
          </p:nvPr>
        </p:nvSpPr>
        <p:spPr>
          <a:ln/>
        </p:spPr>
        <p:txBody>
          <a:bodyPr/>
          <a:lstStyle>
            <a:lvl1pPr>
              <a:defRPr/>
            </a:lvl1pPr>
          </a:lstStyle>
          <a:p>
            <a:pPr>
              <a:defRPr/>
            </a:pPr>
            <a:fld id="{2A06E8BB-C538-4A4C-93C5-D60B9C526B54}"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472003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50" y="358775"/>
            <a:ext cx="1885950" cy="5584825"/>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1079500" y="358775"/>
            <a:ext cx="5505450" cy="5584825"/>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
            <a:extLst>
              <a:ext uri="{FF2B5EF4-FFF2-40B4-BE49-F238E27FC236}">
                <a16:creationId xmlns:a16="http://schemas.microsoft.com/office/drawing/2014/main" id="{6FC1B172-9E95-B59E-00FE-6C333EB6586B}"/>
              </a:ext>
            </a:extLst>
          </p:cNvPr>
          <p:cNvSpPr>
            <a:spLocks noGrp="1" noChangeArrowheads="1"/>
          </p:cNvSpPr>
          <p:nvPr>
            <p:ph type="sldNum" sz="quarter" idx="10"/>
          </p:nvPr>
        </p:nvSpPr>
        <p:spPr>
          <a:ln/>
        </p:spPr>
        <p:txBody>
          <a:bodyPr/>
          <a:lstStyle>
            <a:lvl1pPr>
              <a:defRPr/>
            </a:lvl1pPr>
          </a:lstStyle>
          <a:p>
            <a:pPr>
              <a:defRPr/>
            </a:pPr>
            <a:fld id="{F33CADB0-5B99-431E-BD22-79B274298F34}"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752544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D9F1B2D-91C0-2BDA-CEB9-A3736B196CB5}"/>
              </a:ext>
            </a:extLst>
          </p:cNvPr>
          <p:cNvSpPr>
            <a:spLocks noGrp="1" noChangeArrowheads="1"/>
          </p:cNvSpPr>
          <p:nvPr>
            <p:ph type="title"/>
          </p:nvPr>
        </p:nvSpPr>
        <p:spPr bwMode="auto">
          <a:xfrm>
            <a:off x="1079500" y="358775"/>
            <a:ext cx="6997700" cy="685800"/>
          </a:xfrm>
          <a:prstGeom prst="rect">
            <a:avLst/>
          </a:prstGeom>
          <a:noFill/>
          <a:ln>
            <a:noFill/>
          </a:ln>
          <a:effectLst/>
        </p:spPr>
        <p:txBody>
          <a:bodyPr vert="horz" wrap="square" lIns="0" tIns="0" rIns="0" bIns="0" numCol="1" anchor="t" anchorCtr="0" compatLnSpc="1">
            <a:prstTxWarp prst="textNoShape">
              <a:avLst/>
            </a:prstTxWarp>
          </a:bodyPr>
          <a:lstStyle/>
          <a:p>
            <a:pPr lvl="0"/>
            <a:r>
              <a:rPr lang="en-AU"/>
              <a:t>Click to edit Master title style</a:t>
            </a:r>
          </a:p>
        </p:txBody>
      </p:sp>
      <p:sp>
        <p:nvSpPr>
          <p:cNvPr id="1030" name="Rectangle 6">
            <a:extLst>
              <a:ext uri="{FF2B5EF4-FFF2-40B4-BE49-F238E27FC236}">
                <a16:creationId xmlns:a16="http://schemas.microsoft.com/office/drawing/2014/main" id="{87B222D9-6849-2E6B-1FA5-69AD99374E9E}"/>
              </a:ext>
            </a:extLst>
          </p:cNvPr>
          <p:cNvSpPr>
            <a:spLocks noGrp="1" noChangeArrowheads="1"/>
          </p:cNvSpPr>
          <p:nvPr>
            <p:ph type="sldNum" sz="quarter" idx="4"/>
          </p:nvPr>
        </p:nvSpPr>
        <p:spPr bwMode="auto">
          <a:xfrm>
            <a:off x="6781800" y="61722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smtClean="0">
                <a:latin typeface="Times New Roman" panose="02020603050405020304" pitchFamily="18" charset="0"/>
              </a:defRPr>
            </a:lvl1pPr>
          </a:lstStyle>
          <a:p>
            <a:pPr>
              <a:defRPr/>
            </a:pPr>
            <a:fld id="{D20C0FAB-1655-41E1-8DFD-DDF901C93458}" type="slidenum">
              <a:rPr lang="en-AU" altLang="en-US"/>
              <a:pPr>
                <a:defRPr/>
              </a:pPr>
              <a:t>‹#›</a:t>
            </a:fld>
            <a:endParaRPr lang="en-AU" altLang="en-US"/>
          </a:p>
          <a:p>
            <a:pPr>
              <a:defRPr/>
            </a:pPr>
            <a:endParaRPr lang="en-AU" altLang="en-US"/>
          </a:p>
        </p:txBody>
      </p:sp>
      <p:sp>
        <p:nvSpPr>
          <p:cNvPr id="1031" name="Line 7">
            <a:extLst>
              <a:ext uri="{FF2B5EF4-FFF2-40B4-BE49-F238E27FC236}">
                <a16:creationId xmlns:a16="http://schemas.microsoft.com/office/drawing/2014/main" id="{9B5BC7F8-AA09-DDC0-BFB2-70145116FDD9}"/>
              </a:ext>
            </a:extLst>
          </p:cNvPr>
          <p:cNvSpPr>
            <a:spLocks noChangeShapeType="1"/>
          </p:cNvSpPr>
          <p:nvPr/>
        </p:nvSpPr>
        <p:spPr bwMode="auto">
          <a:xfrm>
            <a:off x="1143000" y="990600"/>
            <a:ext cx="7315200" cy="0"/>
          </a:xfrm>
          <a:prstGeom prst="line">
            <a:avLst/>
          </a:prstGeom>
          <a:noFill/>
          <a:ln w="9525">
            <a:solidFill>
              <a:schemeClr val="tx1"/>
            </a:solidFill>
            <a:round/>
            <a:headEnd/>
            <a:tailEnd/>
          </a:ln>
          <a:effectLst/>
        </p:spPr>
        <p:txBody>
          <a:bodyPr wrap="none" anchor="ctr"/>
          <a:lstStyle/>
          <a:p>
            <a:pPr>
              <a:defRPr/>
            </a:pPr>
            <a:endParaRPr lang="en-US">
              <a:latin typeface="Arial Narrow" charset="0"/>
              <a:ea typeface="ＭＳ Ｐゴシック" charset="0"/>
            </a:endParaRPr>
          </a:p>
        </p:txBody>
      </p:sp>
      <p:pic>
        <p:nvPicPr>
          <p:cNvPr id="1029" name="Picture 14" descr="crest_100pc bit">
            <a:extLst>
              <a:ext uri="{FF2B5EF4-FFF2-40B4-BE49-F238E27FC236}">
                <a16:creationId xmlns:a16="http://schemas.microsoft.com/office/drawing/2014/main" id="{3E8D4B7C-00F4-775C-E39F-514A394FEB8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77200" y="228600"/>
            <a:ext cx="7064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1" name="Rectangle 17">
            <a:extLst>
              <a:ext uri="{FF2B5EF4-FFF2-40B4-BE49-F238E27FC236}">
                <a16:creationId xmlns:a16="http://schemas.microsoft.com/office/drawing/2014/main" id="{84081D56-22F9-A1C3-19AD-A3BC0C5F40C4}"/>
              </a:ext>
            </a:extLst>
          </p:cNvPr>
          <p:cNvSpPr>
            <a:spLocks noGrp="1" noChangeArrowheads="1"/>
          </p:cNvSpPr>
          <p:nvPr>
            <p:ph type="body" idx="1"/>
          </p:nvPr>
        </p:nvSpPr>
        <p:spPr bwMode="auto">
          <a:xfrm>
            <a:off x="1079500" y="1143000"/>
            <a:ext cx="7543800" cy="4800600"/>
          </a:xfrm>
          <a:prstGeom prst="rect">
            <a:avLst/>
          </a:prstGeom>
          <a:noFill/>
          <a:ln>
            <a:noFill/>
          </a:ln>
          <a:effectLst/>
        </p:spPr>
        <p:txBody>
          <a:bodyPr vert="horz" wrap="square" lIns="0" tIns="0" rIns="0" bIns="0"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p>
        </p:txBody>
      </p:sp>
      <p:sp>
        <p:nvSpPr>
          <p:cNvPr id="3" name="TextBox 2">
            <a:extLst>
              <a:ext uri="{FF2B5EF4-FFF2-40B4-BE49-F238E27FC236}">
                <a16:creationId xmlns:a16="http://schemas.microsoft.com/office/drawing/2014/main" id="{67232848-E6BA-5C67-6A95-A4674F2294BA}"/>
              </a:ext>
            </a:extLst>
          </p:cNvPr>
          <p:cNvSpPr txBox="1"/>
          <p:nvPr userDrawn="1">
            <p:extLst>
              <p:ext uri="{1162E1C5-73C7-4A58-AE30-91384D911F3F}">
                <p184:classification xmlns:p184="http://schemas.microsoft.com/office/powerpoint/2018/4/main" val="hdr"/>
              </p:ext>
            </p:extLst>
          </p:nvPr>
        </p:nvSpPr>
        <p:spPr>
          <a:xfrm>
            <a:off x="63500" y="63500"/>
            <a:ext cx="541338" cy="182880"/>
          </a:xfrm>
          <a:prstGeom prst="rect">
            <a:avLst/>
          </a:prstGeom>
        </p:spPr>
        <p:txBody>
          <a:bodyPr horzOverflow="overflow" lIns="0" tIns="0" rIns="0" bIns="0">
            <a:spAutoFit/>
          </a:bodyPr>
          <a:lstStyle/>
          <a:p>
            <a:pPr algn="l"/>
            <a:r>
              <a:rPr lang="en-GB" sz="1200">
                <a:solidFill>
                  <a:srgbClr val="000000">
                    <a:alpha val="50000"/>
                  </a:srgbClr>
                </a:solidFill>
                <a:latin typeface="Aptos" panose="020B0004020202020204" pitchFamily="34" charset="0"/>
              </a:rPr>
              <a:t>Internal</a:t>
            </a:r>
          </a:p>
        </p:txBody>
      </p:sp>
    </p:spTree>
  </p:cSld>
  <p:clrMap bg1="lt1" tx1="dk1" bg2="lt2" tx2="dk2" accent1="accent1" accent2="accent2" accent3="accent3" accent4="accent4" accent5="accent5" accent6="accent6" hlink="hlink" folHlink="folHlink"/>
  <p:sldLayoutIdLst>
    <p:sldLayoutId id="2147483815"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Lst>
  <p:hf hdr="0" ftr="0" dt="0"/>
  <p:txStyles>
    <p:titleStyle>
      <a:lvl1pPr algn="l" rtl="0" eaLnBrk="0" fontAlgn="base" hangingPunct="0">
        <a:spcBef>
          <a:spcPct val="0"/>
        </a:spcBef>
        <a:spcAft>
          <a:spcPct val="0"/>
        </a:spcAft>
        <a:defRPr sz="3600" b="1">
          <a:solidFill>
            <a:schemeClr val="tx2"/>
          </a:solidFill>
          <a:latin typeface="+mj-lt"/>
          <a:ea typeface="MS PGothic" pitchFamily="34" charset="-128"/>
          <a:cs typeface="ＭＳ Ｐゴシック" charset="0"/>
        </a:defRPr>
      </a:lvl1pPr>
      <a:lvl2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2pPr>
      <a:lvl3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3pPr>
      <a:lvl4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4pPr>
      <a:lvl5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5pPr>
      <a:lvl6pPr marL="457200" algn="l" rtl="0" eaLnBrk="0" fontAlgn="base" hangingPunct="0">
        <a:spcBef>
          <a:spcPct val="0"/>
        </a:spcBef>
        <a:spcAft>
          <a:spcPct val="0"/>
        </a:spcAft>
        <a:defRPr sz="3600" b="1">
          <a:solidFill>
            <a:schemeClr val="tx2"/>
          </a:solidFill>
          <a:latin typeface="Arial Narrow" charset="0"/>
          <a:ea typeface="ＭＳ Ｐゴシック" charset="0"/>
        </a:defRPr>
      </a:lvl6pPr>
      <a:lvl7pPr marL="914400" algn="l" rtl="0" eaLnBrk="0" fontAlgn="base" hangingPunct="0">
        <a:spcBef>
          <a:spcPct val="0"/>
        </a:spcBef>
        <a:spcAft>
          <a:spcPct val="0"/>
        </a:spcAft>
        <a:defRPr sz="3600" b="1">
          <a:solidFill>
            <a:schemeClr val="tx2"/>
          </a:solidFill>
          <a:latin typeface="Arial Narrow" charset="0"/>
          <a:ea typeface="ＭＳ Ｐゴシック" charset="0"/>
        </a:defRPr>
      </a:lvl7pPr>
      <a:lvl8pPr marL="1371600" algn="l" rtl="0" eaLnBrk="0" fontAlgn="base" hangingPunct="0">
        <a:spcBef>
          <a:spcPct val="0"/>
        </a:spcBef>
        <a:spcAft>
          <a:spcPct val="0"/>
        </a:spcAft>
        <a:defRPr sz="3600" b="1">
          <a:solidFill>
            <a:schemeClr val="tx2"/>
          </a:solidFill>
          <a:latin typeface="Arial Narrow" charset="0"/>
          <a:ea typeface="ＭＳ Ｐゴシック" charset="0"/>
        </a:defRPr>
      </a:lvl8pPr>
      <a:lvl9pPr marL="1828800" algn="l" rtl="0" eaLnBrk="0" fontAlgn="base" hangingPunct="0">
        <a:spcBef>
          <a:spcPct val="0"/>
        </a:spcBef>
        <a:spcAft>
          <a:spcPct val="0"/>
        </a:spcAft>
        <a:defRPr sz="3600" b="1">
          <a:solidFill>
            <a:schemeClr val="tx2"/>
          </a:solidFill>
          <a:latin typeface="Arial Narrow" charset="0"/>
          <a:ea typeface="ＭＳ Ｐゴシック" charset="0"/>
        </a:defRPr>
      </a:lvl9pPr>
    </p:titleStyle>
    <p:bodyStyle>
      <a:lvl1pPr marL="285750" indent="-285750" algn="l" rtl="0" eaLnBrk="0" fontAlgn="base" hangingPunct="0">
        <a:spcBef>
          <a:spcPct val="40000"/>
        </a:spcBef>
        <a:spcAft>
          <a:spcPct val="0"/>
        </a:spcAft>
        <a:buSzPct val="75000"/>
        <a:buFont typeface="Wingdings" panose="05000000000000000000" pitchFamily="2" charset="2"/>
        <a:buChar char="n"/>
        <a:defRPr sz="2800">
          <a:solidFill>
            <a:schemeClr val="tx1"/>
          </a:solidFill>
          <a:latin typeface="+mn-lt"/>
          <a:ea typeface="MS PGothic" pitchFamily="34" charset="-128"/>
          <a:cs typeface="ＭＳ Ｐゴシック" charset="0"/>
        </a:defRPr>
      </a:lvl1pPr>
      <a:lvl2pPr marL="762000" indent="-285750" algn="l" rtl="0" eaLnBrk="0" fontAlgn="base" hangingPunct="0">
        <a:spcBef>
          <a:spcPct val="40000"/>
        </a:spcBef>
        <a:spcAft>
          <a:spcPct val="0"/>
        </a:spcAft>
        <a:buClr>
          <a:schemeClr val="tx1"/>
        </a:buClr>
        <a:buSzPct val="85000"/>
        <a:buFont typeface="Wingdings" panose="05000000000000000000" pitchFamily="2" charset="2"/>
        <a:buChar char="¨"/>
        <a:defRPr sz="2400">
          <a:solidFill>
            <a:schemeClr val="tx1"/>
          </a:solidFill>
          <a:latin typeface="+mn-lt"/>
          <a:ea typeface="MS PGothic" pitchFamily="34" charset="-128"/>
        </a:defRPr>
      </a:lvl2pPr>
      <a:lvl3pPr marL="1276350" indent="-228600" algn="l" rtl="0" eaLnBrk="0" fontAlgn="base" hangingPunct="0">
        <a:spcBef>
          <a:spcPct val="40000"/>
        </a:spcBef>
        <a:spcAft>
          <a:spcPct val="0"/>
        </a:spcAft>
        <a:buClr>
          <a:schemeClr val="tx1"/>
        </a:buClr>
        <a:buSzPct val="85000"/>
        <a:buFont typeface="Wingdings" panose="05000000000000000000" pitchFamily="2" charset="2"/>
        <a:buChar char="¨"/>
        <a:defRPr sz="2000">
          <a:solidFill>
            <a:schemeClr val="tx1"/>
          </a:solidFill>
          <a:latin typeface="+mn-lt"/>
          <a:ea typeface="MS PGothic" pitchFamily="34" charset="-128"/>
        </a:defRPr>
      </a:lvl3pPr>
      <a:lvl4pPr marL="1695450" indent="-228600" algn="l" rtl="0" eaLnBrk="0" fontAlgn="base" hangingPunct="0">
        <a:spcBef>
          <a:spcPct val="40000"/>
        </a:spcBef>
        <a:spcAft>
          <a:spcPct val="0"/>
        </a:spcAft>
        <a:buClr>
          <a:schemeClr val="tx1"/>
        </a:buClr>
        <a:buSzPct val="85000"/>
        <a:buFont typeface="Wingdings" panose="05000000000000000000" pitchFamily="2" charset="2"/>
        <a:buChar char="¨"/>
        <a:defRPr>
          <a:solidFill>
            <a:schemeClr val="tx1"/>
          </a:solidFill>
          <a:latin typeface="+mn-lt"/>
          <a:ea typeface="MS PGothic" pitchFamily="34" charset="-128"/>
        </a:defRPr>
      </a:lvl4pPr>
      <a:lvl5pPr marL="2114550" indent="-228600" algn="l" rtl="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mn-lt"/>
          <a:ea typeface="MS PGothic" pitchFamily="34" charset="-128"/>
        </a:defRPr>
      </a:lvl5pPr>
      <a:lvl6pPr marL="25717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6pPr>
      <a:lvl7pPr marL="30289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7pPr>
      <a:lvl8pPr marL="34861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8pPr>
      <a:lvl9pPr marL="39433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a:extLst>
              <a:ext uri="{FF2B5EF4-FFF2-40B4-BE49-F238E27FC236}">
                <a16:creationId xmlns:a16="http://schemas.microsoft.com/office/drawing/2014/main" id="{ADEC06F9-01F8-E132-93A3-5934EFA94827}"/>
              </a:ext>
            </a:extLst>
          </p:cNvPr>
          <p:cNvSpPr>
            <a:spLocks noGrp="1" noChangeArrowheads="1"/>
          </p:cNvSpPr>
          <p:nvPr>
            <p:ph type="subTitle" idx="1"/>
          </p:nvPr>
        </p:nvSpPr>
        <p:spPr>
          <a:xfrm>
            <a:off x="2514600" y="3733800"/>
            <a:ext cx="6454775" cy="2143125"/>
          </a:xfrm>
        </p:spPr>
        <p:txBody>
          <a:bodyPr lIns="0" tIns="0" rIns="0" bIns="0"/>
          <a:lstStyle/>
          <a:p>
            <a:pPr>
              <a:defRPr/>
            </a:pPr>
            <a:r>
              <a:rPr lang="en-AU">
                <a:ea typeface="+mn-ea"/>
                <a:cs typeface="+mn-cs"/>
              </a:rPr>
              <a:t>Lecture 1</a:t>
            </a:r>
            <a:br>
              <a:rPr lang="en-AU">
                <a:ea typeface="+mn-ea"/>
                <a:cs typeface="+mn-cs"/>
              </a:rPr>
            </a:br>
            <a:r>
              <a:rPr lang="en-AU">
                <a:ea typeface="+mn-ea"/>
                <a:cs typeface="+mn-cs"/>
              </a:rPr>
              <a:t>Issues in Software Design</a:t>
            </a:r>
          </a:p>
        </p:txBody>
      </p:sp>
      <p:sp>
        <p:nvSpPr>
          <p:cNvPr id="284675" name="Rectangle 3">
            <a:extLst>
              <a:ext uri="{FF2B5EF4-FFF2-40B4-BE49-F238E27FC236}">
                <a16:creationId xmlns:a16="http://schemas.microsoft.com/office/drawing/2014/main" id="{80D8800B-CFB9-A078-39C6-32C405C20F01}"/>
              </a:ext>
            </a:extLst>
          </p:cNvPr>
          <p:cNvSpPr>
            <a:spLocks noGrp="1" noChangeArrowheads="1"/>
          </p:cNvSpPr>
          <p:nvPr>
            <p:ph type="ctrTitle"/>
          </p:nvPr>
        </p:nvSpPr>
        <p:spPr>
          <a:xfrm>
            <a:off x="2438400" y="2438400"/>
            <a:ext cx="5791200" cy="1143000"/>
          </a:xfrm>
        </p:spPr>
        <p:txBody>
          <a:bodyPr/>
          <a:lstStyle/>
          <a:p>
            <a:pPr>
              <a:defRPr/>
            </a:pPr>
            <a:r>
              <a:rPr lang="en-AU" sz="3200" dirty="0">
                <a:ea typeface="+mj-ea"/>
                <a:cs typeface="+mj-cs"/>
              </a:rPr>
              <a:t>SWE30003</a:t>
            </a:r>
            <a:br>
              <a:rPr lang="en-AU" sz="3200" dirty="0">
                <a:ea typeface="+mj-ea"/>
                <a:cs typeface="+mj-cs"/>
              </a:rPr>
            </a:br>
            <a:r>
              <a:rPr lang="en-AU" sz="3200" dirty="0">
                <a:ea typeface="+mj-ea"/>
                <a:cs typeface="+mj-cs"/>
              </a:rPr>
              <a:t>Software Architectures and Design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4F4D37C-4E4F-2F4C-2CDF-3774BD5C533E}"/>
              </a:ext>
            </a:extLst>
          </p:cNvPr>
          <p:cNvSpPr>
            <a:spLocks noChangeArrowheads="1"/>
          </p:cNvSpPr>
          <p:nvPr/>
        </p:nvSpPr>
        <p:spPr bwMode="auto">
          <a:xfrm>
            <a:off x="0" y="1524000"/>
            <a:ext cx="7162800"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pic>
        <p:nvPicPr>
          <p:cNvPr id="7171" name="Picture 6" descr="roadmap">
            <a:extLst>
              <a:ext uri="{FF2B5EF4-FFF2-40B4-BE49-F238E27FC236}">
                <a16:creationId xmlns:a16="http://schemas.microsoft.com/office/drawing/2014/main" id="{2601D7AC-653A-119A-4C7B-1F35DD2B1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54175"/>
            <a:ext cx="41910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5876" name="Rectangle 4">
            <a:extLst>
              <a:ext uri="{FF2B5EF4-FFF2-40B4-BE49-F238E27FC236}">
                <a16:creationId xmlns:a16="http://schemas.microsoft.com/office/drawing/2014/main" id="{B8A98F42-80DE-FED5-FEE4-91BA392CD8F4}"/>
              </a:ext>
            </a:extLst>
          </p:cNvPr>
          <p:cNvSpPr>
            <a:spLocks noGrp="1" noChangeArrowheads="1"/>
          </p:cNvSpPr>
          <p:nvPr>
            <p:ph type="title" idx="4294967295"/>
          </p:nvPr>
        </p:nvSpPr>
        <p:spPr/>
        <p:txBody>
          <a:bodyPr/>
          <a:lstStyle/>
          <a:p>
            <a:pPr eaLnBrk="1" hangingPunct="1">
              <a:defRPr/>
            </a:pPr>
            <a:r>
              <a:rPr lang="en-US">
                <a:ea typeface="+mj-ea"/>
                <a:cs typeface="+mj-cs"/>
              </a:rPr>
              <a:t>Outline</a:t>
            </a:r>
          </a:p>
        </p:txBody>
      </p:sp>
      <p:sp>
        <p:nvSpPr>
          <p:cNvPr id="335878" name="Rectangle 4">
            <a:extLst>
              <a:ext uri="{FF2B5EF4-FFF2-40B4-BE49-F238E27FC236}">
                <a16:creationId xmlns:a16="http://schemas.microsoft.com/office/drawing/2014/main" id="{92FCD4D6-40BA-5B4E-F42F-5F709D91CF2A}"/>
              </a:ext>
            </a:extLst>
          </p:cNvPr>
          <p:cNvSpPr>
            <a:spLocks noChangeArrowheads="1"/>
          </p:cNvSpPr>
          <p:nvPr/>
        </p:nvSpPr>
        <p:spPr bwMode="auto">
          <a:xfrm>
            <a:off x="914400" y="1371600"/>
            <a:ext cx="6997700" cy="4953000"/>
          </a:xfrm>
          <a:prstGeom prst="rect">
            <a:avLst/>
          </a:prstGeom>
          <a:noFill/>
          <a:ln>
            <a:noFill/>
          </a:ln>
          <a:effectLst/>
        </p:spPr>
        <p:txBody>
          <a:bodyPr lIns="0" tIns="0" rIns="0" bIns="0"/>
          <a:lstStyle/>
          <a:p>
            <a:pPr eaLnBrk="1" hangingPunct="1">
              <a:defRPr/>
            </a:pPr>
            <a:endParaRPr lang="en-US" sz="3600" b="1">
              <a:solidFill>
                <a:schemeClr val="tx2"/>
              </a:solidFill>
              <a:latin typeface="Arial Narrow" charset="0"/>
              <a:ea typeface="ＭＳ Ｐゴシック" charset="0"/>
            </a:endParaRPr>
          </a:p>
        </p:txBody>
      </p:sp>
      <p:sp>
        <p:nvSpPr>
          <p:cNvPr id="335880" name="Rectangle 8">
            <a:extLst>
              <a:ext uri="{FF2B5EF4-FFF2-40B4-BE49-F238E27FC236}">
                <a16:creationId xmlns:a16="http://schemas.microsoft.com/office/drawing/2014/main" id="{C84D5333-E7EA-EA57-E9B9-418D4BB32301}"/>
              </a:ext>
            </a:extLst>
          </p:cNvPr>
          <p:cNvSpPr>
            <a:spLocks noChangeArrowheads="1"/>
          </p:cNvSpPr>
          <p:nvPr/>
        </p:nvSpPr>
        <p:spPr bwMode="auto">
          <a:xfrm>
            <a:off x="1079500" y="1143000"/>
            <a:ext cx="7543800" cy="4800600"/>
          </a:xfrm>
          <a:prstGeom prst="rect">
            <a:avLst/>
          </a:prstGeom>
          <a:noFill/>
          <a:ln>
            <a:noFill/>
          </a:ln>
          <a:effectLst/>
        </p:spPr>
        <p:txBody>
          <a:bodyPr lIns="0" tIns="0" rIns="0" bIns="0"/>
          <a:lstStyle/>
          <a:p>
            <a:pPr marL="285750" indent="-285750" eaLnBrk="1" hangingPunct="1">
              <a:spcBef>
                <a:spcPct val="40000"/>
              </a:spcBef>
              <a:buSzPct val="75000"/>
              <a:buFont typeface="Wingdings" charset="0"/>
              <a:buNone/>
              <a:defRPr/>
            </a:pPr>
            <a:endParaRPr lang="en-US" sz="1800" dirty="0">
              <a:latin typeface="Arial Narrow" charset="0"/>
              <a:ea typeface="ＭＳ Ｐゴシック" charset="0"/>
            </a:endParaRPr>
          </a:p>
          <a:p>
            <a:pPr marL="285750" indent="-285750" eaLnBrk="1" hangingPunct="1">
              <a:spcBef>
                <a:spcPct val="40000"/>
              </a:spcBef>
              <a:buSzPct val="75000"/>
              <a:buFont typeface="Wingdings" charset="0"/>
              <a:buChar char="n"/>
              <a:defRPr/>
            </a:pPr>
            <a:r>
              <a:rPr lang="en-US" sz="2800" b="1" dirty="0">
                <a:latin typeface="Arial Narrow" charset="0"/>
                <a:ea typeface="ＭＳ Ｐゴシック" charset="0"/>
              </a:rPr>
              <a:t>Unit of Study Overview</a:t>
            </a:r>
            <a:endParaRPr lang="en-US" sz="2800" dirty="0">
              <a:latin typeface="Arial Narrow" charset="0"/>
              <a:ea typeface="ＭＳ Ｐゴシック" charset="0"/>
            </a:endParaRP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What Drives Software Development?</a:t>
            </a: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From Business Goals to Requirements</a:t>
            </a:r>
          </a:p>
          <a:p>
            <a:pPr marL="762000" lvl="1" indent="-285750" eaLnBrk="1" hangingPunct="1">
              <a:spcBef>
                <a:spcPct val="40000"/>
              </a:spcBef>
              <a:buClr>
                <a:schemeClr val="tx1"/>
              </a:buClr>
              <a:buSzPct val="85000"/>
              <a:buFont typeface="Wingdings" charset="0"/>
              <a:buChar char="¨"/>
              <a:defRPr/>
            </a:pPr>
            <a:r>
              <a:rPr lang="en-US" dirty="0">
                <a:latin typeface="Arial Narrow" charset="0"/>
                <a:ea typeface="ＭＳ Ｐゴシック" charset="0"/>
              </a:rPr>
              <a:t>Functional vs. Non-functional</a:t>
            </a:r>
          </a:p>
          <a:p>
            <a:pPr marL="762000" lvl="1" indent="-285750" eaLnBrk="1" hangingPunct="1">
              <a:spcBef>
                <a:spcPct val="40000"/>
              </a:spcBef>
              <a:buClr>
                <a:schemeClr val="tx1"/>
              </a:buClr>
              <a:buSzPct val="85000"/>
              <a:buFont typeface="Wingdings" charset="0"/>
              <a:buChar char="¨"/>
              <a:defRPr/>
            </a:pPr>
            <a:r>
              <a:rPr lang="en-US" dirty="0">
                <a:latin typeface="Arial Narrow" charset="0"/>
                <a:ea typeface="ＭＳ Ｐゴシック" charset="0"/>
              </a:rPr>
              <a:t>Verification &amp; Validation</a:t>
            </a: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What is Design, what drives Design?</a:t>
            </a:r>
          </a:p>
        </p:txBody>
      </p:sp>
      <p:sp>
        <p:nvSpPr>
          <p:cNvPr id="2" name="Slide Number Placeholder 1">
            <a:extLst>
              <a:ext uri="{FF2B5EF4-FFF2-40B4-BE49-F238E27FC236}">
                <a16:creationId xmlns:a16="http://schemas.microsoft.com/office/drawing/2014/main" id="{CC9E360D-2B4C-A2F6-7D87-F66CF5CA7444}"/>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B70E0D4F-151F-469A-8664-4F74A4AC6D36}" type="slidenum">
              <a:rPr lang="en-AU" altLang="en-US" sz="1400" smtClean="0">
                <a:latin typeface="Times New Roman" panose="02020603050405020304" pitchFamily="18" charset="0"/>
              </a:rPr>
              <a:pPr>
                <a:spcBef>
                  <a:spcPct val="0"/>
                </a:spcBef>
                <a:buSzTx/>
                <a:buFontTx/>
                <a:buNone/>
                <a:defRPr/>
              </a:pPr>
              <a:t>2</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a:extLst>
              <a:ext uri="{FF2B5EF4-FFF2-40B4-BE49-F238E27FC236}">
                <a16:creationId xmlns:a16="http://schemas.microsoft.com/office/drawing/2014/main" id="{4A93BB70-7B4F-23CB-25EF-8EB8381A23A7}"/>
              </a:ext>
            </a:extLst>
          </p:cNvPr>
          <p:cNvSpPr>
            <a:spLocks noGrp="1" noChangeArrowheads="1"/>
          </p:cNvSpPr>
          <p:nvPr>
            <p:ph type="title" idx="4294967295"/>
          </p:nvPr>
        </p:nvSpPr>
        <p:spPr/>
        <p:txBody>
          <a:bodyPr/>
          <a:lstStyle/>
          <a:p>
            <a:pPr eaLnBrk="1" hangingPunct="1">
              <a:defRPr/>
            </a:pPr>
            <a:r>
              <a:rPr lang="en-US">
                <a:ea typeface="+mj-ea"/>
                <a:cs typeface="+mj-cs"/>
              </a:rPr>
              <a:t>Software Development Activities</a:t>
            </a:r>
          </a:p>
        </p:txBody>
      </p:sp>
      <p:graphicFrame>
        <p:nvGraphicFramePr>
          <p:cNvPr id="329757" name="Group 29">
            <a:extLst>
              <a:ext uri="{FF2B5EF4-FFF2-40B4-BE49-F238E27FC236}">
                <a16:creationId xmlns:a16="http://schemas.microsoft.com/office/drawing/2014/main" id="{B04793BE-A7E9-5CDB-3936-FCC1DAD3EA3E}"/>
              </a:ext>
            </a:extLst>
          </p:cNvPr>
          <p:cNvGraphicFramePr>
            <a:graphicFrameLocks noGrp="1"/>
          </p:cNvGraphicFramePr>
          <p:nvPr/>
        </p:nvGraphicFramePr>
        <p:xfrm>
          <a:off x="533400" y="1371600"/>
          <a:ext cx="8061325" cy="4010025"/>
        </p:xfrm>
        <a:graphic>
          <a:graphicData uri="http://schemas.openxmlformats.org/drawingml/2006/table">
            <a:tbl>
              <a:tblPr/>
              <a:tblGrid>
                <a:gridCol w="2889250">
                  <a:extLst>
                    <a:ext uri="{9D8B030D-6E8A-4147-A177-3AD203B41FA5}">
                      <a16:colId xmlns:a16="http://schemas.microsoft.com/office/drawing/2014/main" val="20000"/>
                    </a:ext>
                  </a:extLst>
                </a:gridCol>
                <a:gridCol w="5172075">
                  <a:extLst>
                    <a:ext uri="{9D8B030D-6E8A-4147-A177-3AD203B41FA5}">
                      <a16:colId xmlns:a16="http://schemas.microsoft.com/office/drawing/2014/main" val="20001"/>
                    </a:ext>
                  </a:extLst>
                </a:gridCol>
              </a:tblGrid>
              <a:tr h="701675">
                <a:tc>
                  <a:txBody>
                    <a:bodyPr/>
                    <a:lstStyle/>
                    <a:p>
                      <a:pPr marL="457200" marR="0" lvl="1" indent="1905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1" i="1" u="none" strike="noStrike" cap="none" normalizeH="0" baseline="0">
                          <a:ln>
                            <a:noFill/>
                          </a:ln>
                          <a:solidFill>
                            <a:schemeClr val="tx1"/>
                          </a:solidFill>
                          <a:effectLst/>
                          <a:latin typeface="Arial Narrow" pitchFamily="34" charset="0"/>
                          <a:ea typeface="MS PGothic" pitchFamily="34" charset="-128"/>
                        </a:rPr>
                        <a:t>Requirements Elicitation</a:t>
                      </a:r>
                    </a:p>
                  </a:txBody>
                  <a:tcPr marT="45724" marB="45724" anchor="ct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28575"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0" i="0" u="none" strike="noStrike" cap="none" normalizeH="0" baseline="0">
                          <a:ln>
                            <a:noFill/>
                          </a:ln>
                          <a:solidFill>
                            <a:schemeClr val="tx1"/>
                          </a:solidFill>
                          <a:effectLst/>
                          <a:latin typeface="Arial Narrow" pitchFamily="34" charset="0"/>
                          <a:ea typeface="MS PGothic" pitchFamily="34" charset="-128"/>
                        </a:rPr>
                        <a:t>Establish customer</a:t>
                      </a:r>
                      <a:r>
                        <a:rPr kumimoji="0" lang="en-US" altLang="en-US" sz="2000" b="0" i="0" u="none" strike="noStrike" cap="none" normalizeH="0" baseline="0">
                          <a:ln>
                            <a:noFill/>
                          </a:ln>
                          <a:solidFill>
                            <a:schemeClr val="tx1"/>
                          </a:solidFill>
                          <a:effectLst/>
                          <a:latin typeface="Arial Narrow" pitchFamily="34" charset="0"/>
                          <a:ea typeface="MS PGothic" pitchFamily="34" charset="-128"/>
                        </a:rPr>
                        <a:t>’</a:t>
                      </a:r>
                      <a:r>
                        <a:rPr kumimoji="0" lang="en-US" sz="2000" b="0" i="0" u="none" strike="noStrike" cap="none" normalizeH="0" baseline="0">
                          <a:ln>
                            <a:noFill/>
                          </a:ln>
                          <a:solidFill>
                            <a:schemeClr val="tx1"/>
                          </a:solidFill>
                          <a:effectLst/>
                          <a:latin typeface="Arial Narrow" pitchFamily="34" charset="0"/>
                          <a:ea typeface="MS PGothic" pitchFamily="34" charset="-128"/>
                        </a:rPr>
                        <a:t>s needs</a:t>
                      </a:r>
                    </a:p>
                  </a:txBody>
                  <a:tcPr marT="45724" marB="45724" anchor="ct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28575"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1675">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1" i="1" u="none" strike="noStrike" cap="none" normalizeH="0" baseline="0">
                          <a:ln>
                            <a:noFill/>
                          </a:ln>
                          <a:solidFill>
                            <a:schemeClr val="tx1"/>
                          </a:solidFill>
                          <a:effectLst/>
                          <a:latin typeface="Arial Narrow" pitchFamily="34" charset="0"/>
                          <a:ea typeface="MS PGothic" pitchFamily="34" charset="-128"/>
                        </a:rPr>
                        <a:t>Requirements Analysis</a:t>
                      </a:r>
                    </a:p>
                  </a:txBody>
                  <a:tcPr marT="45724" marB="45724" anchor="ct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0" i="0" u="none" strike="noStrike" cap="none" normalizeH="0" baseline="0">
                          <a:ln>
                            <a:noFill/>
                          </a:ln>
                          <a:solidFill>
                            <a:schemeClr val="tx1"/>
                          </a:solidFill>
                          <a:effectLst/>
                          <a:latin typeface="Arial Narrow" pitchFamily="34" charset="0"/>
                          <a:ea typeface="MS PGothic" pitchFamily="34" charset="-128"/>
                        </a:rPr>
                        <a:t>Model and specify the requirements (</a:t>
                      </a:r>
                      <a:r>
                        <a:rPr kumimoji="0" lang="en-US" altLang="en-US" sz="2000" b="0" i="0" u="none" strike="noStrike" cap="none" normalizeH="0" baseline="0">
                          <a:ln>
                            <a:noFill/>
                          </a:ln>
                          <a:solidFill>
                            <a:schemeClr val="tx1"/>
                          </a:solidFill>
                          <a:effectLst/>
                          <a:latin typeface="Arial Narrow" pitchFamily="34" charset="0"/>
                          <a:ea typeface="MS PGothic" pitchFamily="34" charset="-128"/>
                        </a:rPr>
                        <a:t>“</a:t>
                      </a:r>
                      <a:r>
                        <a:rPr kumimoji="0" lang="en-US" sz="2000" b="0" i="0" u="none" strike="noStrike" cap="none" normalizeH="0" baseline="0">
                          <a:ln>
                            <a:noFill/>
                          </a:ln>
                          <a:solidFill>
                            <a:schemeClr val="tx1"/>
                          </a:solidFill>
                          <a:effectLst/>
                          <a:latin typeface="Arial Narrow" pitchFamily="34" charset="0"/>
                          <a:ea typeface="MS PGothic" pitchFamily="34" charset="-128"/>
                        </a:rPr>
                        <a:t>what</a:t>
                      </a:r>
                      <a:r>
                        <a:rPr kumimoji="0" lang="en-US" altLang="en-US" sz="2000" b="0" i="0" u="none" strike="noStrike" cap="none" normalizeH="0" baseline="0">
                          <a:ln>
                            <a:noFill/>
                          </a:ln>
                          <a:solidFill>
                            <a:schemeClr val="tx1"/>
                          </a:solidFill>
                          <a:effectLst/>
                          <a:latin typeface="Arial Narrow" pitchFamily="34" charset="0"/>
                          <a:ea typeface="MS PGothic" pitchFamily="34" charset="-128"/>
                        </a:rPr>
                        <a:t>”</a:t>
                      </a:r>
                      <a:r>
                        <a:rPr kumimoji="0" lang="en-US" sz="2000" b="0" i="0" u="none" strike="noStrike" cap="none" normalizeH="0" baseline="0">
                          <a:ln>
                            <a:noFill/>
                          </a:ln>
                          <a:solidFill>
                            <a:schemeClr val="tx1"/>
                          </a:solidFill>
                          <a:effectLst/>
                          <a:latin typeface="Arial Narrow" pitchFamily="34" charset="0"/>
                          <a:ea typeface="MS PGothic" pitchFamily="34" charset="-128"/>
                        </a:rPr>
                        <a:t>)</a:t>
                      </a:r>
                    </a:p>
                  </a:txBody>
                  <a:tcPr marT="45724" marB="45724" anchor="ct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5000">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1" i="1" u="none" strike="noStrike" cap="none" normalizeH="0" baseline="0">
                          <a:ln>
                            <a:noFill/>
                          </a:ln>
                          <a:solidFill>
                            <a:schemeClr val="tx1"/>
                          </a:solidFill>
                          <a:effectLst/>
                          <a:latin typeface="Arial Narrow" pitchFamily="34" charset="0"/>
                          <a:ea typeface="MS PGothic" pitchFamily="34" charset="-128"/>
                        </a:rPr>
                        <a:t>Design</a:t>
                      </a:r>
                    </a:p>
                  </a:txBody>
                  <a:tcPr marT="45724" marB="45724" anchor="ct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0" i="0" u="none" strike="noStrike" cap="none" normalizeH="0" baseline="0">
                          <a:ln>
                            <a:noFill/>
                          </a:ln>
                          <a:solidFill>
                            <a:schemeClr val="tx1"/>
                          </a:solidFill>
                          <a:effectLst/>
                          <a:latin typeface="Arial Narrow" pitchFamily="34" charset="0"/>
                          <a:ea typeface="MS PGothic" pitchFamily="34" charset="-128"/>
                        </a:rPr>
                        <a:t>Model and specify a solution (</a:t>
                      </a:r>
                      <a:r>
                        <a:rPr kumimoji="0" lang="en-US" altLang="en-US" sz="2000" b="0" i="0" u="none" strike="noStrike" cap="none" normalizeH="0" baseline="0">
                          <a:ln>
                            <a:noFill/>
                          </a:ln>
                          <a:solidFill>
                            <a:schemeClr val="tx1"/>
                          </a:solidFill>
                          <a:effectLst/>
                          <a:latin typeface="Arial Narrow" pitchFamily="34" charset="0"/>
                          <a:ea typeface="MS PGothic" pitchFamily="34" charset="-128"/>
                        </a:rPr>
                        <a:t>“</a:t>
                      </a:r>
                      <a:r>
                        <a:rPr kumimoji="0" lang="en-US" sz="2000" b="0" i="0" u="none" strike="noStrike" cap="none" normalizeH="0" baseline="0">
                          <a:ln>
                            <a:noFill/>
                          </a:ln>
                          <a:solidFill>
                            <a:schemeClr val="tx1"/>
                          </a:solidFill>
                          <a:effectLst/>
                          <a:latin typeface="Arial Narrow" pitchFamily="34" charset="0"/>
                          <a:ea typeface="MS PGothic" pitchFamily="34" charset="-128"/>
                        </a:rPr>
                        <a:t>how</a:t>
                      </a:r>
                      <a:r>
                        <a:rPr kumimoji="0" lang="en-US" altLang="en-US" sz="2000" b="0" i="0" u="none" strike="noStrike" cap="none" normalizeH="0" baseline="0">
                          <a:ln>
                            <a:noFill/>
                          </a:ln>
                          <a:solidFill>
                            <a:schemeClr val="tx1"/>
                          </a:solidFill>
                          <a:effectLst/>
                          <a:latin typeface="Arial Narrow" pitchFamily="34" charset="0"/>
                          <a:ea typeface="MS PGothic" pitchFamily="34" charset="-128"/>
                        </a:rPr>
                        <a:t>”</a:t>
                      </a:r>
                      <a:r>
                        <a:rPr kumimoji="0" lang="en-US" sz="2000" b="0" i="0" u="none" strike="noStrike" cap="none" normalizeH="0" baseline="0">
                          <a:ln>
                            <a:noFill/>
                          </a:ln>
                          <a:solidFill>
                            <a:schemeClr val="tx1"/>
                          </a:solidFill>
                          <a:effectLst/>
                          <a:latin typeface="Arial Narrow" pitchFamily="34" charset="0"/>
                          <a:ea typeface="MS PGothic" pitchFamily="34" charset="-128"/>
                        </a:rPr>
                        <a:t>)</a:t>
                      </a:r>
                    </a:p>
                  </a:txBody>
                  <a:tcPr marT="45724" marB="45724" anchor="ct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5000">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1" i="1" u="none" strike="noStrike" cap="none" normalizeH="0" baseline="0">
                          <a:ln>
                            <a:noFill/>
                          </a:ln>
                          <a:solidFill>
                            <a:schemeClr val="tx1"/>
                          </a:solidFill>
                          <a:effectLst/>
                          <a:latin typeface="Arial Narrow" pitchFamily="34" charset="0"/>
                          <a:ea typeface="MS PGothic" pitchFamily="34" charset="-128"/>
                        </a:rPr>
                        <a:t>Implementation</a:t>
                      </a:r>
                    </a:p>
                  </a:txBody>
                  <a:tcPr marT="45724" marB="45724" anchor="ct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0" i="0" u="none" strike="noStrike" cap="none" normalizeH="0" baseline="0">
                          <a:ln>
                            <a:noFill/>
                          </a:ln>
                          <a:solidFill>
                            <a:schemeClr val="tx1"/>
                          </a:solidFill>
                          <a:effectLst/>
                          <a:latin typeface="Arial Narrow" pitchFamily="34" charset="0"/>
                          <a:ea typeface="MS PGothic" pitchFamily="34" charset="-128"/>
                        </a:rPr>
                        <a:t>Construct a solution in software</a:t>
                      </a:r>
                    </a:p>
                  </a:txBody>
                  <a:tcPr marT="45724" marB="45724" anchor="ct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5000">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1" i="1" u="none" strike="noStrike" cap="none" normalizeH="0" baseline="0">
                          <a:ln>
                            <a:noFill/>
                          </a:ln>
                          <a:solidFill>
                            <a:schemeClr val="tx1"/>
                          </a:solidFill>
                          <a:effectLst/>
                          <a:latin typeface="Arial Narrow" pitchFamily="34" charset="0"/>
                          <a:ea typeface="MS PGothic" pitchFamily="34" charset="-128"/>
                        </a:rPr>
                        <a:t>Testing</a:t>
                      </a:r>
                    </a:p>
                  </a:txBody>
                  <a:tcPr marT="45724" marB="45724" anchor="ct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0" i="0" u="none" strike="noStrike" cap="none" normalizeH="0" baseline="0">
                          <a:ln>
                            <a:noFill/>
                          </a:ln>
                          <a:solidFill>
                            <a:schemeClr val="tx1"/>
                          </a:solidFill>
                          <a:effectLst/>
                          <a:latin typeface="Arial Narrow" pitchFamily="34" charset="0"/>
                          <a:ea typeface="MS PGothic" pitchFamily="34" charset="-128"/>
                        </a:rPr>
                        <a:t>Verify the solution against the requirements</a:t>
                      </a:r>
                    </a:p>
                  </a:txBody>
                  <a:tcPr marT="45724" marB="45724" anchor="ct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01675">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1" i="1" u="none" strike="noStrike" cap="none" normalizeH="0" baseline="0">
                          <a:ln>
                            <a:noFill/>
                          </a:ln>
                          <a:solidFill>
                            <a:schemeClr val="tx1"/>
                          </a:solidFill>
                          <a:effectLst/>
                          <a:latin typeface="Arial Narrow" pitchFamily="34" charset="0"/>
                          <a:ea typeface="MS PGothic" pitchFamily="34" charset="-128"/>
                        </a:rPr>
                        <a:t>Maintenance</a:t>
                      </a:r>
                    </a:p>
                  </a:txBody>
                  <a:tcPr marT="45724" marB="45724" anchor="ct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28575" cap="flat" cmpd="sng" algn="ctr">
                      <a:solidFill>
                        <a:srgbClr val="00027F"/>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0" i="0" u="none" strike="noStrike" cap="none" normalizeH="0" baseline="0">
                          <a:ln>
                            <a:noFill/>
                          </a:ln>
                          <a:solidFill>
                            <a:schemeClr val="tx1"/>
                          </a:solidFill>
                          <a:effectLst/>
                          <a:latin typeface="Arial Narrow" pitchFamily="34" charset="0"/>
                          <a:ea typeface="MS PGothic" pitchFamily="34" charset="-128"/>
                        </a:rPr>
                        <a:t>Repair defects and adapt the solution to new requirements</a:t>
                      </a:r>
                    </a:p>
                  </a:txBody>
                  <a:tcPr marT="45724" marB="45724" anchor="ct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28575"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242" name="AutoShape 26">
            <a:extLst>
              <a:ext uri="{FF2B5EF4-FFF2-40B4-BE49-F238E27FC236}">
                <a16:creationId xmlns:a16="http://schemas.microsoft.com/office/drawing/2014/main" id="{88F9CECB-2364-C8E5-F5A5-9430563C31BC}"/>
              </a:ext>
            </a:extLst>
          </p:cNvPr>
          <p:cNvSpPr>
            <a:spLocks noChangeArrowheads="1"/>
          </p:cNvSpPr>
          <p:nvPr/>
        </p:nvSpPr>
        <p:spPr bwMode="auto">
          <a:xfrm>
            <a:off x="1295400" y="5791200"/>
            <a:ext cx="6705600" cy="609600"/>
          </a:xfrm>
          <a:prstGeom prst="foldedCorner">
            <a:avLst>
              <a:gd name="adj" fmla="val 9597"/>
            </a:avLst>
          </a:prstGeom>
          <a:solidFill>
            <a:schemeClr val="accent1"/>
          </a:solidFill>
          <a:ln w="9525">
            <a:solidFill>
              <a:schemeClr val="tx1"/>
            </a:solidFill>
            <a:round/>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2000" i="1">
                <a:solidFill>
                  <a:srgbClr val="7F0101"/>
                </a:solidFill>
                <a:latin typeface="Helvetica" panose="020B0604020202020204" pitchFamily="34" charset="0"/>
              </a:rPr>
              <a:t>NB: these are ongoing activities, not sequential phases!</a:t>
            </a:r>
            <a:endParaRPr lang="en-US" altLang="en-US" sz="2000">
              <a:latin typeface="Gill Sans" pitchFamily="-84" charset="0"/>
            </a:endParaRPr>
          </a:p>
        </p:txBody>
      </p:sp>
      <p:sp>
        <p:nvSpPr>
          <p:cNvPr id="2" name="Slide Number Placeholder 1">
            <a:extLst>
              <a:ext uri="{FF2B5EF4-FFF2-40B4-BE49-F238E27FC236}">
                <a16:creationId xmlns:a16="http://schemas.microsoft.com/office/drawing/2014/main" id="{B26371DE-8CC3-489E-2DE6-C4876206A6BF}"/>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077CCB95-53B3-4FE9-AC0D-A6F60BC4DEDE}" type="slidenum">
              <a:rPr lang="en-AU" altLang="en-US" sz="1400" smtClean="0">
                <a:latin typeface="Times New Roman" panose="02020603050405020304" pitchFamily="18" charset="0"/>
              </a:rPr>
              <a:pPr>
                <a:spcBef>
                  <a:spcPct val="0"/>
                </a:spcBef>
                <a:buSzTx/>
                <a:buFontTx/>
                <a:buNone/>
                <a:defRPr/>
              </a:pPr>
              <a:t>3</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a:extLst>
              <a:ext uri="{FF2B5EF4-FFF2-40B4-BE49-F238E27FC236}">
                <a16:creationId xmlns:a16="http://schemas.microsoft.com/office/drawing/2014/main" id="{DC493E67-DB67-99D0-31C0-C4BC966C1EC6}"/>
              </a:ext>
            </a:extLst>
          </p:cNvPr>
          <p:cNvSpPr>
            <a:spLocks noGrp="1" noChangeArrowheads="1"/>
          </p:cNvSpPr>
          <p:nvPr>
            <p:ph type="title" idx="4294967295"/>
          </p:nvPr>
        </p:nvSpPr>
        <p:spPr/>
        <p:txBody>
          <a:bodyPr/>
          <a:lstStyle/>
          <a:p>
            <a:pPr eaLnBrk="1" hangingPunct="1">
              <a:defRPr/>
            </a:pPr>
            <a:r>
              <a:rPr lang="en-US">
                <a:ea typeface="+mj-ea"/>
                <a:cs typeface="+mj-cs"/>
              </a:rPr>
              <a:t>Focus of Unit of Study</a:t>
            </a:r>
          </a:p>
        </p:txBody>
      </p:sp>
      <p:graphicFrame>
        <p:nvGraphicFramePr>
          <p:cNvPr id="331779" name="Group 3">
            <a:extLst>
              <a:ext uri="{FF2B5EF4-FFF2-40B4-BE49-F238E27FC236}">
                <a16:creationId xmlns:a16="http://schemas.microsoft.com/office/drawing/2014/main" id="{5BEF328A-7511-3EDC-E9A1-A76B8708D9D0}"/>
              </a:ext>
            </a:extLst>
          </p:cNvPr>
          <p:cNvGraphicFramePr>
            <a:graphicFrameLocks noGrp="1"/>
          </p:cNvGraphicFramePr>
          <p:nvPr/>
        </p:nvGraphicFramePr>
        <p:xfrm>
          <a:off x="533400" y="1371600"/>
          <a:ext cx="8061325" cy="4010025"/>
        </p:xfrm>
        <a:graphic>
          <a:graphicData uri="http://schemas.openxmlformats.org/drawingml/2006/table">
            <a:tbl>
              <a:tblPr/>
              <a:tblGrid>
                <a:gridCol w="2889250">
                  <a:extLst>
                    <a:ext uri="{9D8B030D-6E8A-4147-A177-3AD203B41FA5}">
                      <a16:colId xmlns:a16="http://schemas.microsoft.com/office/drawing/2014/main" val="20000"/>
                    </a:ext>
                  </a:extLst>
                </a:gridCol>
                <a:gridCol w="5172075">
                  <a:extLst>
                    <a:ext uri="{9D8B030D-6E8A-4147-A177-3AD203B41FA5}">
                      <a16:colId xmlns:a16="http://schemas.microsoft.com/office/drawing/2014/main" val="20001"/>
                    </a:ext>
                  </a:extLst>
                </a:gridCol>
              </a:tblGrid>
              <a:tr h="701675">
                <a:tc>
                  <a:txBody>
                    <a:bodyPr/>
                    <a:lstStyle/>
                    <a:p>
                      <a:pPr marL="457200" marR="0" lvl="1" indent="1905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1" i="1" u="none" strike="noStrike" cap="none" normalizeH="0" baseline="0">
                          <a:ln>
                            <a:noFill/>
                          </a:ln>
                          <a:solidFill>
                            <a:srgbClr val="C0C0C0"/>
                          </a:solidFill>
                          <a:effectLst/>
                          <a:latin typeface="Arial Narrow" pitchFamily="34" charset="0"/>
                          <a:ea typeface="MS PGothic" pitchFamily="34" charset="-128"/>
                        </a:rPr>
                        <a:t>Requirements Elicitation</a:t>
                      </a:r>
                    </a:p>
                  </a:txBody>
                  <a:tcPr marT="45724" marB="45724" anchor="ct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28575"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0" i="0" u="none" strike="noStrike" cap="none" normalizeH="0" baseline="0">
                          <a:ln>
                            <a:noFill/>
                          </a:ln>
                          <a:solidFill>
                            <a:srgbClr val="C0C0C0"/>
                          </a:solidFill>
                          <a:effectLst/>
                          <a:latin typeface="Arial Narrow" pitchFamily="34" charset="0"/>
                          <a:ea typeface="MS PGothic" pitchFamily="34" charset="-128"/>
                        </a:rPr>
                        <a:t>Establish customer</a:t>
                      </a:r>
                      <a:r>
                        <a:rPr kumimoji="0" lang="en-US" altLang="en-US" sz="2000" b="0" i="0" u="none" strike="noStrike" cap="none" normalizeH="0" baseline="0">
                          <a:ln>
                            <a:noFill/>
                          </a:ln>
                          <a:solidFill>
                            <a:srgbClr val="C0C0C0"/>
                          </a:solidFill>
                          <a:effectLst/>
                          <a:latin typeface="Arial Narrow" pitchFamily="34" charset="0"/>
                          <a:ea typeface="MS PGothic" pitchFamily="34" charset="-128"/>
                        </a:rPr>
                        <a:t>’</a:t>
                      </a:r>
                      <a:r>
                        <a:rPr kumimoji="0" lang="en-US" sz="2000" b="0" i="0" u="none" strike="noStrike" cap="none" normalizeH="0" baseline="0">
                          <a:ln>
                            <a:noFill/>
                          </a:ln>
                          <a:solidFill>
                            <a:srgbClr val="C0C0C0"/>
                          </a:solidFill>
                          <a:effectLst/>
                          <a:latin typeface="Arial Narrow" pitchFamily="34" charset="0"/>
                          <a:ea typeface="MS PGothic" pitchFamily="34" charset="-128"/>
                        </a:rPr>
                        <a:t>s needs</a:t>
                      </a:r>
                    </a:p>
                  </a:txBody>
                  <a:tcPr marT="45724" marB="45724" anchor="ct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28575"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1675">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1" i="1" u="none" strike="noStrike" cap="none" normalizeH="0" baseline="0">
                          <a:ln>
                            <a:noFill/>
                          </a:ln>
                          <a:solidFill>
                            <a:schemeClr val="tx1"/>
                          </a:solidFill>
                          <a:effectLst/>
                          <a:latin typeface="Arial Narrow" pitchFamily="34" charset="0"/>
                          <a:ea typeface="MS PGothic" pitchFamily="34" charset="-128"/>
                        </a:rPr>
                        <a:t>Requirements Analysis</a:t>
                      </a:r>
                    </a:p>
                  </a:txBody>
                  <a:tcPr marT="45724" marB="45724" anchor="ct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0" i="0" u="none" strike="noStrike" cap="none" normalizeH="0" baseline="0">
                          <a:ln>
                            <a:noFill/>
                          </a:ln>
                          <a:solidFill>
                            <a:schemeClr val="tx1"/>
                          </a:solidFill>
                          <a:effectLst/>
                          <a:latin typeface="Arial Narrow" pitchFamily="34" charset="0"/>
                          <a:ea typeface="MS PGothic" pitchFamily="34" charset="-128"/>
                        </a:rPr>
                        <a:t>Model and specify the requirements (</a:t>
                      </a:r>
                      <a:r>
                        <a:rPr kumimoji="0" lang="en-US" altLang="en-US" sz="2000" b="0" i="0" u="none" strike="noStrike" cap="none" normalizeH="0" baseline="0">
                          <a:ln>
                            <a:noFill/>
                          </a:ln>
                          <a:solidFill>
                            <a:schemeClr val="tx1"/>
                          </a:solidFill>
                          <a:effectLst/>
                          <a:latin typeface="Arial Narrow" pitchFamily="34" charset="0"/>
                          <a:ea typeface="MS PGothic" pitchFamily="34" charset="-128"/>
                        </a:rPr>
                        <a:t>“</a:t>
                      </a:r>
                      <a:r>
                        <a:rPr kumimoji="0" lang="en-US" sz="2000" b="0" i="0" u="none" strike="noStrike" cap="none" normalizeH="0" baseline="0">
                          <a:ln>
                            <a:noFill/>
                          </a:ln>
                          <a:solidFill>
                            <a:schemeClr val="tx1"/>
                          </a:solidFill>
                          <a:effectLst/>
                          <a:latin typeface="Arial Narrow" pitchFamily="34" charset="0"/>
                          <a:ea typeface="MS PGothic" pitchFamily="34" charset="-128"/>
                        </a:rPr>
                        <a:t>what</a:t>
                      </a:r>
                      <a:r>
                        <a:rPr kumimoji="0" lang="en-US" altLang="en-US" sz="2000" b="0" i="0" u="none" strike="noStrike" cap="none" normalizeH="0" baseline="0">
                          <a:ln>
                            <a:noFill/>
                          </a:ln>
                          <a:solidFill>
                            <a:schemeClr val="tx1"/>
                          </a:solidFill>
                          <a:effectLst/>
                          <a:latin typeface="Arial Narrow" pitchFamily="34" charset="0"/>
                          <a:ea typeface="MS PGothic" pitchFamily="34" charset="-128"/>
                        </a:rPr>
                        <a:t>”</a:t>
                      </a:r>
                      <a:r>
                        <a:rPr kumimoji="0" lang="en-US" sz="2000" b="0" i="0" u="none" strike="noStrike" cap="none" normalizeH="0" baseline="0">
                          <a:ln>
                            <a:noFill/>
                          </a:ln>
                          <a:solidFill>
                            <a:schemeClr val="tx1"/>
                          </a:solidFill>
                          <a:effectLst/>
                          <a:latin typeface="Arial Narrow" pitchFamily="34" charset="0"/>
                          <a:ea typeface="MS PGothic" pitchFamily="34" charset="-128"/>
                        </a:rPr>
                        <a:t>)</a:t>
                      </a:r>
                    </a:p>
                  </a:txBody>
                  <a:tcPr marT="45724" marB="45724" anchor="ct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5000">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1" i="1" u="none" strike="noStrike" cap="none" normalizeH="0" baseline="0">
                          <a:ln>
                            <a:noFill/>
                          </a:ln>
                          <a:solidFill>
                            <a:schemeClr val="tx1"/>
                          </a:solidFill>
                          <a:effectLst/>
                          <a:latin typeface="Arial Narrow" pitchFamily="34" charset="0"/>
                          <a:ea typeface="MS PGothic" pitchFamily="34" charset="-128"/>
                        </a:rPr>
                        <a:t>Design</a:t>
                      </a:r>
                    </a:p>
                  </a:txBody>
                  <a:tcPr marT="45724" marB="45724" anchor="ct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0" i="0" u="none" strike="noStrike" cap="none" normalizeH="0" baseline="0">
                          <a:ln>
                            <a:noFill/>
                          </a:ln>
                          <a:solidFill>
                            <a:schemeClr val="tx1"/>
                          </a:solidFill>
                          <a:effectLst/>
                          <a:latin typeface="Arial Narrow" pitchFamily="34" charset="0"/>
                          <a:ea typeface="MS PGothic" pitchFamily="34" charset="-128"/>
                        </a:rPr>
                        <a:t>Model and specify a solution (</a:t>
                      </a:r>
                      <a:r>
                        <a:rPr kumimoji="0" lang="en-US" altLang="en-US" sz="2000" b="0" i="0" u="none" strike="noStrike" cap="none" normalizeH="0" baseline="0">
                          <a:ln>
                            <a:noFill/>
                          </a:ln>
                          <a:solidFill>
                            <a:schemeClr val="tx1"/>
                          </a:solidFill>
                          <a:effectLst/>
                          <a:latin typeface="Arial Narrow" pitchFamily="34" charset="0"/>
                          <a:ea typeface="MS PGothic" pitchFamily="34" charset="-128"/>
                        </a:rPr>
                        <a:t>“</a:t>
                      </a:r>
                      <a:r>
                        <a:rPr kumimoji="0" lang="en-US" sz="2000" b="0" i="0" u="none" strike="noStrike" cap="none" normalizeH="0" baseline="0">
                          <a:ln>
                            <a:noFill/>
                          </a:ln>
                          <a:solidFill>
                            <a:schemeClr val="tx1"/>
                          </a:solidFill>
                          <a:effectLst/>
                          <a:latin typeface="Arial Narrow" pitchFamily="34" charset="0"/>
                          <a:ea typeface="MS PGothic" pitchFamily="34" charset="-128"/>
                        </a:rPr>
                        <a:t>how</a:t>
                      </a:r>
                      <a:r>
                        <a:rPr kumimoji="0" lang="en-US" altLang="en-US" sz="2000" b="0" i="0" u="none" strike="noStrike" cap="none" normalizeH="0" baseline="0">
                          <a:ln>
                            <a:noFill/>
                          </a:ln>
                          <a:solidFill>
                            <a:schemeClr val="tx1"/>
                          </a:solidFill>
                          <a:effectLst/>
                          <a:latin typeface="Arial Narrow" pitchFamily="34" charset="0"/>
                          <a:ea typeface="MS PGothic" pitchFamily="34" charset="-128"/>
                        </a:rPr>
                        <a:t>”</a:t>
                      </a:r>
                      <a:r>
                        <a:rPr kumimoji="0" lang="en-US" sz="2000" b="0" i="0" u="none" strike="noStrike" cap="none" normalizeH="0" baseline="0">
                          <a:ln>
                            <a:noFill/>
                          </a:ln>
                          <a:solidFill>
                            <a:schemeClr val="tx1"/>
                          </a:solidFill>
                          <a:effectLst/>
                          <a:latin typeface="Arial Narrow" pitchFamily="34" charset="0"/>
                          <a:ea typeface="MS PGothic" pitchFamily="34" charset="-128"/>
                        </a:rPr>
                        <a:t>)</a:t>
                      </a:r>
                    </a:p>
                  </a:txBody>
                  <a:tcPr marT="45724" marB="45724" anchor="ct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5000">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1" i="1" u="none" strike="noStrike" cap="none" normalizeH="0" baseline="0">
                          <a:ln>
                            <a:noFill/>
                          </a:ln>
                          <a:solidFill>
                            <a:schemeClr val="tx1"/>
                          </a:solidFill>
                          <a:effectLst/>
                          <a:latin typeface="Arial Narrow" pitchFamily="34" charset="0"/>
                          <a:ea typeface="MS PGothic" pitchFamily="34" charset="-128"/>
                        </a:rPr>
                        <a:t>Implementation</a:t>
                      </a:r>
                      <a:endParaRPr kumimoji="0" lang="en-US" sz="2000" b="1" i="1" u="none" strike="noStrike" cap="none" normalizeH="0" baseline="0">
                        <a:ln>
                          <a:noFill/>
                        </a:ln>
                        <a:solidFill>
                          <a:srgbClr val="C0C0C0"/>
                        </a:solidFill>
                        <a:effectLst/>
                        <a:latin typeface="Arial Narrow" pitchFamily="34" charset="0"/>
                        <a:ea typeface="MS PGothic" pitchFamily="34" charset="-128"/>
                      </a:endParaRPr>
                    </a:p>
                  </a:txBody>
                  <a:tcPr marT="45724" marB="45724" anchor="ct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0" i="0" u="none" strike="noStrike" cap="none" normalizeH="0" baseline="0">
                          <a:ln>
                            <a:noFill/>
                          </a:ln>
                          <a:solidFill>
                            <a:schemeClr val="tx1"/>
                          </a:solidFill>
                          <a:effectLst/>
                          <a:latin typeface="Arial Narrow" pitchFamily="34" charset="0"/>
                          <a:ea typeface="MS PGothic" pitchFamily="34" charset="-128"/>
                        </a:rPr>
                        <a:t>Construct a solution in software</a:t>
                      </a:r>
                    </a:p>
                  </a:txBody>
                  <a:tcPr marT="45724" marB="45724" anchor="ct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5000">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1" i="1" u="none" strike="noStrike" cap="none" normalizeH="0" baseline="0">
                          <a:ln>
                            <a:noFill/>
                          </a:ln>
                          <a:solidFill>
                            <a:srgbClr val="C0C0C0"/>
                          </a:solidFill>
                          <a:effectLst/>
                          <a:latin typeface="Arial Narrow" pitchFamily="34" charset="0"/>
                          <a:ea typeface="MS PGothic" pitchFamily="34" charset="-128"/>
                        </a:rPr>
                        <a:t>Testing</a:t>
                      </a:r>
                    </a:p>
                  </a:txBody>
                  <a:tcPr marT="45724" marB="45724" anchor="ct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0" i="0" u="none" strike="noStrike" cap="none" normalizeH="0" baseline="0">
                          <a:ln>
                            <a:noFill/>
                          </a:ln>
                          <a:solidFill>
                            <a:srgbClr val="C0C0C0"/>
                          </a:solidFill>
                          <a:effectLst/>
                          <a:latin typeface="Arial Narrow" pitchFamily="34" charset="0"/>
                          <a:ea typeface="MS PGothic" pitchFamily="34" charset="-128"/>
                        </a:rPr>
                        <a:t>Verify the solution against the requirements</a:t>
                      </a:r>
                    </a:p>
                  </a:txBody>
                  <a:tcPr marT="45724" marB="45724" anchor="ct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01675">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1" i="1" u="none" strike="noStrike" cap="none" normalizeH="0" baseline="0">
                          <a:ln>
                            <a:noFill/>
                          </a:ln>
                          <a:solidFill>
                            <a:srgbClr val="C0C0C0"/>
                          </a:solidFill>
                          <a:effectLst/>
                          <a:latin typeface="Arial Narrow" pitchFamily="34" charset="0"/>
                          <a:ea typeface="MS PGothic" pitchFamily="34" charset="-128"/>
                        </a:rPr>
                        <a:t>Maintenance</a:t>
                      </a:r>
                    </a:p>
                  </a:txBody>
                  <a:tcPr marT="45724" marB="45724" anchor="ctr" horzOverflow="overflow">
                    <a:lnL w="28575" cap="flat" cmpd="sng" algn="ctr">
                      <a:solidFill>
                        <a:srgbClr val="00027F"/>
                      </a:solidFill>
                      <a:prstDash val="solid"/>
                      <a:round/>
                      <a:headEnd type="none" w="med" len="med"/>
                      <a:tailEnd type="none" w="med" len="med"/>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28575" cap="flat" cmpd="sng" algn="ctr">
                      <a:solidFill>
                        <a:srgbClr val="00027F"/>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tx1"/>
                        </a:buClr>
                        <a:buSzPct val="85000"/>
                        <a:buFont typeface="Helvetica CE" pitchFamily="1" charset="0"/>
                        <a:buNone/>
                        <a:tabLst/>
                      </a:pPr>
                      <a:r>
                        <a:rPr kumimoji="0" lang="en-US" sz="2000" b="0" i="0" u="none" strike="noStrike" cap="none" normalizeH="0" baseline="0">
                          <a:ln>
                            <a:noFill/>
                          </a:ln>
                          <a:solidFill>
                            <a:srgbClr val="C0C0C0"/>
                          </a:solidFill>
                          <a:effectLst/>
                          <a:latin typeface="Arial Narrow" pitchFamily="34" charset="0"/>
                          <a:ea typeface="MS PGothic" pitchFamily="34" charset="-128"/>
                        </a:rPr>
                        <a:t>Repair defects and adapt the solution to new requirements</a:t>
                      </a:r>
                    </a:p>
                  </a:txBody>
                  <a:tcPr marT="45724" marB="45724" anchor="ctr" horzOverflow="overflow">
                    <a:lnL w="12700" cap="flat" cmpd="sng" algn="ctr">
                      <a:solidFill>
                        <a:srgbClr val="00027F"/>
                      </a:solidFill>
                      <a:prstDash val="solid"/>
                      <a:round/>
                      <a:headEnd type="none" w="med" len="med"/>
                      <a:tailEnd type="none" w="med" len="med"/>
                    </a:lnL>
                    <a:lnR w="28575"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28575"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 name="Slide Number Placeholder 1">
            <a:extLst>
              <a:ext uri="{FF2B5EF4-FFF2-40B4-BE49-F238E27FC236}">
                <a16:creationId xmlns:a16="http://schemas.microsoft.com/office/drawing/2014/main" id="{218B1021-CDDC-BD12-8A34-E4AC1D1FD47E}"/>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1BCB4C13-EEAF-4865-9D9A-1A8F49B86F28}" type="slidenum">
              <a:rPr lang="en-AU" altLang="en-US" sz="1400" smtClean="0">
                <a:latin typeface="Times New Roman" panose="02020603050405020304" pitchFamily="18" charset="0"/>
              </a:rPr>
              <a:pPr>
                <a:spcBef>
                  <a:spcPct val="0"/>
                </a:spcBef>
                <a:buSzTx/>
                <a:buFontTx/>
                <a:buNone/>
                <a:defRPr/>
              </a:pPr>
              <a:t>4</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321B022B-19D2-6D95-5ED7-CC6E8217525D}"/>
              </a:ext>
            </a:extLst>
          </p:cNvPr>
          <p:cNvSpPr>
            <a:spLocks noGrp="1" noChangeArrowheads="1"/>
          </p:cNvSpPr>
          <p:nvPr>
            <p:ph type="title"/>
          </p:nvPr>
        </p:nvSpPr>
        <p:spPr/>
        <p:txBody>
          <a:bodyPr/>
          <a:lstStyle/>
          <a:p>
            <a:pPr>
              <a:defRPr/>
            </a:pPr>
            <a:r>
              <a:rPr lang="en-AU"/>
              <a:t>What we will be talking about…</a:t>
            </a:r>
            <a:endParaRPr lang="en-US"/>
          </a:p>
        </p:txBody>
      </p:sp>
      <p:pic>
        <p:nvPicPr>
          <p:cNvPr id="165895" name="Picture 7">
            <a:extLst>
              <a:ext uri="{FF2B5EF4-FFF2-40B4-BE49-F238E27FC236}">
                <a16:creationId xmlns:a16="http://schemas.microsoft.com/office/drawing/2014/main" id="{CBABC5E3-D61C-75EB-2491-AEE55C9A48C3}"/>
              </a:ext>
            </a:extLst>
          </p:cNvPr>
          <p:cNvPicPr>
            <a:picLocks noGrp="1" noChangeAspect="1" noChangeArrowheads="1"/>
          </p:cNvPicPr>
          <p:nvPr>
            <p:ph idx="1"/>
          </p:nvPr>
        </p:nvPicPr>
        <p:blipFill>
          <a:blip r:embed="rId3"/>
          <a:srcRect/>
          <a:stretch>
            <a:fillRect/>
          </a:stretch>
        </p:blipFill>
        <p:spPr>
          <a:xfrm>
            <a:off x="1079500" y="1366838"/>
            <a:ext cx="7543800" cy="4351337"/>
          </a:xfrm>
        </p:spPr>
      </p:pic>
      <p:sp>
        <p:nvSpPr>
          <p:cNvPr id="165896" name="Rectangle 8">
            <a:extLst>
              <a:ext uri="{FF2B5EF4-FFF2-40B4-BE49-F238E27FC236}">
                <a16:creationId xmlns:a16="http://schemas.microsoft.com/office/drawing/2014/main" id="{99A43A3A-24E8-9FBA-2D38-833167F8D3BA}"/>
              </a:ext>
            </a:extLst>
          </p:cNvPr>
          <p:cNvSpPr>
            <a:spLocks noChangeArrowheads="1"/>
          </p:cNvSpPr>
          <p:nvPr/>
        </p:nvSpPr>
        <p:spPr bwMode="auto">
          <a:xfrm>
            <a:off x="6248400" y="4267200"/>
            <a:ext cx="2209800" cy="609600"/>
          </a:xfrm>
          <a:prstGeom prst="rect">
            <a:avLst/>
          </a:prstGeom>
          <a:solidFill>
            <a:srgbClr val="FFFFFF"/>
          </a:solidFill>
          <a:ln>
            <a:noFill/>
          </a:ln>
          <a:effectLst/>
        </p:spPr>
        <p:txBody>
          <a:bodyPr wrap="none" anchor="ctr"/>
          <a:lstStyle/>
          <a:p>
            <a:pPr>
              <a:defRPr/>
            </a:pPr>
            <a:endParaRPr lang="en-US">
              <a:latin typeface="Arial Narrow" charset="0"/>
              <a:ea typeface="ＭＳ Ｐゴシック" charset="0"/>
            </a:endParaRPr>
          </a:p>
        </p:txBody>
      </p:sp>
      <p:sp>
        <p:nvSpPr>
          <p:cNvPr id="165897" name="Text Box 9">
            <a:extLst>
              <a:ext uri="{FF2B5EF4-FFF2-40B4-BE49-F238E27FC236}">
                <a16:creationId xmlns:a16="http://schemas.microsoft.com/office/drawing/2014/main" id="{9976CA75-9505-5DC3-07FA-050BE658E43D}"/>
              </a:ext>
            </a:extLst>
          </p:cNvPr>
          <p:cNvSpPr txBox="1">
            <a:spLocks noChangeArrowheads="1"/>
          </p:cNvSpPr>
          <p:nvPr/>
        </p:nvSpPr>
        <p:spPr bwMode="auto">
          <a:xfrm>
            <a:off x="6324600" y="4419600"/>
            <a:ext cx="1528763" cy="336550"/>
          </a:xfrm>
          <a:prstGeom prst="rect">
            <a:avLst/>
          </a:prstGeom>
          <a:noFill/>
          <a:ln>
            <a:noFill/>
          </a:ln>
          <a:effectLst/>
        </p:spPr>
        <p:txBody>
          <a:bodyPr wrap="none">
            <a:spAutoFit/>
          </a:bodyPr>
          <a:lstStyle/>
          <a:p>
            <a:pPr>
              <a:defRPr/>
            </a:pPr>
            <a:r>
              <a:rPr lang="en-US" sz="1600">
                <a:latin typeface="Arial" charset="0"/>
                <a:ea typeface="ＭＳ Ｐゴシック" charset="0"/>
              </a:rPr>
              <a:t>Decomposition</a:t>
            </a:r>
            <a:endParaRPr lang="en-US" sz="1600">
              <a:latin typeface="Arial Narrow" charset="0"/>
              <a:ea typeface="ＭＳ Ｐゴシック" charset="0"/>
            </a:endParaRPr>
          </a:p>
        </p:txBody>
      </p:sp>
      <p:sp>
        <p:nvSpPr>
          <p:cNvPr id="165898" name="Rectangle 10">
            <a:extLst>
              <a:ext uri="{FF2B5EF4-FFF2-40B4-BE49-F238E27FC236}">
                <a16:creationId xmlns:a16="http://schemas.microsoft.com/office/drawing/2014/main" id="{93F98BF6-1CD1-D222-97AF-A414E91EC08D}"/>
              </a:ext>
            </a:extLst>
          </p:cNvPr>
          <p:cNvSpPr>
            <a:spLocks noChangeArrowheads="1"/>
          </p:cNvSpPr>
          <p:nvPr/>
        </p:nvSpPr>
        <p:spPr bwMode="auto">
          <a:xfrm>
            <a:off x="5791200" y="2286000"/>
            <a:ext cx="2819400" cy="685800"/>
          </a:xfrm>
          <a:prstGeom prst="rect">
            <a:avLst/>
          </a:prstGeom>
          <a:solidFill>
            <a:srgbClr val="FFFFFF"/>
          </a:solidFill>
          <a:ln>
            <a:noFill/>
          </a:ln>
          <a:effectLst/>
        </p:spPr>
        <p:txBody>
          <a:bodyPr wrap="none" anchor="ctr"/>
          <a:lstStyle/>
          <a:p>
            <a:pPr>
              <a:defRPr/>
            </a:pPr>
            <a:endParaRPr lang="en-US">
              <a:latin typeface="Arial Narrow" charset="0"/>
              <a:ea typeface="ＭＳ Ｐゴシック" charset="0"/>
            </a:endParaRPr>
          </a:p>
        </p:txBody>
      </p:sp>
      <p:sp>
        <p:nvSpPr>
          <p:cNvPr id="165899" name="Text Box 11">
            <a:extLst>
              <a:ext uri="{FF2B5EF4-FFF2-40B4-BE49-F238E27FC236}">
                <a16:creationId xmlns:a16="http://schemas.microsoft.com/office/drawing/2014/main" id="{DEEF71AD-C97A-3B8C-7045-21347D55DA09}"/>
              </a:ext>
            </a:extLst>
          </p:cNvPr>
          <p:cNvSpPr txBox="1">
            <a:spLocks noChangeArrowheads="1"/>
          </p:cNvSpPr>
          <p:nvPr/>
        </p:nvSpPr>
        <p:spPr bwMode="auto">
          <a:xfrm>
            <a:off x="6248400" y="2590800"/>
            <a:ext cx="2330450" cy="336550"/>
          </a:xfrm>
          <a:prstGeom prst="rect">
            <a:avLst/>
          </a:prstGeom>
          <a:noFill/>
          <a:ln>
            <a:noFill/>
          </a:ln>
          <a:effectLst/>
        </p:spPr>
        <p:txBody>
          <a:bodyPr wrap="none">
            <a:spAutoFit/>
          </a:bodyPr>
          <a:lstStyle/>
          <a:p>
            <a:pPr>
              <a:defRPr/>
            </a:pPr>
            <a:r>
              <a:rPr lang="en-US" sz="1600">
                <a:latin typeface="Arial" charset="0"/>
                <a:ea typeface="ＭＳ Ｐゴシック" charset="0"/>
              </a:rPr>
              <a:t>Validation &amp; Verification</a:t>
            </a:r>
            <a:endParaRPr lang="en-US" sz="1600">
              <a:latin typeface="Arial Narrow" charset="0"/>
              <a:ea typeface="ＭＳ Ｐゴシック" charset="0"/>
            </a:endParaRPr>
          </a:p>
        </p:txBody>
      </p:sp>
      <p:sp>
        <p:nvSpPr>
          <p:cNvPr id="2" name="Slide Number Placeholder 1">
            <a:extLst>
              <a:ext uri="{FF2B5EF4-FFF2-40B4-BE49-F238E27FC236}">
                <a16:creationId xmlns:a16="http://schemas.microsoft.com/office/drawing/2014/main" id="{DA86D44B-31F4-78A5-5153-44780474F62F}"/>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FBA95833-4F9D-4558-8921-6EFE83257834}" type="slidenum">
              <a:rPr lang="en-AU" altLang="en-US" sz="1400" smtClean="0">
                <a:latin typeface="Times New Roman" panose="02020603050405020304" pitchFamily="18" charset="0"/>
              </a:rPr>
              <a:pPr>
                <a:spcBef>
                  <a:spcPct val="0"/>
                </a:spcBef>
                <a:buSzTx/>
                <a:buFontTx/>
                <a:buNone/>
                <a:defRPr/>
              </a:pPr>
              <a:t>5</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11BD2B0-859A-749E-9398-5C661FD3DE39}"/>
              </a:ext>
            </a:extLst>
          </p:cNvPr>
          <p:cNvSpPr>
            <a:spLocks noChangeArrowheads="1"/>
          </p:cNvSpPr>
          <p:nvPr/>
        </p:nvSpPr>
        <p:spPr bwMode="auto">
          <a:xfrm>
            <a:off x="0" y="1524000"/>
            <a:ext cx="7162800"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pic>
        <p:nvPicPr>
          <p:cNvPr id="15363" name="Picture 6" descr="roadmap">
            <a:extLst>
              <a:ext uri="{FF2B5EF4-FFF2-40B4-BE49-F238E27FC236}">
                <a16:creationId xmlns:a16="http://schemas.microsoft.com/office/drawing/2014/main" id="{99409E90-F362-DFFF-C852-A8C64A4663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54175"/>
            <a:ext cx="41910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1412" name="Rectangle 4">
            <a:extLst>
              <a:ext uri="{FF2B5EF4-FFF2-40B4-BE49-F238E27FC236}">
                <a16:creationId xmlns:a16="http://schemas.microsoft.com/office/drawing/2014/main" id="{CD7725D4-7458-3C50-AA49-0822CC269A7F}"/>
              </a:ext>
            </a:extLst>
          </p:cNvPr>
          <p:cNvSpPr>
            <a:spLocks noGrp="1" noChangeArrowheads="1"/>
          </p:cNvSpPr>
          <p:nvPr>
            <p:ph type="title" idx="4294967295"/>
          </p:nvPr>
        </p:nvSpPr>
        <p:spPr/>
        <p:txBody>
          <a:bodyPr/>
          <a:lstStyle/>
          <a:p>
            <a:pPr eaLnBrk="1" hangingPunct="1">
              <a:defRPr/>
            </a:pPr>
            <a:r>
              <a:rPr lang="en-US">
                <a:ea typeface="+mj-ea"/>
                <a:cs typeface="+mj-cs"/>
              </a:rPr>
              <a:t>Outline</a:t>
            </a:r>
          </a:p>
        </p:txBody>
      </p:sp>
      <p:sp>
        <p:nvSpPr>
          <p:cNvPr id="401413" name="Rectangle 4">
            <a:extLst>
              <a:ext uri="{FF2B5EF4-FFF2-40B4-BE49-F238E27FC236}">
                <a16:creationId xmlns:a16="http://schemas.microsoft.com/office/drawing/2014/main" id="{AEABF046-DC51-FBE9-683C-AD0DE2FBC32E}"/>
              </a:ext>
            </a:extLst>
          </p:cNvPr>
          <p:cNvSpPr>
            <a:spLocks noChangeArrowheads="1"/>
          </p:cNvSpPr>
          <p:nvPr/>
        </p:nvSpPr>
        <p:spPr bwMode="auto">
          <a:xfrm>
            <a:off x="914400" y="1371600"/>
            <a:ext cx="6997700" cy="4953000"/>
          </a:xfrm>
          <a:prstGeom prst="rect">
            <a:avLst/>
          </a:prstGeom>
          <a:noFill/>
          <a:ln>
            <a:noFill/>
          </a:ln>
          <a:effectLst/>
        </p:spPr>
        <p:txBody>
          <a:bodyPr lIns="0" tIns="0" rIns="0" bIns="0"/>
          <a:lstStyle/>
          <a:p>
            <a:pPr eaLnBrk="1" hangingPunct="1">
              <a:defRPr/>
            </a:pPr>
            <a:endParaRPr lang="en-US" sz="3600" b="1">
              <a:solidFill>
                <a:schemeClr val="tx2"/>
              </a:solidFill>
              <a:latin typeface="Arial Narrow" charset="0"/>
              <a:ea typeface="ＭＳ Ｐゴシック" charset="0"/>
            </a:endParaRPr>
          </a:p>
        </p:txBody>
      </p:sp>
      <p:sp>
        <p:nvSpPr>
          <p:cNvPr id="401414" name="Rectangle 6">
            <a:extLst>
              <a:ext uri="{FF2B5EF4-FFF2-40B4-BE49-F238E27FC236}">
                <a16:creationId xmlns:a16="http://schemas.microsoft.com/office/drawing/2014/main" id="{A3A6E28C-39A1-114E-C656-7DC7ED70CBDE}"/>
              </a:ext>
            </a:extLst>
          </p:cNvPr>
          <p:cNvSpPr>
            <a:spLocks noChangeArrowheads="1"/>
          </p:cNvSpPr>
          <p:nvPr/>
        </p:nvSpPr>
        <p:spPr bwMode="auto">
          <a:xfrm>
            <a:off x="1079500" y="1143000"/>
            <a:ext cx="7543800" cy="4800600"/>
          </a:xfrm>
          <a:prstGeom prst="rect">
            <a:avLst/>
          </a:prstGeom>
          <a:noFill/>
          <a:ln>
            <a:noFill/>
          </a:ln>
          <a:effectLst/>
        </p:spPr>
        <p:txBody>
          <a:bodyPr lIns="0" tIns="0" rIns="0" bIns="0"/>
          <a:lstStyle/>
          <a:p>
            <a:pPr marL="285750" indent="-285750" eaLnBrk="1" hangingPunct="1">
              <a:spcBef>
                <a:spcPct val="40000"/>
              </a:spcBef>
              <a:buSzPct val="75000"/>
              <a:buFont typeface="Wingdings" charset="0"/>
              <a:buNone/>
              <a:defRPr/>
            </a:pPr>
            <a:endParaRPr lang="en-US" sz="1800" dirty="0">
              <a:latin typeface="Arial Narrow" charset="0"/>
              <a:ea typeface="ＭＳ Ｐゴシック" charset="0"/>
            </a:endParaRP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Unit of Study Overview</a:t>
            </a:r>
          </a:p>
          <a:p>
            <a:pPr marL="285750" indent="-285750" eaLnBrk="1" hangingPunct="1">
              <a:spcBef>
                <a:spcPct val="40000"/>
              </a:spcBef>
              <a:buSzPct val="75000"/>
              <a:buFont typeface="Wingdings" charset="0"/>
              <a:buChar char="n"/>
              <a:defRPr/>
            </a:pPr>
            <a:r>
              <a:rPr lang="en-US" sz="2800" b="1" dirty="0">
                <a:latin typeface="Arial Narrow" charset="0"/>
                <a:ea typeface="ＭＳ Ｐゴシック" charset="0"/>
              </a:rPr>
              <a:t>What Drives Software Development?</a:t>
            </a:r>
            <a:endParaRPr lang="en-US" sz="2800" dirty="0">
              <a:latin typeface="Arial Narrow" charset="0"/>
              <a:ea typeface="ＭＳ Ｐゴシック" charset="0"/>
            </a:endParaRP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From Business Goals to Requirements</a:t>
            </a:r>
          </a:p>
          <a:p>
            <a:pPr marL="762000" lvl="1" indent="-285750" eaLnBrk="1" hangingPunct="1">
              <a:spcBef>
                <a:spcPct val="40000"/>
              </a:spcBef>
              <a:buClr>
                <a:schemeClr val="tx1"/>
              </a:buClr>
              <a:buSzPct val="85000"/>
              <a:buFont typeface="Wingdings" charset="0"/>
              <a:buChar char="¨"/>
              <a:defRPr/>
            </a:pPr>
            <a:r>
              <a:rPr lang="en-US" dirty="0">
                <a:latin typeface="Arial Narrow" charset="0"/>
                <a:ea typeface="ＭＳ Ｐゴシック" charset="0"/>
              </a:rPr>
              <a:t>Functional vs. Non-functional</a:t>
            </a:r>
          </a:p>
          <a:p>
            <a:pPr marL="762000" lvl="1" indent="-285750" eaLnBrk="1" hangingPunct="1">
              <a:spcBef>
                <a:spcPct val="40000"/>
              </a:spcBef>
              <a:buClr>
                <a:schemeClr val="tx1"/>
              </a:buClr>
              <a:buSzPct val="85000"/>
              <a:buFont typeface="Wingdings" charset="0"/>
              <a:buChar char="¨"/>
              <a:defRPr/>
            </a:pPr>
            <a:r>
              <a:rPr lang="en-US" dirty="0">
                <a:latin typeface="Arial Narrow" charset="0"/>
                <a:ea typeface="ＭＳ Ｐゴシック" charset="0"/>
              </a:rPr>
              <a:t>Verification &amp; Validation</a:t>
            </a: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What is Design, what drives Design?</a:t>
            </a:r>
          </a:p>
        </p:txBody>
      </p:sp>
      <p:sp>
        <p:nvSpPr>
          <p:cNvPr id="2" name="Slide Number Placeholder 1">
            <a:extLst>
              <a:ext uri="{FF2B5EF4-FFF2-40B4-BE49-F238E27FC236}">
                <a16:creationId xmlns:a16="http://schemas.microsoft.com/office/drawing/2014/main" id="{2F5893BE-95D4-D378-9758-D3A3FDDAD9A4}"/>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203F1C37-9185-4C50-8688-C9EEBA1FF1E4}" type="slidenum">
              <a:rPr lang="en-AU" altLang="en-US" sz="1400" smtClean="0">
                <a:latin typeface="Times New Roman" panose="02020603050405020304" pitchFamily="18" charset="0"/>
              </a:rPr>
              <a:pPr>
                <a:spcBef>
                  <a:spcPct val="0"/>
                </a:spcBef>
                <a:buSzTx/>
                <a:buFontTx/>
                <a:buNone/>
                <a:defRPr/>
              </a:pPr>
              <a:t>6</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a:extLst>
              <a:ext uri="{FF2B5EF4-FFF2-40B4-BE49-F238E27FC236}">
                <a16:creationId xmlns:a16="http://schemas.microsoft.com/office/drawing/2014/main" id="{05D81CC5-7E29-3399-2070-C14CDD443218}"/>
              </a:ext>
            </a:extLst>
          </p:cNvPr>
          <p:cNvSpPr>
            <a:spLocks noGrp="1" noChangeArrowheads="1"/>
          </p:cNvSpPr>
          <p:nvPr>
            <p:ph type="title"/>
          </p:nvPr>
        </p:nvSpPr>
        <p:spPr/>
        <p:txBody>
          <a:bodyPr/>
          <a:lstStyle/>
          <a:p>
            <a:pPr>
              <a:defRPr/>
            </a:pPr>
            <a:r>
              <a:rPr lang="en-US">
                <a:ea typeface="+mj-ea"/>
                <a:cs typeface="+mj-cs"/>
              </a:rPr>
              <a:t>Why do we build Software Systems?</a:t>
            </a:r>
          </a:p>
        </p:txBody>
      </p:sp>
      <p:sp>
        <p:nvSpPr>
          <p:cNvPr id="286723" name="Rectangle 3">
            <a:extLst>
              <a:ext uri="{FF2B5EF4-FFF2-40B4-BE49-F238E27FC236}">
                <a16:creationId xmlns:a16="http://schemas.microsoft.com/office/drawing/2014/main" id="{B6D4D1B5-A063-B841-FA1A-DEEB717F69D5}"/>
              </a:ext>
            </a:extLst>
          </p:cNvPr>
          <p:cNvSpPr>
            <a:spLocks noGrp="1" noChangeArrowheads="1"/>
          </p:cNvSpPr>
          <p:nvPr>
            <p:ph type="body" idx="1"/>
          </p:nvPr>
        </p:nvSpPr>
        <p:spPr/>
        <p:txBody>
          <a:bodyPr/>
          <a:lstStyle/>
          <a:p>
            <a:pPr>
              <a:lnSpc>
                <a:spcPct val="90000"/>
              </a:lnSpc>
              <a:buFont typeface="Wingdings" panose="05000000000000000000" pitchFamily="2" charset="2"/>
              <a:buNone/>
              <a:defRPr/>
            </a:pPr>
            <a:endParaRPr lang="en-US" sz="1000"/>
          </a:p>
          <a:p>
            <a:pPr>
              <a:lnSpc>
                <a:spcPct val="90000"/>
              </a:lnSpc>
              <a:defRPr/>
            </a:pPr>
            <a:r>
              <a:rPr lang="en-US"/>
              <a:t>To keep/retain customers</a:t>
            </a:r>
          </a:p>
          <a:p>
            <a:pPr>
              <a:lnSpc>
                <a:spcPct val="90000"/>
              </a:lnSpc>
              <a:defRPr/>
            </a:pPr>
            <a:r>
              <a:rPr lang="en-US"/>
              <a:t>To increase customer base</a:t>
            </a:r>
          </a:p>
          <a:p>
            <a:pPr>
              <a:lnSpc>
                <a:spcPct val="90000"/>
              </a:lnSpc>
              <a:defRPr/>
            </a:pPr>
            <a:r>
              <a:rPr lang="en-US"/>
              <a:t>To improve customer relationships</a:t>
            </a:r>
          </a:p>
          <a:p>
            <a:pPr>
              <a:lnSpc>
                <a:spcPct val="90000"/>
              </a:lnSpc>
              <a:defRPr/>
            </a:pPr>
            <a:r>
              <a:rPr lang="en-US"/>
              <a:t>To improve productivity/efficiency (within organization/team)</a:t>
            </a:r>
          </a:p>
          <a:p>
            <a:pPr>
              <a:lnSpc>
                <a:spcPct val="90000"/>
              </a:lnSpc>
              <a:defRPr/>
            </a:pPr>
            <a:r>
              <a:rPr lang="en-US"/>
              <a:t>Technology used no longer supported/outdated</a:t>
            </a:r>
          </a:p>
          <a:p>
            <a:pPr>
              <a:lnSpc>
                <a:spcPct val="90000"/>
              </a:lnSpc>
              <a:defRPr/>
            </a:pPr>
            <a:r>
              <a:rPr lang="en-US"/>
              <a:t>Changes in environment (legal, social)</a:t>
            </a:r>
          </a:p>
          <a:p>
            <a:pPr>
              <a:lnSpc>
                <a:spcPct val="90000"/>
              </a:lnSpc>
              <a:buFont typeface="Wingdings" panose="05000000000000000000" pitchFamily="2" charset="2"/>
              <a:buNone/>
              <a:defRPr/>
            </a:pPr>
            <a:endParaRPr lang="en-US" sz="1000"/>
          </a:p>
          <a:p>
            <a:pPr>
              <a:lnSpc>
                <a:spcPct val="90000"/>
              </a:lnSpc>
              <a:buFont typeface="Wingdings" panose="05000000000000000000" pitchFamily="2" charset="2"/>
              <a:buChar char="F"/>
              <a:defRPr/>
            </a:pPr>
            <a:r>
              <a:rPr lang="en-US" i="1">
                <a:solidFill>
                  <a:srgbClr val="083A7F"/>
                </a:solidFill>
              </a:rPr>
              <a:t>To achieve some </a:t>
            </a:r>
            <a:r>
              <a:rPr lang="en-US" altLang="en-US" i="1">
                <a:solidFill>
                  <a:srgbClr val="083A7F"/>
                </a:solidFill>
              </a:rPr>
              <a:t>“</a:t>
            </a:r>
            <a:r>
              <a:rPr lang="en-US" i="1">
                <a:solidFill>
                  <a:srgbClr val="083A7F"/>
                </a:solidFill>
              </a:rPr>
              <a:t>Business</a:t>
            </a:r>
            <a:r>
              <a:rPr lang="en-US" altLang="en-US" i="1">
                <a:solidFill>
                  <a:srgbClr val="083A7F"/>
                </a:solidFill>
              </a:rPr>
              <a:t>”</a:t>
            </a:r>
            <a:r>
              <a:rPr lang="en-US" i="1">
                <a:solidFill>
                  <a:srgbClr val="083A7F"/>
                </a:solidFill>
              </a:rPr>
              <a:t> Goals!</a:t>
            </a:r>
            <a:endParaRPr lang="en-US">
              <a:solidFill>
                <a:srgbClr val="083A7F"/>
              </a:solidFill>
            </a:endParaRPr>
          </a:p>
        </p:txBody>
      </p:sp>
      <p:sp>
        <p:nvSpPr>
          <p:cNvPr id="2" name="Slide Number Placeholder 1">
            <a:extLst>
              <a:ext uri="{FF2B5EF4-FFF2-40B4-BE49-F238E27FC236}">
                <a16:creationId xmlns:a16="http://schemas.microsoft.com/office/drawing/2014/main" id="{7A6D7858-5D2E-531E-E8CF-C35859BFE0BB}"/>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C8D5A4F0-B5F1-47CA-B5B7-173492AD5825}" type="slidenum">
              <a:rPr lang="en-AU" altLang="en-US" sz="1400" smtClean="0">
                <a:latin typeface="Times New Roman" panose="02020603050405020304" pitchFamily="18" charset="0"/>
              </a:rPr>
              <a:pPr>
                <a:spcBef>
                  <a:spcPct val="0"/>
                </a:spcBef>
                <a:buSzTx/>
                <a:buFontTx/>
                <a:buNone/>
                <a:defRPr/>
              </a:pPr>
              <a:t>7</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a:extLst>
              <a:ext uri="{FF2B5EF4-FFF2-40B4-BE49-F238E27FC236}">
                <a16:creationId xmlns:a16="http://schemas.microsoft.com/office/drawing/2014/main" id="{4F55ACD6-AEBB-E663-0C20-D76365F8F8EB}"/>
              </a:ext>
            </a:extLst>
          </p:cNvPr>
          <p:cNvSpPr>
            <a:spLocks noGrp="1" noChangeArrowheads="1"/>
          </p:cNvSpPr>
          <p:nvPr>
            <p:ph type="title"/>
          </p:nvPr>
        </p:nvSpPr>
        <p:spPr/>
        <p:txBody>
          <a:bodyPr/>
          <a:lstStyle/>
          <a:p>
            <a:pPr>
              <a:defRPr/>
            </a:pPr>
            <a:r>
              <a:rPr lang="en-US">
                <a:ea typeface="+mj-ea"/>
                <a:cs typeface="+mj-cs"/>
              </a:rPr>
              <a:t>Categories of Business Goals</a:t>
            </a:r>
          </a:p>
        </p:txBody>
      </p:sp>
      <p:sp>
        <p:nvSpPr>
          <p:cNvPr id="288771" name="Rectangle 3">
            <a:extLst>
              <a:ext uri="{FF2B5EF4-FFF2-40B4-BE49-F238E27FC236}">
                <a16:creationId xmlns:a16="http://schemas.microsoft.com/office/drawing/2014/main" id="{F93BD353-A163-5B03-8EE5-CA54B64FCD3E}"/>
              </a:ext>
            </a:extLst>
          </p:cNvPr>
          <p:cNvSpPr>
            <a:spLocks noGrp="1" noChangeArrowheads="1"/>
          </p:cNvSpPr>
          <p:nvPr>
            <p:ph type="body" idx="1"/>
          </p:nvPr>
        </p:nvSpPr>
        <p:spPr/>
        <p:txBody>
          <a:bodyPr/>
          <a:lstStyle/>
          <a:p>
            <a:pPr>
              <a:lnSpc>
                <a:spcPct val="90000"/>
              </a:lnSpc>
              <a:buFont typeface="Wingdings" panose="05000000000000000000" pitchFamily="2" charset="2"/>
              <a:buNone/>
              <a:defRPr/>
            </a:pPr>
            <a:r>
              <a:rPr lang="en-US" sz="2400">
                <a:solidFill>
                  <a:srgbClr val="083A7F"/>
                </a:solidFill>
              </a:rPr>
              <a:t>Business goals</a:t>
            </a:r>
            <a:r>
              <a:rPr lang="en-US" sz="2400"/>
              <a:t> fall into five broad categories: </a:t>
            </a:r>
          </a:p>
          <a:p>
            <a:pPr>
              <a:lnSpc>
                <a:spcPct val="90000"/>
              </a:lnSpc>
              <a:defRPr/>
            </a:pPr>
            <a:r>
              <a:rPr lang="en-US" sz="2400"/>
              <a:t>Reduce cost of ownership: development, maintenance, deployment, operation.</a:t>
            </a:r>
          </a:p>
          <a:p>
            <a:pPr>
              <a:lnSpc>
                <a:spcPct val="90000"/>
              </a:lnSpc>
              <a:defRPr/>
            </a:pPr>
            <a:r>
              <a:rPr lang="en-US" sz="2400"/>
              <a:t>Improve the quality of the system(s) compared with its predecessors with respect to performance, modifiability, security, reliability etc.</a:t>
            </a:r>
          </a:p>
          <a:p>
            <a:pPr>
              <a:lnSpc>
                <a:spcPct val="90000"/>
              </a:lnSpc>
              <a:defRPr/>
            </a:pPr>
            <a:r>
              <a:rPr lang="en-US" sz="2400"/>
              <a:t>Improve the capabilities/functionality offered by the system compared to its predecessors.</a:t>
            </a:r>
          </a:p>
          <a:p>
            <a:pPr>
              <a:lnSpc>
                <a:spcPct val="90000"/>
              </a:lnSpc>
              <a:defRPr/>
            </a:pPr>
            <a:r>
              <a:rPr lang="en-US" sz="2400"/>
              <a:t>Improve organization</a:t>
            </a:r>
            <a:r>
              <a:rPr lang="en-US" altLang="en-US" sz="2400"/>
              <a:t>’</a:t>
            </a:r>
            <a:r>
              <a:rPr lang="en-US" sz="2400"/>
              <a:t>s market position.</a:t>
            </a:r>
          </a:p>
          <a:p>
            <a:pPr>
              <a:lnSpc>
                <a:spcPct val="90000"/>
              </a:lnSpc>
              <a:defRPr/>
            </a:pPr>
            <a:r>
              <a:rPr lang="en-US" sz="2400"/>
              <a:t>Improve external confidence in either the organization or the system.</a:t>
            </a:r>
          </a:p>
          <a:p>
            <a:pPr>
              <a:lnSpc>
                <a:spcPct val="90000"/>
              </a:lnSpc>
              <a:buFont typeface="Wingdings" panose="05000000000000000000" pitchFamily="2" charset="2"/>
              <a:buChar char="F"/>
              <a:defRPr/>
            </a:pPr>
            <a:r>
              <a:rPr lang="en-US" sz="2400" i="1"/>
              <a:t>A particular system has generally more than one goal!</a:t>
            </a:r>
          </a:p>
        </p:txBody>
      </p:sp>
      <p:sp>
        <p:nvSpPr>
          <p:cNvPr id="2" name="TextBox 1">
            <a:extLst>
              <a:ext uri="{FF2B5EF4-FFF2-40B4-BE49-F238E27FC236}">
                <a16:creationId xmlns:a16="http://schemas.microsoft.com/office/drawing/2014/main" id="{2B60A514-7BBD-B379-7013-5887782E44ED}"/>
              </a:ext>
            </a:extLst>
          </p:cNvPr>
          <p:cNvSpPr txBox="1">
            <a:spLocks noChangeArrowheads="1"/>
          </p:cNvSpPr>
          <p:nvPr/>
        </p:nvSpPr>
        <p:spPr bwMode="auto">
          <a:xfrm rot="-2154181">
            <a:off x="1179513" y="3252788"/>
            <a:ext cx="7015162"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4400" b="1">
                <a:solidFill>
                  <a:srgbClr val="800000"/>
                </a:solidFill>
              </a:rPr>
              <a:t>To address some “pain points”</a:t>
            </a:r>
          </a:p>
        </p:txBody>
      </p:sp>
      <p:sp>
        <p:nvSpPr>
          <p:cNvPr id="3" name="Slide Number Placeholder 2">
            <a:extLst>
              <a:ext uri="{FF2B5EF4-FFF2-40B4-BE49-F238E27FC236}">
                <a16:creationId xmlns:a16="http://schemas.microsoft.com/office/drawing/2014/main" id="{80D30283-DC83-8231-846D-F9880697F585}"/>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EB8EA399-9775-408F-9287-D04E12784EF1}" type="slidenum">
              <a:rPr lang="en-AU" altLang="en-US" sz="1400" smtClean="0">
                <a:latin typeface="Times New Roman" panose="02020603050405020304" pitchFamily="18" charset="0"/>
              </a:rPr>
              <a:pPr>
                <a:spcBef>
                  <a:spcPct val="0"/>
                </a:spcBef>
                <a:buSzTx/>
                <a:buFontTx/>
                <a:buNone/>
                <a:defRPr/>
              </a:pPr>
              <a:t>8</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a:extLst>
              <a:ext uri="{FF2B5EF4-FFF2-40B4-BE49-F238E27FC236}">
                <a16:creationId xmlns:a16="http://schemas.microsoft.com/office/drawing/2014/main" id="{283826FA-09A5-8D42-AADC-0A8C044167D0}"/>
              </a:ext>
            </a:extLst>
          </p:cNvPr>
          <p:cNvSpPr>
            <a:spLocks noGrp="1" noChangeArrowheads="1"/>
          </p:cNvSpPr>
          <p:nvPr>
            <p:ph type="title"/>
          </p:nvPr>
        </p:nvSpPr>
        <p:spPr/>
        <p:txBody>
          <a:bodyPr/>
          <a:lstStyle/>
          <a:p>
            <a:pPr>
              <a:defRPr/>
            </a:pPr>
            <a:r>
              <a:rPr lang="en-US">
                <a:ea typeface="+mj-ea"/>
                <a:cs typeface="+mj-cs"/>
              </a:rPr>
              <a:t>Views of Stakeholders</a:t>
            </a:r>
          </a:p>
        </p:txBody>
      </p:sp>
      <p:sp>
        <p:nvSpPr>
          <p:cNvPr id="291843" name="Rectangle 3">
            <a:extLst>
              <a:ext uri="{FF2B5EF4-FFF2-40B4-BE49-F238E27FC236}">
                <a16:creationId xmlns:a16="http://schemas.microsoft.com/office/drawing/2014/main" id="{96CCAE72-B1D6-7268-F54D-A2FF812A1428}"/>
              </a:ext>
            </a:extLst>
          </p:cNvPr>
          <p:cNvSpPr>
            <a:spLocks noGrp="1" noChangeArrowheads="1"/>
          </p:cNvSpPr>
          <p:nvPr>
            <p:ph type="body" idx="1"/>
          </p:nvPr>
        </p:nvSpPr>
        <p:spPr/>
        <p:txBody>
          <a:bodyPr/>
          <a:lstStyle/>
          <a:p>
            <a:pPr>
              <a:lnSpc>
                <a:spcPct val="90000"/>
              </a:lnSpc>
              <a:buFont typeface="Wingdings" charset="0"/>
              <a:buChar char="n"/>
              <a:defRPr/>
            </a:pPr>
            <a:r>
              <a:rPr lang="en-US" dirty="0">
                <a:ea typeface="+mn-ea"/>
                <a:cs typeface="+mn-cs"/>
              </a:rPr>
              <a:t>Many systems involve a variety of different stakeholders:</a:t>
            </a:r>
          </a:p>
          <a:p>
            <a:pPr lvl="1">
              <a:lnSpc>
                <a:spcPct val="90000"/>
              </a:lnSpc>
              <a:buFont typeface="Wingdings" charset="0"/>
              <a:buChar char="¨"/>
              <a:defRPr/>
            </a:pPr>
            <a:r>
              <a:rPr lang="en-US" dirty="0">
                <a:ea typeface="+mn-ea"/>
              </a:rPr>
              <a:t>Customers</a:t>
            </a:r>
          </a:p>
          <a:p>
            <a:pPr lvl="1">
              <a:lnSpc>
                <a:spcPct val="90000"/>
              </a:lnSpc>
              <a:buFont typeface="Wingdings" charset="0"/>
              <a:buChar char="¨"/>
              <a:defRPr/>
            </a:pPr>
            <a:r>
              <a:rPr lang="en-US" dirty="0">
                <a:ea typeface="+mn-ea"/>
              </a:rPr>
              <a:t>Developers</a:t>
            </a:r>
          </a:p>
          <a:p>
            <a:pPr lvl="1">
              <a:lnSpc>
                <a:spcPct val="90000"/>
              </a:lnSpc>
              <a:buFont typeface="Wingdings" charset="0"/>
              <a:buChar char="¨"/>
              <a:defRPr/>
            </a:pPr>
            <a:r>
              <a:rPr lang="en-US" dirty="0">
                <a:ea typeface="+mn-ea"/>
              </a:rPr>
              <a:t>Managers</a:t>
            </a:r>
          </a:p>
          <a:p>
            <a:pPr lvl="1">
              <a:lnSpc>
                <a:spcPct val="90000"/>
              </a:lnSpc>
              <a:buFont typeface="Wingdings" charset="0"/>
              <a:buChar char="¨"/>
              <a:defRPr/>
            </a:pPr>
            <a:r>
              <a:rPr lang="en-US" dirty="0">
                <a:ea typeface="+mn-ea"/>
              </a:rPr>
              <a:t>Users</a:t>
            </a:r>
          </a:p>
          <a:p>
            <a:pPr>
              <a:lnSpc>
                <a:spcPct val="90000"/>
              </a:lnSpc>
              <a:buFont typeface="Wingdings" charset="0"/>
              <a:buChar char="n"/>
              <a:defRPr/>
            </a:pPr>
            <a:r>
              <a:rPr lang="en-US" dirty="0">
                <a:ea typeface="+mn-ea"/>
                <a:cs typeface="+mn-cs"/>
              </a:rPr>
              <a:t>All of them have different </a:t>
            </a:r>
            <a:r>
              <a:rPr lang="en-US" i="1" dirty="0">
                <a:solidFill>
                  <a:srgbClr val="083A7F"/>
                </a:solidFill>
                <a:ea typeface="+mn-ea"/>
                <a:cs typeface="+mn-cs"/>
              </a:rPr>
              <a:t>views</a:t>
            </a:r>
            <a:r>
              <a:rPr lang="en-US" dirty="0">
                <a:solidFill>
                  <a:srgbClr val="083A7F"/>
                </a:solidFill>
                <a:ea typeface="+mn-ea"/>
                <a:cs typeface="+mn-cs"/>
              </a:rPr>
              <a:t> </a:t>
            </a:r>
            <a:r>
              <a:rPr lang="en-US" dirty="0">
                <a:ea typeface="+mn-ea"/>
                <a:cs typeface="+mn-cs"/>
              </a:rPr>
              <a:t>and </a:t>
            </a:r>
            <a:r>
              <a:rPr lang="en-US" i="1" dirty="0">
                <a:solidFill>
                  <a:srgbClr val="083A7F"/>
                </a:solidFill>
                <a:ea typeface="+mn-ea"/>
                <a:cs typeface="+mn-cs"/>
              </a:rPr>
              <a:t>priorities</a:t>
            </a:r>
          </a:p>
          <a:p>
            <a:pPr lvl="1">
              <a:lnSpc>
                <a:spcPct val="90000"/>
              </a:lnSpc>
              <a:buFont typeface="Wingdings" charset="0"/>
              <a:buChar char="F"/>
              <a:defRPr/>
            </a:pPr>
            <a:r>
              <a:rPr lang="en-US" i="1" dirty="0">
                <a:ea typeface="+mn-ea"/>
              </a:rPr>
              <a:t>May even lead to </a:t>
            </a:r>
            <a:r>
              <a:rPr lang="en-US" i="1" dirty="0">
                <a:solidFill>
                  <a:srgbClr val="800000"/>
                </a:solidFill>
                <a:ea typeface="+mn-ea"/>
              </a:rPr>
              <a:t>conflicting</a:t>
            </a:r>
            <a:r>
              <a:rPr lang="en-US" i="1" dirty="0">
                <a:ea typeface="+mn-ea"/>
              </a:rPr>
              <a:t> goals</a:t>
            </a:r>
            <a:r>
              <a:rPr lang="en-US" dirty="0">
                <a:ea typeface="+mn-ea"/>
              </a:rPr>
              <a:t>!</a:t>
            </a:r>
          </a:p>
          <a:p>
            <a:pPr>
              <a:lnSpc>
                <a:spcPct val="90000"/>
              </a:lnSpc>
              <a:buFont typeface="Wingdings" charset="0"/>
              <a:buChar char="F"/>
              <a:defRPr/>
            </a:pPr>
            <a:r>
              <a:rPr lang="en-US" dirty="0">
                <a:ea typeface="+mn-ea"/>
                <a:cs typeface="+mn-cs"/>
              </a:rPr>
              <a:t>Development approaches must be able to cater for different views and priorities!</a:t>
            </a:r>
          </a:p>
        </p:txBody>
      </p:sp>
      <p:sp>
        <p:nvSpPr>
          <p:cNvPr id="2" name="Slide Number Placeholder 1">
            <a:extLst>
              <a:ext uri="{FF2B5EF4-FFF2-40B4-BE49-F238E27FC236}">
                <a16:creationId xmlns:a16="http://schemas.microsoft.com/office/drawing/2014/main" id="{0BE77634-4E66-A665-E223-0B811287C981}"/>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3EA19C25-AC63-4EA0-AB7B-854E455F112C}" type="slidenum">
              <a:rPr lang="en-AU" altLang="en-US" sz="1400" smtClean="0">
                <a:latin typeface="Times New Roman" panose="02020603050405020304" pitchFamily="18" charset="0"/>
              </a:rPr>
              <a:pPr>
                <a:spcBef>
                  <a:spcPct val="0"/>
                </a:spcBef>
                <a:buSzTx/>
                <a:buFontTx/>
                <a:buNone/>
                <a:defRPr/>
              </a:pPr>
              <a:t>9</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a:extLst>
              <a:ext uri="{FF2B5EF4-FFF2-40B4-BE49-F238E27FC236}">
                <a16:creationId xmlns:a16="http://schemas.microsoft.com/office/drawing/2014/main" id="{777A8538-4BE7-3AB3-AC00-15286B4B4A5E}"/>
              </a:ext>
            </a:extLst>
          </p:cNvPr>
          <p:cNvSpPr>
            <a:spLocks noGrp="1" noChangeArrowheads="1"/>
          </p:cNvSpPr>
          <p:nvPr>
            <p:ph type="title"/>
          </p:nvPr>
        </p:nvSpPr>
        <p:spPr/>
        <p:txBody>
          <a:bodyPr/>
          <a:lstStyle/>
          <a:p>
            <a:pPr>
              <a:defRPr/>
            </a:pPr>
            <a:r>
              <a:rPr lang="en-US">
                <a:ea typeface="+mj-ea"/>
                <a:cs typeface="+mj-cs"/>
              </a:rPr>
              <a:t>Business Goals (cont.)</a:t>
            </a:r>
          </a:p>
        </p:txBody>
      </p:sp>
      <p:sp>
        <p:nvSpPr>
          <p:cNvPr id="290819" name="Rectangle 3">
            <a:extLst>
              <a:ext uri="{FF2B5EF4-FFF2-40B4-BE49-F238E27FC236}">
                <a16:creationId xmlns:a16="http://schemas.microsoft.com/office/drawing/2014/main" id="{548DCD44-A531-B07C-AA35-612CF2EB8219}"/>
              </a:ext>
            </a:extLst>
          </p:cNvPr>
          <p:cNvSpPr>
            <a:spLocks noGrp="1" noChangeArrowheads="1"/>
          </p:cNvSpPr>
          <p:nvPr>
            <p:ph type="body" idx="1"/>
          </p:nvPr>
        </p:nvSpPr>
        <p:spPr/>
        <p:txBody>
          <a:bodyPr/>
          <a:lstStyle/>
          <a:p>
            <a:pPr>
              <a:buFont typeface="Wingdings" panose="05000000000000000000" pitchFamily="2" charset="2"/>
              <a:buNone/>
              <a:defRPr/>
            </a:pPr>
            <a:r>
              <a:rPr lang="en-US" i="1">
                <a:solidFill>
                  <a:srgbClr val="083A7F"/>
                </a:solidFill>
              </a:rPr>
              <a:t>Priority of goals</a:t>
            </a:r>
            <a:r>
              <a:rPr lang="en-US"/>
              <a:t> need to be specified:</a:t>
            </a:r>
          </a:p>
          <a:p>
            <a:pPr>
              <a:defRPr/>
            </a:pPr>
            <a:r>
              <a:rPr lang="en-US"/>
              <a:t>Some goals are </a:t>
            </a:r>
            <a:r>
              <a:rPr lang="en-US" altLang="en-US">
                <a:ea typeface="ヒラギノ角ゴ ProN W3" pitchFamily="-84" charset="-128"/>
              </a:rPr>
              <a:t>“</a:t>
            </a:r>
            <a:r>
              <a:rPr lang="en-US">
                <a:ea typeface="ヒラギノ角ゴ ProN W3" pitchFamily="-84" charset="-128"/>
              </a:rPr>
              <a:t>n</a:t>
            </a:r>
            <a:r>
              <a:rPr lang="en-US"/>
              <a:t>ice to have</a:t>
            </a:r>
            <a:r>
              <a:rPr lang="en-US" altLang="en-US"/>
              <a:t>”</a:t>
            </a:r>
            <a:r>
              <a:rPr lang="en-US"/>
              <a:t>, others </a:t>
            </a:r>
            <a:r>
              <a:rPr lang="en-US" altLang="en-US"/>
              <a:t>“</a:t>
            </a:r>
            <a:r>
              <a:rPr lang="en-US"/>
              <a:t>need to have</a:t>
            </a:r>
            <a:r>
              <a:rPr lang="en-US" altLang="en-US"/>
              <a:t>”</a:t>
            </a:r>
            <a:r>
              <a:rPr lang="en-US"/>
              <a:t>, some </a:t>
            </a:r>
            <a:r>
              <a:rPr lang="en-US" altLang="en-US"/>
              <a:t>“</a:t>
            </a:r>
            <a:r>
              <a:rPr lang="en-US"/>
              <a:t>absolutely critical</a:t>
            </a:r>
            <a:r>
              <a:rPr lang="en-US" altLang="en-US"/>
              <a:t>”</a:t>
            </a:r>
            <a:endParaRPr lang="en-US"/>
          </a:p>
          <a:p>
            <a:pPr>
              <a:defRPr/>
            </a:pPr>
            <a:r>
              <a:rPr lang="en-US"/>
              <a:t>Developers sometimes have to </a:t>
            </a:r>
            <a:r>
              <a:rPr lang="en-US" altLang="en-US">
                <a:ea typeface="ヒラギノ角ゴ ProN W3" pitchFamily="-84" charset="-128"/>
              </a:rPr>
              <a:t>“</a:t>
            </a:r>
            <a:r>
              <a:rPr lang="en-US">
                <a:ea typeface="ヒラギノ角ゴ ProN W3" pitchFamily="-84" charset="-128"/>
              </a:rPr>
              <a:t>p</a:t>
            </a:r>
            <a:r>
              <a:rPr lang="en-US"/>
              <a:t>ush back</a:t>
            </a:r>
            <a:r>
              <a:rPr lang="en-US" altLang="en-US"/>
              <a:t>”</a:t>
            </a:r>
            <a:r>
              <a:rPr lang="en-US"/>
              <a:t> or make trade offs. Knowing priority gives insights.</a:t>
            </a:r>
          </a:p>
          <a:p>
            <a:pPr>
              <a:buFont typeface="Wingdings" panose="05000000000000000000" pitchFamily="2" charset="2"/>
              <a:buNone/>
              <a:defRPr/>
            </a:pPr>
            <a:r>
              <a:rPr lang="en-US" i="1">
                <a:solidFill>
                  <a:srgbClr val="083A7F"/>
                </a:solidFill>
              </a:rPr>
              <a:t>Source of goals </a:t>
            </a:r>
            <a:r>
              <a:rPr lang="en-US"/>
              <a:t>need be specified:</a:t>
            </a:r>
          </a:p>
          <a:p>
            <a:pPr>
              <a:defRPr/>
            </a:pPr>
            <a:r>
              <a:rPr lang="en-US"/>
              <a:t>Some goals are </a:t>
            </a:r>
            <a:r>
              <a:rPr lang="en-US" i="1">
                <a:solidFill>
                  <a:srgbClr val="083A7F"/>
                </a:solidFill>
              </a:rPr>
              <a:t>inherent</a:t>
            </a:r>
            <a:r>
              <a:rPr lang="en-US">
                <a:solidFill>
                  <a:srgbClr val="083A7F"/>
                </a:solidFill>
              </a:rPr>
              <a:t> </a:t>
            </a:r>
            <a:r>
              <a:rPr lang="en-US"/>
              <a:t>to the system being developed</a:t>
            </a:r>
          </a:p>
          <a:p>
            <a:pPr>
              <a:defRPr/>
            </a:pPr>
            <a:r>
              <a:rPr lang="en-US"/>
              <a:t>Some goals are a result of market analysis</a:t>
            </a:r>
          </a:p>
          <a:p>
            <a:pPr>
              <a:defRPr/>
            </a:pPr>
            <a:r>
              <a:rPr lang="en-US"/>
              <a:t>Some goals are </a:t>
            </a:r>
            <a:r>
              <a:rPr lang="en-US" i="1">
                <a:solidFill>
                  <a:srgbClr val="7F0101"/>
                </a:solidFill>
              </a:rPr>
              <a:t>arbitrary</a:t>
            </a:r>
            <a:r>
              <a:rPr lang="en-US"/>
              <a:t> - could cause problems!</a:t>
            </a:r>
          </a:p>
        </p:txBody>
      </p:sp>
      <p:sp>
        <p:nvSpPr>
          <p:cNvPr id="2" name="Slide Number Placeholder 1">
            <a:extLst>
              <a:ext uri="{FF2B5EF4-FFF2-40B4-BE49-F238E27FC236}">
                <a16:creationId xmlns:a16="http://schemas.microsoft.com/office/drawing/2014/main" id="{A60F4D5A-7A40-C03B-9D1F-ABEE2CD1ABCE}"/>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69FBBC0B-9F3F-4A11-96B3-F3375C9D94D7}" type="slidenum">
              <a:rPr lang="en-AU" altLang="en-US" sz="1400" smtClean="0">
                <a:latin typeface="Times New Roman" panose="02020603050405020304" pitchFamily="18" charset="0"/>
              </a:rPr>
              <a:pPr>
                <a:spcBef>
                  <a:spcPct val="0"/>
                </a:spcBef>
                <a:buSzTx/>
                <a:buFontTx/>
                <a:buNone/>
                <a:defRPr/>
              </a:pPr>
              <a:t>10</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AC027D1-52D9-93FF-EBCB-1ACD8DE8FB38}"/>
              </a:ext>
            </a:extLst>
          </p:cNvPr>
          <p:cNvSpPr>
            <a:spLocks noChangeArrowheads="1"/>
          </p:cNvSpPr>
          <p:nvPr/>
        </p:nvSpPr>
        <p:spPr bwMode="auto">
          <a:xfrm>
            <a:off x="0" y="1524000"/>
            <a:ext cx="7162800"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pic>
        <p:nvPicPr>
          <p:cNvPr id="25603" name="Picture 6" descr="roadmap">
            <a:extLst>
              <a:ext uri="{FF2B5EF4-FFF2-40B4-BE49-F238E27FC236}">
                <a16:creationId xmlns:a16="http://schemas.microsoft.com/office/drawing/2014/main" id="{4695A584-FE88-1319-969A-8D554D5C20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54175"/>
            <a:ext cx="41910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3460" name="Rectangle 4">
            <a:extLst>
              <a:ext uri="{FF2B5EF4-FFF2-40B4-BE49-F238E27FC236}">
                <a16:creationId xmlns:a16="http://schemas.microsoft.com/office/drawing/2014/main" id="{E3CCA5CD-B13C-FA2C-CB71-B467AF6010FE}"/>
              </a:ext>
            </a:extLst>
          </p:cNvPr>
          <p:cNvSpPr>
            <a:spLocks noGrp="1" noChangeArrowheads="1"/>
          </p:cNvSpPr>
          <p:nvPr>
            <p:ph type="title" idx="4294967295"/>
          </p:nvPr>
        </p:nvSpPr>
        <p:spPr/>
        <p:txBody>
          <a:bodyPr/>
          <a:lstStyle/>
          <a:p>
            <a:pPr eaLnBrk="1" hangingPunct="1">
              <a:defRPr/>
            </a:pPr>
            <a:r>
              <a:rPr lang="en-US">
                <a:ea typeface="+mj-ea"/>
                <a:cs typeface="+mj-cs"/>
              </a:rPr>
              <a:t>Outline</a:t>
            </a:r>
          </a:p>
        </p:txBody>
      </p:sp>
      <p:sp>
        <p:nvSpPr>
          <p:cNvPr id="403461" name="Rectangle 4">
            <a:extLst>
              <a:ext uri="{FF2B5EF4-FFF2-40B4-BE49-F238E27FC236}">
                <a16:creationId xmlns:a16="http://schemas.microsoft.com/office/drawing/2014/main" id="{FD770BAF-3FC2-CB53-1815-F61539243342}"/>
              </a:ext>
            </a:extLst>
          </p:cNvPr>
          <p:cNvSpPr>
            <a:spLocks noChangeArrowheads="1"/>
          </p:cNvSpPr>
          <p:nvPr/>
        </p:nvSpPr>
        <p:spPr bwMode="auto">
          <a:xfrm>
            <a:off x="914400" y="1371600"/>
            <a:ext cx="6997700" cy="4953000"/>
          </a:xfrm>
          <a:prstGeom prst="rect">
            <a:avLst/>
          </a:prstGeom>
          <a:noFill/>
          <a:ln>
            <a:noFill/>
          </a:ln>
          <a:effectLst/>
        </p:spPr>
        <p:txBody>
          <a:bodyPr lIns="0" tIns="0" rIns="0" bIns="0"/>
          <a:lstStyle/>
          <a:p>
            <a:pPr eaLnBrk="1" hangingPunct="1">
              <a:defRPr/>
            </a:pPr>
            <a:endParaRPr lang="en-US" sz="3600" b="1">
              <a:solidFill>
                <a:schemeClr val="tx2"/>
              </a:solidFill>
              <a:latin typeface="Arial Narrow" charset="0"/>
              <a:ea typeface="ＭＳ Ｐゴシック" charset="0"/>
            </a:endParaRPr>
          </a:p>
        </p:txBody>
      </p:sp>
      <p:sp>
        <p:nvSpPr>
          <p:cNvPr id="403462" name="Rectangle 6">
            <a:extLst>
              <a:ext uri="{FF2B5EF4-FFF2-40B4-BE49-F238E27FC236}">
                <a16:creationId xmlns:a16="http://schemas.microsoft.com/office/drawing/2014/main" id="{9F8C3D7C-8C3A-9AB5-453A-4319A50FBFCE}"/>
              </a:ext>
            </a:extLst>
          </p:cNvPr>
          <p:cNvSpPr>
            <a:spLocks noChangeArrowheads="1"/>
          </p:cNvSpPr>
          <p:nvPr/>
        </p:nvSpPr>
        <p:spPr bwMode="auto">
          <a:xfrm>
            <a:off x="1079500" y="1143000"/>
            <a:ext cx="7543800" cy="4800600"/>
          </a:xfrm>
          <a:prstGeom prst="rect">
            <a:avLst/>
          </a:prstGeom>
          <a:noFill/>
          <a:ln>
            <a:noFill/>
          </a:ln>
          <a:effectLst/>
        </p:spPr>
        <p:txBody>
          <a:bodyPr lIns="0" tIns="0" rIns="0" bIns="0"/>
          <a:lstStyle/>
          <a:p>
            <a:pPr marL="285750" indent="-285750" eaLnBrk="1" hangingPunct="1">
              <a:spcBef>
                <a:spcPct val="40000"/>
              </a:spcBef>
              <a:buSzPct val="75000"/>
              <a:buFont typeface="Wingdings" charset="0"/>
              <a:buNone/>
              <a:defRPr/>
            </a:pPr>
            <a:endParaRPr lang="en-US" sz="1800" dirty="0">
              <a:latin typeface="Arial Narrow" charset="0"/>
              <a:ea typeface="ＭＳ Ｐゴシック" charset="0"/>
            </a:endParaRP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Unit of Study Overview</a:t>
            </a: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What Drives Software Development?</a:t>
            </a:r>
          </a:p>
          <a:p>
            <a:pPr marL="285750" indent="-285750" eaLnBrk="1" hangingPunct="1">
              <a:spcBef>
                <a:spcPct val="40000"/>
              </a:spcBef>
              <a:buSzPct val="75000"/>
              <a:buFont typeface="Wingdings" charset="0"/>
              <a:buChar char="n"/>
              <a:defRPr/>
            </a:pPr>
            <a:r>
              <a:rPr lang="en-US" sz="2800" b="1" dirty="0">
                <a:latin typeface="Arial Narrow" charset="0"/>
                <a:ea typeface="ＭＳ Ｐゴシック" charset="0"/>
              </a:rPr>
              <a:t>From Business Goals to Requirements</a:t>
            </a:r>
            <a:endParaRPr lang="en-US" sz="2800" dirty="0">
              <a:latin typeface="Arial Narrow" charset="0"/>
              <a:ea typeface="ＭＳ Ｐゴシック" charset="0"/>
            </a:endParaRPr>
          </a:p>
          <a:p>
            <a:pPr marL="762000" lvl="1" indent="-285750" eaLnBrk="1" hangingPunct="1">
              <a:spcBef>
                <a:spcPct val="40000"/>
              </a:spcBef>
              <a:buClr>
                <a:schemeClr val="tx1"/>
              </a:buClr>
              <a:buSzPct val="85000"/>
              <a:buFont typeface="Wingdings" charset="0"/>
              <a:buChar char="¨"/>
              <a:defRPr/>
            </a:pPr>
            <a:r>
              <a:rPr lang="en-US" dirty="0">
                <a:latin typeface="Arial Narrow" charset="0"/>
                <a:ea typeface="ＭＳ Ｐゴシック" charset="0"/>
              </a:rPr>
              <a:t>Functional vs. Non-functional</a:t>
            </a:r>
          </a:p>
          <a:p>
            <a:pPr marL="762000" lvl="1" indent="-285750" eaLnBrk="1" hangingPunct="1">
              <a:spcBef>
                <a:spcPct val="40000"/>
              </a:spcBef>
              <a:buClr>
                <a:schemeClr val="tx1"/>
              </a:buClr>
              <a:buSzPct val="85000"/>
              <a:buFont typeface="Wingdings" charset="0"/>
              <a:buChar char="¨"/>
              <a:defRPr/>
            </a:pPr>
            <a:r>
              <a:rPr lang="en-US" dirty="0">
                <a:latin typeface="Arial Narrow" charset="0"/>
                <a:ea typeface="ＭＳ Ｐゴシック" charset="0"/>
              </a:rPr>
              <a:t>Verification &amp; Validation</a:t>
            </a: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What is Design, what drives Design?</a:t>
            </a:r>
          </a:p>
        </p:txBody>
      </p:sp>
      <p:sp>
        <p:nvSpPr>
          <p:cNvPr id="2" name="Slide Number Placeholder 1">
            <a:extLst>
              <a:ext uri="{FF2B5EF4-FFF2-40B4-BE49-F238E27FC236}">
                <a16:creationId xmlns:a16="http://schemas.microsoft.com/office/drawing/2014/main" id="{3F3408FF-71E9-D1A4-6B45-DDE078F609AD}"/>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FB411D00-9F98-429E-AA1E-2B31121C2318}" type="slidenum">
              <a:rPr lang="en-AU" altLang="en-US" sz="1400" smtClean="0">
                <a:latin typeface="Times New Roman" panose="02020603050405020304" pitchFamily="18" charset="0"/>
              </a:rPr>
              <a:pPr>
                <a:spcBef>
                  <a:spcPct val="0"/>
                </a:spcBef>
                <a:buSzTx/>
                <a:buFontTx/>
                <a:buNone/>
                <a:defRPr/>
              </a:pPr>
              <a:t>11</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4" descr="dilbert2006022523386">
            <a:extLst>
              <a:ext uri="{FF2B5EF4-FFF2-40B4-BE49-F238E27FC236}">
                <a16:creationId xmlns:a16="http://schemas.microsoft.com/office/drawing/2014/main" id="{8123567D-F4FA-F29B-C272-56D5D49EE4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
            <a:ext cx="8569325" cy="621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Rectangle 5">
            <a:extLst>
              <a:ext uri="{FF2B5EF4-FFF2-40B4-BE49-F238E27FC236}">
                <a16:creationId xmlns:a16="http://schemas.microsoft.com/office/drawing/2014/main" id="{89C9D0F8-3C34-28E5-223B-73BD8278C180}"/>
              </a:ext>
            </a:extLst>
          </p:cNvPr>
          <p:cNvSpPr>
            <a:spLocks noChangeArrowheads="1"/>
          </p:cNvSpPr>
          <p:nvPr/>
        </p:nvSpPr>
        <p:spPr bwMode="auto">
          <a:xfrm>
            <a:off x="5105400" y="6477000"/>
            <a:ext cx="3568700" cy="2746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1200">
                <a:latin typeface="Courier" pitchFamily="-84" charset="0"/>
              </a:rPr>
              <a:t>http://en.wikipedia.org/wiki/Fair_use</a:t>
            </a:r>
          </a:p>
        </p:txBody>
      </p:sp>
      <p:sp>
        <p:nvSpPr>
          <p:cNvPr id="2" name="Slide Number Placeholder 1">
            <a:extLst>
              <a:ext uri="{FF2B5EF4-FFF2-40B4-BE49-F238E27FC236}">
                <a16:creationId xmlns:a16="http://schemas.microsoft.com/office/drawing/2014/main" id="{1A6C0CA2-5E23-3C49-8A54-AA4EE999C328}"/>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8CD1474D-1325-4088-8115-95CA94CE54CB}" type="slidenum">
              <a:rPr lang="en-AU" altLang="en-US" sz="1400" smtClean="0">
                <a:latin typeface="Times New Roman" panose="02020603050405020304" pitchFamily="18" charset="0"/>
              </a:rPr>
              <a:pPr>
                <a:spcBef>
                  <a:spcPct val="0"/>
                </a:spcBef>
                <a:buSzTx/>
                <a:buFontTx/>
                <a:buNone/>
                <a:defRPr/>
              </a:pPr>
              <a:t>12</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F4721996-1013-5A4C-95C4-B7E48C1A25F2}"/>
              </a:ext>
            </a:extLst>
          </p:cNvPr>
          <p:cNvSpPr>
            <a:spLocks noChangeArrowheads="1"/>
          </p:cNvSpPr>
          <p:nvPr/>
        </p:nvSpPr>
        <p:spPr bwMode="auto">
          <a:xfrm>
            <a:off x="0" y="1524000"/>
            <a:ext cx="7162800"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pic>
        <p:nvPicPr>
          <p:cNvPr id="29699" name="Picture 6" descr="roadmap">
            <a:extLst>
              <a:ext uri="{FF2B5EF4-FFF2-40B4-BE49-F238E27FC236}">
                <a16:creationId xmlns:a16="http://schemas.microsoft.com/office/drawing/2014/main" id="{2890FB1A-79A9-A000-2A15-B1B2B0677A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54175"/>
            <a:ext cx="41910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5508" name="Rectangle 4">
            <a:extLst>
              <a:ext uri="{FF2B5EF4-FFF2-40B4-BE49-F238E27FC236}">
                <a16:creationId xmlns:a16="http://schemas.microsoft.com/office/drawing/2014/main" id="{39F0A1F3-A5FD-9FB5-FEB9-1129AADBDB54}"/>
              </a:ext>
            </a:extLst>
          </p:cNvPr>
          <p:cNvSpPr>
            <a:spLocks noGrp="1" noChangeArrowheads="1"/>
          </p:cNvSpPr>
          <p:nvPr>
            <p:ph type="title" idx="4294967295"/>
          </p:nvPr>
        </p:nvSpPr>
        <p:spPr/>
        <p:txBody>
          <a:bodyPr/>
          <a:lstStyle/>
          <a:p>
            <a:pPr eaLnBrk="1" hangingPunct="1">
              <a:defRPr/>
            </a:pPr>
            <a:r>
              <a:rPr lang="en-US">
                <a:ea typeface="+mj-ea"/>
                <a:cs typeface="+mj-cs"/>
              </a:rPr>
              <a:t>Outline</a:t>
            </a:r>
          </a:p>
        </p:txBody>
      </p:sp>
      <p:sp>
        <p:nvSpPr>
          <p:cNvPr id="405509" name="Rectangle 4">
            <a:extLst>
              <a:ext uri="{FF2B5EF4-FFF2-40B4-BE49-F238E27FC236}">
                <a16:creationId xmlns:a16="http://schemas.microsoft.com/office/drawing/2014/main" id="{7E1818FF-EE84-92B2-787B-F9D4D256C5B5}"/>
              </a:ext>
            </a:extLst>
          </p:cNvPr>
          <p:cNvSpPr>
            <a:spLocks noChangeArrowheads="1"/>
          </p:cNvSpPr>
          <p:nvPr/>
        </p:nvSpPr>
        <p:spPr bwMode="auto">
          <a:xfrm>
            <a:off x="914400" y="1371600"/>
            <a:ext cx="6997700" cy="4953000"/>
          </a:xfrm>
          <a:prstGeom prst="rect">
            <a:avLst/>
          </a:prstGeom>
          <a:noFill/>
          <a:ln>
            <a:noFill/>
          </a:ln>
          <a:effectLst/>
        </p:spPr>
        <p:txBody>
          <a:bodyPr lIns="0" tIns="0" rIns="0" bIns="0"/>
          <a:lstStyle/>
          <a:p>
            <a:pPr eaLnBrk="1" hangingPunct="1">
              <a:defRPr/>
            </a:pPr>
            <a:endParaRPr lang="en-US" sz="3600" b="1">
              <a:solidFill>
                <a:schemeClr val="tx2"/>
              </a:solidFill>
              <a:latin typeface="Arial Narrow" charset="0"/>
              <a:ea typeface="ＭＳ Ｐゴシック" charset="0"/>
            </a:endParaRPr>
          </a:p>
        </p:txBody>
      </p:sp>
      <p:sp>
        <p:nvSpPr>
          <p:cNvPr id="405510" name="Rectangle 6">
            <a:extLst>
              <a:ext uri="{FF2B5EF4-FFF2-40B4-BE49-F238E27FC236}">
                <a16:creationId xmlns:a16="http://schemas.microsoft.com/office/drawing/2014/main" id="{3A346DEB-26E7-BE9F-4068-89F5305D4572}"/>
              </a:ext>
            </a:extLst>
          </p:cNvPr>
          <p:cNvSpPr>
            <a:spLocks noChangeArrowheads="1"/>
          </p:cNvSpPr>
          <p:nvPr/>
        </p:nvSpPr>
        <p:spPr bwMode="auto">
          <a:xfrm>
            <a:off x="1079500" y="1143000"/>
            <a:ext cx="7543800" cy="4800600"/>
          </a:xfrm>
          <a:prstGeom prst="rect">
            <a:avLst/>
          </a:prstGeom>
          <a:noFill/>
          <a:ln>
            <a:noFill/>
          </a:ln>
          <a:effectLst/>
        </p:spPr>
        <p:txBody>
          <a:bodyPr lIns="0" tIns="0" rIns="0" bIns="0"/>
          <a:lstStyle/>
          <a:p>
            <a:pPr marL="285750" indent="-285750" eaLnBrk="1" hangingPunct="1">
              <a:spcBef>
                <a:spcPct val="40000"/>
              </a:spcBef>
              <a:buSzPct val="75000"/>
              <a:buFont typeface="Wingdings" charset="0"/>
              <a:buNone/>
              <a:defRPr/>
            </a:pPr>
            <a:endParaRPr lang="en-US" sz="1800" dirty="0">
              <a:latin typeface="Arial Narrow" charset="0"/>
              <a:ea typeface="ＭＳ Ｐゴシック" charset="0"/>
            </a:endParaRP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Unit of Study Overview</a:t>
            </a: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What Drives Software Development?</a:t>
            </a: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From Business Goals to Requirements</a:t>
            </a:r>
          </a:p>
          <a:p>
            <a:pPr marL="762000" lvl="1" indent="-285750" eaLnBrk="1" hangingPunct="1">
              <a:spcBef>
                <a:spcPct val="40000"/>
              </a:spcBef>
              <a:buClr>
                <a:schemeClr val="tx1"/>
              </a:buClr>
              <a:buSzPct val="85000"/>
              <a:buFont typeface="Wingdings" charset="0"/>
              <a:buChar char="¨"/>
              <a:defRPr/>
            </a:pPr>
            <a:r>
              <a:rPr lang="en-US" b="1" dirty="0">
                <a:latin typeface="Arial Narrow" charset="0"/>
                <a:ea typeface="ＭＳ Ｐゴシック" charset="0"/>
              </a:rPr>
              <a:t>Functional vs. Non-functional</a:t>
            </a:r>
            <a:endParaRPr lang="en-US" dirty="0">
              <a:latin typeface="Arial Narrow" charset="0"/>
              <a:ea typeface="ＭＳ Ｐゴシック" charset="0"/>
            </a:endParaRPr>
          </a:p>
          <a:p>
            <a:pPr marL="762000" lvl="1" indent="-285750" eaLnBrk="1" hangingPunct="1">
              <a:spcBef>
                <a:spcPct val="40000"/>
              </a:spcBef>
              <a:buClr>
                <a:schemeClr val="tx1"/>
              </a:buClr>
              <a:buSzPct val="85000"/>
              <a:buFont typeface="Wingdings" charset="0"/>
              <a:buChar char="¨"/>
              <a:defRPr/>
            </a:pPr>
            <a:r>
              <a:rPr lang="en-US" dirty="0">
                <a:latin typeface="Arial Narrow" charset="0"/>
                <a:ea typeface="ＭＳ Ｐゴシック" charset="0"/>
              </a:rPr>
              <a:t>Verification &amp; Validation</a:t>
            </a: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What is Design, what drives Design?</a:t>
            </a:r>
          </a:p>
        </p:txBody>
      </p:sp>
      <p:sp>
        <p:nvSpPr>
          <p:cNvPr id="2" name="Slide Number Placeholder 1">
            <a:extLst>
              <a:ext uri="{FF2B5EF4-FFF2-40B4-BE49-F238E27FC236}">
                <a16:creationId xmlns:a16="http://schemas.microsoft.com/office/drawing/2014/main" id="{E2D99606-2AE6-CC46-3466-A344A8A8FF10}"/>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F3C77D44-9B43-4201-B38F-DF8B01C85E44}" type="slidenum">
              <a:rPr lang="en-AU" altLang="en-US" sz="1400" smtClean="0">
                <a:latin typeface="Times New Roman" panose="02020603050405020304" pitchFamily="18" charset="0"/>
              </a:rPr>
              <a:pPr>
                <a:spcBef>
                  <a:spcPct val="0"/>
                </a:spcBef>
                <a:buSzTx/>
                <a:buFontTx/>
                <a:buNone/>
                <a:defRPr/>
              </a:pPr>
              <a:t>13</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a:extLst>
              <a:ext uri="{FF2B5EF4-FFF2-40B4-BE49-F238E27FC236}">
                <a16:creationId xmlns:a16="http://schemas.microsoft.com/office/drawing/2014/main" id="{B7381AE3-BD81-CFA5-6E81-75F3172D8467}"/>
              </a:ext>
            </a:extLst>
          </p:cNvPr>
          <p:cNvSpPr>
            <a:spLocks noGrp="1" noChangeArrowheads="1"/>
          </p:cNvSpPr>
          <p:nvPr>
            <p:ph type="title" idx="4294967295"/>
          </p:nvPr>
        </p:nvSpPr>
        <p:spPr/>
        <p:txBody>
          <a:bodyPr/>
          <a:lstStyle/>
          <a:p>
            <a:pPr eaLnBrk="1" hangingPunct="1">
              <a:defRPr/>
            </a:pPr>
            <a:r>
              <a:rPr lang="en-US" sz="3000">
                <a:ea typeface="+mj-ea"/>
                <a:cs typeface="+mj-cs"/>
              </a:rPr>
              <a:t>Functional and Non-functional Requirements</a:t>
            </a:r>
            <a:endParaRPr lang="en-US">
              <a:ea typeface="+mj-ea"/>
              <a:cs typeface="+mj-cs"/>
            </a:endParaRPr>
          </a:p>
        </p:txBody>
      </p:sp>
      <p:sp>
        <p:nvSpPr>
          <p:cNvPr id="296963" name="Rectangle 3">
            <a:extLst>
              <a:ext uri="{FF2B5EF4-FFF2-40B4-BE49-F238E27FC236}">
                <a16:creationId xmlns:a16="http://schemas.microsoft.com/office/drawing/2014/main" id="{A26EF1D9-1E2C-C53F-A7BB-198D49446620}"/>
              </a:ext>
            </a:extLst>
          </p:cNvPr>
          <p:cNvSpPr>
            <a:spLocks noGrp="1" noChangeArrowheads="1"/>
          </p:cNvSpPr>
          <p:nvPr>
            <p:ph type="body" idx="4294967295"/>
          </p:nvPr>
        </p:nvSpPr>
        <p:spPr/>
        <p:txBody>
          <a:bodyPr anchor="ctr"/>
          <a:lstStyle/>
          <a:p>
            <a:pPr marL="342900" indent="-342900" eaLnBrk="1" hangingPunct="1">
              <a:lnSpc>
                <a:spcPct val="90000"/>
              </a:lnSpc>
              <a:buFont typeface="Wingdings" panose="05000000000000000000" pitchFamily="2" charset="2"/>
              <a:buNone/>
              <a:defRPr/>
            </a:pPr>
            <a:r>
              <a:rPr lang="en-US" sz="2400" i="1" u="sng">
                <a:solidFill>
                  <a:srgbClr val="0C3A80"/>
                </a:solidFill>
              </a:rPr>
              <a:t>Functional requirements</a:t>
            </a:r>
            <a:r>
              <a:rPr lang="en-US" sz="2400"/>
              <a:t> describe system </a:t>
            </a:r>
            <a:r>
              <a:rPr lang="en-US" sz="2400" i="1">
                <a:solidFill>
                  <a:srgbClr val="7F0101"/>
                </a:solidFill>
              </a:rPr>
              <a:t>services</a:t>
            </a:r>
            <a:r>
              <a:rPr lang="en-US" sz="2400"/>
              <a:t> or </a:t>
            </a:r>
            <a:r>
              <a:rPr lang="en-US" sz="2400" i="1">
                <a:solidFill>
                  <a:srgbClr val="7F0101"/>
                </a:solidFill>
              </a:rPr>
              <a:t>functions</a:t>
            </a:r>
            <a:endParaRPr lang="en-US" sz="2400"/>
          </a:p>
          <a:p>
            <a:pPr marL="742950" lvl="1" eaLnBrk="1" hangingPunct="1">
              <a:lnSpc>
                <a:spcPct val="90000"/>
              </a:lnSpc>
              <a:defRPr/>
            </a:pPr>
            <a:r>
              <a:rPr lang="en-US" sz="2000"/>
              <a:t>Compute sales tax on a purchase</a:t>
            </a:r>
          </a:p>
          <a:p>
            <a:pPr marL="742950" lvl="1" eaLnBrk="1" hangingPunct="1">
              <a:lnSpc>
                <a:spcPct val="90000"/>
              </a:lnSpc>
              <a:defRPr/>
            </a:pPr>
            <a:r>
              <a:rPr lang="en-US" sz="2000"/>
              <a:t>Update the database on the server ...</a:t>
            </a:r>
          </a:p>
          <a:p>
            <a:pPr marL="742950" lvl="1" eaLnBrk="1" hangingPunct="1">
              <a:lnSpc>
                <a:spcPct val="90000"/>
              </a:lnSpc>
              <a:buFont typeface="Wingdings" panose="05000000000000000000" pitchFamily="2" charset="2"/>
              <a:buChar char="F"/>
              <a:defRPr/>
            </a:pPr>
            <a:r>
              <a:rPr lang="en-US" sz="2000" i="1"/>
              <a:t>In essence, anything that can be </a:t>
            </a:r>
            <a:r>
              <a:rPr lang="en-US" sz="2000" i="1">
                <a:solidFill>
                  <a:srgbClr val="7F0101"/>
                </a:solidFill>
              </a:rPr>
              <a:t>directly expressed in code</a:t>
            </a:r>
            <a:r>
              <a:rPr lang="en-US" sz="2000" i="1"/>
              <a:t>…</a:t>
            </a:r>
          </a:p>
          <a:p>
            <a:pPr marL="742950" lvl="1" eaLnBrk="1" hangingPunct="1">
              <a:lnSpc>
                <a:spcPct val="90000"/>
              </a:lnSpc>
              <a:buFont typeface="Wingdings" panose="05000000000000000000" pitchFamily="2" charset="2"/>
              <a:buNone/>
              <a:defRPr/>
            </a:pPr>
            <a:endParaRPr lang="en-US" sz="2000"/>
          </a:p>
          <a:p>
            <a:pPr marL="342900" indent="-342900" eaLnBrk="1" hangingPunct="1">
              <a:lnSpc>
                <a:spcPct val="90000"/>
              </a:lnSpc>
              <a:buFont typeface="Wingdings" panose="05000000000000000000" pitchFamily="2" charset="2"/>
              <a:buNone/>
              <a:defRPr/>
            </a:pPr>
            <a:r>
              <a:rPr lang="en-US" sz="2400" i="1" u="sng">
                <a:solidFill>
                  <a:srgbClr val="0C3A80"/>
                </a:solidFill>
              </a:rPr>
              <a:t>Non-functional requirements</a:t>
            </a:r>
            <a:r>
              <a:rPr lang="en-US" sz="2400"/>
              <a:t> (also known as </a:t>
            </a:r>
            <a:r>
              <a:rPr lang="en-US" sz="2400" b="1" i="1">
                <a:solidFill>
                  <a:srgbClr val="7F0101"/>
                </a:solidFill>
              </a:rPr>
              <a:t>quality</a:t>
            </a:r>
            <a:r>
              <a:rPr lang="en-US" sz="2400" i="1">
                <a:solidFill>
                  <a:srgbClr val="7F0101"/>
                </a:solidFill>
              </a:rPr>
              <a:t> requirements</a:t>
            </a:r>
            <a:r>
              <a:rPr lang="en-US" sz="2400"/>
              <a:t>) are </a:t>
            </a:r>
            <a:r>
              <a:rPr lang="en-US" sz="2400" i="1">
                <a:solidFill>
                  <a:srgbClr val="7F0101"/>
                </a:solidFill>
              </a:rPr>
              <a:t>constraints</a:t>
            </a:r>
            <a:r>
              <a:rPr lang="en-US" sz="2400"/>
              <a:t> on the services and/or the development process</a:t>
            </a:r>
          </a:p>
          <a:p>
            <a:pPr marL="742950" lvl="1" eaLnBrk="1" hangingPunct="1">
              <a:lnSpc>
                <a:spcPct val="90000"/>
              </a:lnSpc>
              <a:defRPr/>
            </a:pPr>
            <a:r>
              <a:rPr lang="en-US" altLang="en-US" sz="2000"/>
              <a:t>“</a:t>
            </a:r>
            <a:r>
              <a:rPr lang="en-US" sz="2000"/>
              <a:t>Reducing cost of deployment</a:t>
            </a:r>
            <a:r>
              <a:rPr lang="en-US" altLang="en-US" sz="2000"/>
              <a:t>”</a:t>
            </a:r>
            <a:r>
              <a:rPr lang="en-US" sz="2000"/>
              <a:t> cannot be directly expressed in code…</a:t>
            </a:r>
          </a:p>
          <a:p>
            <a:pPr marL="342900" indent="-342900" eaLnBrk="1" hangingPunct="1">
              <a:lnSpc>
                <a:spcPct val="90000"/>
              </a:lnSpc>
              <a:buFont typeface="Wingdings" panose="05000000000000000000" pitchFamily="2" charset="2"/>
              <a:buNone/>
              <a:defRPr/>
            </a:pPr>
            <a:endParaRPr lang="en-US" sz="2400"/>
          </a:p>
          <a:p>
            <a:pPr marL="342900" indent="-342900" eaLnBrk="1" hangingPunct="1">
              <a:lnSpc>
                <a:spcPct val="90000"/>
              </a:lnSpc>
              <a:buFont typeface="Wingdings" panose="05000000000000000000" pitchFamily="2" charset="2"/>
              <a:buNone/>
              <a:defRPr/>
            </a:pPr>
            <a:r>
              <a:rPr lang="en-US" sz="2400" i="1" u="sng">
                <a:solidFill>
                  <a:srgbClr val="083A7F"/>
                </a:solidFill>
              </a:rPr>
              <a:t>Domain requirements</a:t>
            </a:r>
            <a:r>
              <a:rPr lang="en-US" sz="2400"/>
              <a:t> stem from the application domain of a system</a:t>
            </a:r>
          </a:p>
          <a:p>
            <a:pPr marL="742950" lvl="1" eaLnBrk="1" hangingPunct="1">
              <a:lnSpc>
                <a:spcPct val="90000"/>
              </a:lnSpc>
              <a:defRPr/>
            </a:pPr>
            <a:r>
              <a:rPr lang="en-US" sz="2000"/>
              <a:t>may be functional or non-functional</a:t>
            </a:r>
            <a:endParaRPr lang="en-US" sz="1200"/>
          </a:p>
        </p:txBody>
      </p:sp>
      <p:sp>
        <p:nvSpPr>
          <p:cNvPr id="2" name="Slide Number Placeholder 1">
            <a:extLst>
              <a:ext uri="{FF2B5EF4-FFF2-40B4-BE49-F238E27FC236}">
                <a16:creationId xmlns:a16="http://schemas.microsoft.com/office/drawing/2014/main" id="{8A1A11E4-7C01-4262-E3EE-369412737416}"/>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15680BD4-91C7-4779-A24A-E72B1AEDBD91}" type="slidenum">
              <a:rPr lang="en-AU" altLang="en-US" sz="1400" smtClean="0">
                <a:latin typeface="Times New Roman" panose="02020603050405020304" pitchFamily="18" charset="0"/>
              </a:rPr>
              <a:pPr>
                <a:spcBef>
                  <a:spcPct val="0"/>
                </a:spcBef>
                <a:buSzTx/>
                <a:buFontTx/>
                <a:buNone/>
                <a:defRPr/>
              </a:pPr>
              <a:t>14</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a:extLst>
              <a:ext uri="{FF2B5EF4-FFF2-40B4-BE49-F238E27FC236}">
                <a16:creationId xmlns:a16="http://schemas.microsoft.com/office/drawing/2014/main" id="{C36A234A-DD8F-BFF1-0790-7B4ABC23A0ED}"/>
              </a:ext>
            </a:extLst>
          </p:cNvPr>
          <p:cNvSpPr>
            <a:spLocks noGrp="1" noChangeArrowheads="1"/>
          </p:cNvSpPr>
          <p:nvPr>
            <p:ph type="title" idx="4294967295"/>
          </p:nvPr>
        </p:nvSpPr>
        <p:spPr/>
        <p:txBody>
          <a:bodyPr/>
          <a:lstStyle/>
          <a:p>
            <a:pPr eaLnBrk="1" hangingPunct="1">
              <a:defRPr/>
            </a:pPr>
            <a:r>
              <a:rPr lang="en-US">
                <a:ea typeface="+mj-ea"/>
                <a:cs typeface="+mj-cs"/>
              </a:rPr>
              <a:t>Non-functional Requirements</a:t>
            </a:r>
          </a:p>
        </p:txBody>
      </p:sp>
      <p:graphicFrame>
        <p:nvGraphicFramePr>
          <p:cNvPr id="382979" name="Group 3">
            <a:extLst>
              <a:ext uri="{FF2B5EF4-FFF2-40B4-BE49-F238E27FC236}">
                <a16:creationId xmlns:a16="http://schemas.microsoft.com/office/drawing/2014/main" id="{8354306B-A2AE-1961-9280-04C00A52383D}"/>
              </a:ext>
            </a:extLst>
          </p:cNvPr>
          <p:cNvGraphicFramePr>
            <a:graphicFrameLocks noGrp="1"/>
          </p:cNvGraphicFramePr>
          <p:nvPr>
            <p:ph type="tbl" idx="4294967295"/>
          </p:nvPr>
        </p:nvGraphicFramePr>
        <p:xfrm>
          <a:off x="1287463" y="1468438"/>
          <a:ext cx="7273925" cy="4737099"/>
        </p:xfrm>
        <a:graphic>
          <a:graphicData uri="http://schemas.openxmlformats.org/drawingml/2006/table">
            <a:tbl>
              <a:tblPr/>
              <a:tblGrid>
                <a:gridCol w="2139950">
                  <a:extLst>
                    <a:ext uri="{9D8B030D-6E8A-4147-A177-3AD203B41FA5}">
                      <a16:colId xmlns:a16="http://schemas.microsoft.com/office/drawing/2014/main" val="20000"/>
                    </a:ext>
                  </a:extLst>
                </a:gridCol>
                <a:gridCol w="5133975">
                  <a:extLst>
                    <a:ext uri="{9D8B030D-6E8A-4147-A177-3AD203B41FA5}">
                      <a16:colId xmlns:a16="http://schemas.microsoft.com/office/drawing/2014/main" val="20001"/>
                    </a:ext>
                  </a:extLst>
                </a:gridCol>
              </a:tblGrid>
              <a:tr h="1335167">
                <a:tc>
                  <a:txBody>
                    <a:bodyPr/>
                    <a:lstStyle/>
                    <a:p>
                      <a:pPr marL="0" marR="0" lvl="0" indent="0" algn="ctr"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1" i="1" u="none" strike="noStrike" cap="none" normalizeH="0" baseline="0">
                          <a:ln>
                            <a:noFill/>
                          </a:ln>
                          <a:solidFill>
                            <a:schemeClr val="tx1"/>
                          </a:solidFill>
                          <a:effectLst/>
                          <a:latin typeface="Arial Narrow" charset="0"/>
                          <a:ea typeface="ＭＳ Ｐゴシック" charset="0"/>
                        </a:rPr>
                        <a:t>Product requirements:</a:t>
                      </a:r>
                    </a:p>
                  </a:txBody>
                  <a:tcPr marT="45725" marB="45725" anchor="ct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0" i="0" u="none" strike="noStrike" cap="none" normalizeH="0" baseline="0">
                          <a:ln>
                            <a:noFill/>
                          </a:ln>
                          <a:solidFill>
                            <a:schemeClr val="tx1"/>
                          </a:solidFill>
                          <a:effectLst/>
                          <a:latin typeface="Arial Narrow" charset="0"/>
                          <a:ea typeface="ＭＳ Ｐゴシック" charset="0"/>
                        </a:rPr>
                        <a:t>specify that the delivered product </a:t>
                      </a:r>
                      <a:r>
                        <a:rPr kumimoji="0" lang="en-US" sz="2400" b="0" i="1" u="none" strike="noStrike" cap="none" normalizeH="0" baseline="0">
                          <a:ln>
                            <a:noFill/>
                          </a:ln>
                          <a:solidFill>
                            <a:srgbClr val="7F0101"/>
                          </a:solidFill>
                          <a:effectLst/>
                          <a:latin typeface="Arial Narrow" charset="0"/>
                          <a:ea typeface="ＭＳ Ｐゴシック" charset="0"/>
                        </a:rPr>
                        <a:t>must behave</a:t>
                      </a:r>
                      <a:r>
                        <a:rPr kumimoji="0" lang="en-US" sz="2400" b="0" i="0" u="none" strike="noStrike" cap="none" normalizeH="0" baseline="0">
                          <a:ln>
                            <a:noFill/>
                          </a:ln>
                          <a:solidFill>
                            <a:schemeClr val="tx1"/>
                          </a:solidFill>
                          <a:effectLst/>
                          <a:latin typeface="Arial Narrow" charset="0"/>
                          <a:ea typeface="ＭＳ Ｐゴシック" charset="0"/>
                        </a:rPr>
                        <a:t> in a particular way </a:t>
                      </a:r>
                    </a:p>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0" i="1" u="none" strike="noStrike" cap="none" normalizeH="0" baseline="0">
                          <a:ln>
                            <a:noFill/>
                          </a:ln>
                          <a:solidFill>
                            <a:schemeClr val="tx1"/>
                          </a:solidFill>
                          <a:effectLst/>
                          <a:latin typeface="Arial Narrow" charset="0"/>
                          <a:ea typeface="ＭＳ Ｐゴシック" charset="0"/>
                        </a:rPr>
                        <a:t>e.g. execution speed, reliability, etc.</a:t>
                      </a:r>
                    </a:p>
                  </a:txBody>
                  <a:tcPr marT="45725" marB="45725"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00966">
                <a:tc>
                  <a:txBody>
                    <a:bodyPr/>
                    <a:lstStyle/>
                    <a:p>
                      <a:pPr marL="0" marR="0" lvl="0" indent="0" algn="ctr"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1" i="1" u="none" strike="noStrike" cap="none" normalizeH="0" baseline="0">
                          <a:ln>
                            <a:noFill/>
                          </a:ln>
                          <a:solidFill>
                            <a:schemeClr val="tx1"/>
                          </a:solidFill>
                          <a:effectLst/>
                          <a:latin typeface="Arial Narrow" charset="0"/>
                          <a:ea typeface="ＭＳ Ｐゴシック" charset="0"/>
                        </a:rPr>
                        <a:t>Organizational requirements:</a:t>
                      </a:r>
                    </a:p>
                  </a:txBody>
                  <a:tcPr marT="45725" marB="45725" anchor="ct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0" i="0" u="none" strike="noStrike" cap="none" normalizeH="0" baseline="0">
                          <a:ln>
                            <a:noFill/>
                          </a:ln>
                          <a:solidFill>
                            <a:schemeClr val="tx1"/>
                          </a:solidFill>
                          <a:effectLst/>
                          <a:latin typeface="Arial Narrow" charset="0"/>
                          <a:ea typeface="ＭＳ Ｐゴシック" charset="0"/>
                        </a:rPr>
                        <a:t>are a consequence of </a:t>
                      </a:r>
                      <a:r>
                        <a:rPr kumimoji="0" lang="en-US" sz="2400" b="0" i="1" u="none" strike="noStrike" cap="none" normalizeH="0" baseline="0">
                          <a:ln>
                            <a:noFill/>
                          </a:ln>
                          <a:solidFill>
                            <a:srgbClr val="7F0101"/>
                          </a:solidFill>
                          <a:effectLst/>
                          <a:latin typeface="Arial Narrow" charset="0"/>
                          <a:ea typeface="ＭＳ Ｐゴシック" charset="0"/>
                        </a:rPr>
                        <a:t>organizational policies</a:t>
                      </a:r>
                      <a:r>
                        <a:rPr kumimoji="0" lang="en-US" sz="2400" b="0" i="0" u="none" strike="noStrike" cap="none" normalizeH="0" baseline="0">
                          <a:ln>
                            <a:noFill/>
                          </a:ln>
                          <a:solidFill>
                            <a:schemeClr val="tx1"/>
                          </a:solidFill>
                          <a:effectLst/>
                          <a:latin typeface="Arial Narrow" charset="0"/>
                          <a:ea typeface="ＭＳ Ｐゴシック" charset="0"/>
                        </a:rPr>
                        <a:t> and procedures </a:t>
                      </a:r>
                    </a:p>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0" i="1" u="none" strike="noStrike" cap="none" normalizeH="0" baseline="0">
                          <a:ln>
                            <a:noFill/>
                          </a:ln>
                          <a:solidFill>
                            <a:schemeClr val="tx1"/>
                          </a:solidFill>
                          <a:effectLst/>
                          <a:latin typeface="Arial Narrow" charset="0"/>
                          <a:ea typeface="ＭＳ Ｐゴシック" charset="0"/>
                        </a:rPr>
                        <a:t>e.g. process standards used, implementation requirements, etc.</a:t>
                      </a:r>
                    </a:p>
                  </a:txBody>
                  <a:tcPr marT="45725" marB="45725"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700966">
                <a:tc>
                  <a:txBody>
                    <a:bodyPr/>
                    <a:lstStyle/>
                    <a:p>
                      <a:pPr marL="0" marR="0" lvl="0" indent="0" algn="ctr"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1" i="1" u="none" strike="noStrike" cap="none" normalizeH="0" baseline="0">
                          <a:ln>
                            <a:noFill/>
                          </a:ln>
                          <a:solidFill>
                            <a:schemeClr val="tx1"/>
                          </a:solidFill>
                          <a:effectLst/>
                          <a:latin typeface="Arial Narrow" charset="0"/>
                          <a:ea typeface="ＭＳ Ｐゴシック" charset="0"/>
                        </a:rPr>
                        <a:t>External requirements:</a:t>
                      </a:r>
                    </a:p>
                  </a:txBody>
                  <a:tcPr marT="45725" marB="45725" anchor="ct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0" i="0" u="none" strike="noStrike" cap="none" normalizeH="0" baseline="0">
                          <a:ln>
                            <a:noFill/>
                          </a:ln>
                          <a:solidFill>
                            <a:schemeClr val="tx1"/>
                          </a:solidFill>
                          <a:effectLst/>
                          <a:latin typeface="Arial Narrow" charset="0"/>
                          <a:ea typeface="ＭＳ Ｐゴシック" charset="0"/>
                        </a:rPr>
                        <a:t>arise from </a:t>
                      </a:r>
                      <a:r>
                        <a:rPr kumimoji="0" lang="en-US" sz="2400" b="0" i="1" u="none" strike="noStrike" cap="none" normalizeH="0" baseline="0">
                          <a:ln>
                            <a:noFill/>
                          </a:ln>
                          <a:solidFill>
                            <a:srgbClr val="7F0101"/>
                          </a:solidFill>
                          <a:effectLst/>
                          <a:latin typeface="Arial Narrow" charset="0"/>
                          <a:ea typeface="ＭＳ Ｐゴシック" charset="0"/>
                        </a:rPr>
                        <a:t>factors which are external</a:t>
                      </a:r>
                      <a:r>
                        <a:rPr kumimoji="0" lang="en-US" sz="2400" b="0" i="0" u="none" strike="noStrike" cap="none" normalizeH="0" baseline="0">
                          <a:ln>
                            <a:noFill/>
                          </a:ln>
                          <a:solidFill>
                            <a:schemeClr val="tx1"/>
                          </a:solidFill>
                          <a:effectLst/>
                          <a:latin typeface="Arial Narrow" charset="0"/>
                          <a:ea typeface="ＭＳ Ｐゴシック" charset="0"/>
                        </a:rPr>
                        <a:t> to the system and its development process </a:t>
                      </a:r>
                    </a:p>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0" i="1" u="none" strike="noStrike" cap="none" normalizeH="0" baseline="0">
                          <a:ln>
                            <a:noFill/>
                          </a:ln>
                          <a:solidFill>
                            <a:schemeClr val="tx1"/>
                          </a:solidFill>
                          <a:effectLst/>
                          <a:latin typeface="Arial Narrow" charset="0"/>
                          <a:ea typeface="ＭＳ Ｐゴシック" charset="0"/>
                        </a:rPr>
                        <a:t>e.g. interoperability requirements, </a:t>
                      </a:r>
                      <a:r>
                        <a:rPr kumimoji="0" lang="en-US" sz="2400" b="0" i="1" u="none" strike="noStrike" cap="none" normalizeH="0" baseline="0">
                          <a:ln>
                            <a:noFill/>
                          </a:ln>
                          <a:solidFill>
                            <a:srgbClr val="0C3A80"/>
                          </a:solidFill>
                          <a:effectLst/>
                          <a:latin typeface="Arial Narrow" charset="0"/>
                          <a:ea typeface="ＭＳ Ｐゴシック" charset="0"/>
                        </a:rPr>
                        <a:t>legislative requirements</a:t>
                      </a:r>
                      <a:r>
                        <a:rPr kumimoji="0" lang="en-US" sz="2400" b="0" i="1" u="none" strike="noStrike" cap="none" normalizeH="0" baseline="0">
                          <a:ln>
                            <a:noFill/>
                          </a:ln>
                          <a:solidFill>
                            <a:schemeClr val="tx1"/>
                          </a:solidFill>
                          <a:effectLst/>
                          <a:latin typeface="Arial Narrow" charset="0"/>
                          <a:ea typeface="ＭＳ Ｐゴシック" charset="0"/>
                        </a:rPr>
                        <a:t>, etc.</a:t>
                      </a:r>
                    </a:p>
                  </a:txBody>
                  <a:tcPr marT="45725" marB="45725"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 name="Slide Number Placeholder 1">
            <a:extLst>
              <a:ext uri="{FF2B5EF4-FFF2-40B4-BE49-F238E27FC236}">
                <a16:creationId xmlns:a16="http://schemas.microsoft.com/office/drawing/2014/main" id="{6585BD64-A4D6-5F2A-EBE3-640252B73E43}"/>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F5963E95-5431-40E3-B67C-39F16352B201}" type="slidenum">
              <a:rPr lang="en-AU" altLang="en-US" sz="1400" smtClean="0">
                <a:latin typeface="Times New Roman" panose="02020603050405020304" pitchFamily="18" charset="0"/>
              </a:rPr>
              <a:pPr>
                <a:spcBef>
                  <a:spcPct val="0"/>
                </a:spcBef>
                <a:buSzTx/>
                <a:buFontTx/>
                <a:buNone/>
                <a:defRPr/>
              </a:pPr>
              <a:t>15</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a:extLst>
              <a:ext uri="{FF2B5EF4-FFF2-40B4-BE49-F238E27FC236}">
                <a16:creationId xmlns:a16="http://schemas.microsoft.com/office/drawing/2014/main" id="{38217470-0773-5D49-BEE2-99A9C9D0559B}"/>
              </a:ext>
            </a:extLst>
          </p:cNvPr>
          <p:cNvSpPr>
            <a:spLocks noGrp="1" noChangeArrowheads="1"/>
          </p:cNvSpPr>
          <p:nvPr>
            <p:ph type="title" idx="4294967295"/>
          </p:nvPr>
        </p:nvSpPr>
        <p:spPr/>
        <p:txBody>
          <a:bodyPr/>
          <a:lstStyle/>
          <a:p>
            <a:pPr eaLnBrk="1" hangingPunct="1">
              <a:defRPr/>
            </a:pPr>
            <a:r>
              <a:rPr lang="en-US" sz="3300">
                <a:ea typeface="+mj-ea"/>
                <a:cs typeface="+mj-cs"/>
              </a:rPr>
              <a:t>Examples of Non-functional Requirements</a:t>
            </a:r>
            <a:endParaRPr lang="en-US">
              <a:ea typeface="+mj-ea"/>
              <a:cs typeface="+mj-cs"/>
            </a:endParaRPr>
          </a:p>
        </p:txBody>
      </p:sp>
      <p:graphicFrame>
        <p:nvGraphicFramePr>
          <p:cNvPr id="385027" name="Group 3">
            <a:extLst>
              <a:ext uri="{FF2B5EF4-FFF2-40B4-BE49-F238E27FC236}">
                <a16:creationId xmlns:a16="http://schemas.microsoft.com/office/drawing/2014/main" id="{F634F9DA-064B-E402-2852-5EF9FE2E5D9B}"/>
              </a:ext>
            </a:extLst>
          </p:cNvPr>
          <p:cNvGraphicFramePr>
            <a:graphicFrameLocks noGrp="1"/>
          </p:cNvGraphicFramePr>
          <p:nvPr>
            <p:ph type="tbl" idx="4294967295"/>
          </p:nvPr>
        </p:nvGraphicFramePr>
        <p:xfrm>
          <a:off x="1287463" y="1517650"/>
          <a:ext cx="7273925" cy="4054475"/>
        </p:xfrm>
        <a:graphic>
          <a:graphicData uri="http://schemas.openxmlformats.org/drawingml/2006/table">
            <a:tbl>
              <a:tblPr/>
              <a:tblGrid>
                <a:gridCol w="2139950">
                  <a:extLst>
                    <a:ext uri="{9D8B030D-6E8A-4147-A177-3AD203B41FA5}">
                      <a16:colId xmlns:a16="http://schemas.microsoft.com/office/drawing/2014/main" val="20000"/>
                    </a:ext>
                  </a:extLst>
                </a:gridCol>
                <a:gridCol w="5133975">
                  <a:extLst>
                    <a:ext uri="{9D8B030D-6E8A-4147-A177-3AD203B41FA5}">
                      <a16:colId xmlns:a16="http://schemas.microsoft.com/office/drawing/2014/main" val="20001"/>
                    </a:ext>
                  </a:extLst>
                </a:gridCol>
              </a:tblGrid>
              <a:tr h="1219391">
                <a:tc>
                  <a:txBody>
                    <a:bodyPr/>
                    <a:lstStyle/>
                    <a:p>
                      <a:pPr marL="0" marR="0" lvl="0" indent="0" algn="ctr"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1" i="1" u="none" strike="noStrike" cap="none" normalizeH="0" baseline="0">
                          <a:ln>
                            <a:noFill/>
                          </a:ln>
                          <a:solidFill>
                            <a:schemeClr val="tx1"/>
                          </a:solidFill>
                          <a:effectLst/>
                          <a:latin typeface="Arial Narrow" charset="0"/>
                          <a:ea typeface="ＭＳ Ｐゴシック" charset="0"/>
                        </a:rPr>
                        <a:t>Product requirement</a:t>
                      </a:r>
                    </a:p>
                  </a:txBody>
                  <a:tcPr marT="45727" marB="45727" anchor="ct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000" b="0" i="0" u="none" strike="noStrike" cap="none" normalizeH="0" baseline="0" dirty="0">
                          <a:ln>
                            <a:noFill/>
                          </a:ln>
                          <a:solidFill>
                            <a:schemeClr val="tx1"/>
                          </a:solidFill>
                          <a:effectLst/>
                          <a:latin typeface="Arial Narrow" charset="0"/>
                          <a:ea typeface="ＭＳ Ｐゴシック" charset="0"/>
                        </a:rPr>
                        <a:t>It shall be possible for all communication between the console and the user to be expressed in the </a:t>
                      </a:r>
                      <a:r>
                        <a:rPr kumimoji="0" lang="en-US" sz="2000" b="0" i="1" u="none" strike="noStrike" cap="none" normalizeH="0" baseline="0" dirty="0">
                          <a:ln>
                            <a:noFill/>
                          </a:ln>
                          <a:solidFill>
                            <a:srgbClr val="7F0101"/>
                          </a:solidFill>
                          <a:effectLst/>
                          <a:latin typeface="Arial Narrow" charset="0"/>
                          <a:ea typeface="ＭＳ Ｐゴシック" charset="0"/>
                        </a:rPr>
                        <a:t>standard ASCII character set.</a:t>
                      </a:r>
                      <a:endParaRPr kumimoji="0" lang="en-US" sz="2000" b="0" i="1" u="none" strike="noStrike" cap="none" normalizeH="0" baseline="0" dirty="0">
                        <a:ln>
                          <a:noFill/>
                        </a:ln>
                        <a:solidFill>
                          <a:schemeClr val="tx1"/>
                        </a:solidFill>
                        <a:effectLst/>
                        <a:latin typeface="Arial Narrow" charset="0"/>
                        <a:ea typeface="ＭＳ Ｐゴシック" charset="0"/>
                      </a:endParaRPr>
                    </a:p>
                  </a:txBody>
                  <a:tcPr marT="45727" marB="45727"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19391">
                <a:tc>
                  <a:txBody>
                    <a:bodyPr/>
                    <a:lstStyle/>
                    <a:p>
                      <a:pPr marL="0" marR="0" lvl="0" indent="0" algn="ctr"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1" i="1" u="none" strike="noStrike" cap="none" normalizeH="0" baseline="0">
                          <a:ln>
                            <a:noFill/>
                          </a:ln>
                          <a:solidFill>
                            <a:schemeClr val="tx1"/>
                          </a:solidFill>
                          <a:effectLst/>
                          <a:latin typeface="Arial Narrow" charset="0"/>
                          <a:ea typeface="ＭＳ Ｐゴシック" charset="0"/>
                        </a:rPr>
                        <a:t>Organisational requirement</a:t>
                      </a:r>
                    </a:p>
                  </a:txBody>
                  <a:tcPr marT="45727" marB="45727" anchor="ct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000" b="0" i="0" u="none" strike="noStrike" cap="none" normalizeH="0" baseline="0">
                          <a:ln>
                            <a:noFill/>
                          </a:ln>
                          <a:solidFill>
                            <a:schemeClr val="tx1"/>
                          </a:solidFill>
                          <a:effectLst/>
                          <a:latin typeface="Arial Narrow" charset="0"/>
                          <a:ea typeface="ＭＳ Ｐゴシック" charset="0"/>
                        </a:rPr>
                        <a:t>The </a:t>
                      </a:r>
                      <a:r>
                        <a:rPr kumimoji="0" lang="en-US" sz="2000" b="0" i="1" u="none" strike="noStrike" cap="none" normalizeH="0" baseline="0">
                          <a:ln>
                            <a:noFill/>
                          </a:ln>
                          <a:solidFill>
                            <a:srgbClr val="7F0101"/>
                          </a:solidFill>
                          <a:effectLst/>
                          <a:latin typeface="Arial Narrow" charset="0"/>
                          <a:ea typeface="ＭＳ Ｐゴシック" charset="0"/>
                        </a:rPr>
                        <a:t>system development process</a:t>
                      </a:r>
                      <a:r>
                        <a:rPr kumimoji="0" lang="en-US" sz="2000" b="0" i="0" u="none" strike="noStrike" cap="none" normalizeH="0" baseline="0">
                          <a:ln>
                            <a:noFill/>
                          </a:ln>
                          <a:solidFill>
                            <a:schemeClr val="tx1"/>
                          </a:solidFill>
                          <a:effectLst/>
                          <a:latin typeface="Arial Narrow" charset="0"/>
                          <a:ea typeface="ＭＳ Ｐゴシック" charset="0"/>
                        </a:rPr>
                        <a:t> and deliverable documents shall conform to the process and deliverables defined in </a:t>
                      </a:r>
                      <a:r>
                        <a:rPr kumimoji="0" lang="en-US" sz="2000" b="0" i="1" u="none" strike="noStrike" cap="none" normalizeH="0" baseline="0">
                          <a:ln>
                            <a:noFill/>
                          </a:ln>
                          <a:solidFill>
                            <a:srgbClr val="7F0101"/>
                          </a:solidFill>
                          <a:effectLst/>
                          <a:latin typeface="Arial Narrow" charset="0"/>
                          <a:ea typeface="ＭＳ Ｐゴシック" charset="0"/>
                        </a:rPr>
                        <a:t>XYZCo-SP-STAN-95.</a:t>
                      </a:r>
                      <a:endParaRPr kumimoji="0" lang="en-US" sz="2000" b="0" i="1" u="none" strike="noStrike" cap="none" normalizeH="0" baseline="0">
                        <a:ln>
                          <a:noFill/>
                        </a:ln>
                        <a:solidFill>
                          <a:schemeClr val="tx1"/>
                        </a:solidFill>
                        <a:effectLst/>
                        <a:latin typeface="Arial Narrow" charset="0"/>
                        <a:ea typeface="ＭＳ Ｐゴシック" charset="0"/>
                      </a:endParaRPr>
                    </a:p>
                  </a:txBody>
                  <a:tcPr marT="45727" marB="45727"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15693">
                <a:tc>
                  <a:txBody>
                    <a:bodyPr/>
                    <a:lstStyle/>
                    <a:p>
                      <a:pPr marL="0" marR="0" lvl="0" indent="0" algn="ctr"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1" i="1" u="none" strike="noStrike" cap="none" normalizeH="0" baseline="0">
                          <a:ln>
                            <a:noFill/>
                          </a:ln>
                          <a:solidFill>
                            <a:schemeClr val="tx1"/>
                          </a:solidFill>
                          <a:effectLst/>
                          <a:latin typeface="Arial Narrow" charset="0"/>
                          <a:ea typeface="ＭＳ Ｐゴシック" charset="0"/>
                        </a:rPr>
                        <a:t>External requirement</a:t>
                      </a:r>
                    </a:p>
                  </a:txBody>
                  <a:tcPr marT="45727" marB="45727" anchor="ct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000" b="0" i="0" u="none" strike="noStrike" cap="none" normalizeH="0" baseline="0" dirty="0">
                          <a:ln>
                            <a:noFill/>
                          </a:ln>
                          <a:solidFill>
                            <a:schemeClr val="tx1"/>
                          </a:solidFill>
                          <a:effectLst/>
                          <a:latin typeface="Arial Narrow" charset="0"/>
                          <a:ea typeface="ＭＳ Ｐゴシック" charset="0"/>
                        </a:rPr>
                        <a:t>The system shall provide facilities that allow any user to check if personal data is maintained on the system. </a:t>
                      </a:r>
                      <a:r>
                        <a:rPr kumimoji="0" lang="en-US" sz="2000" b="0" i="1" u="none" strike="noStrike" cap="none" normalizeH="0" baseline="0" dirty="0">
                          <a:ln>
                            <a:noFill/>
                          </a:ln>
                          <a:solidFill>
                            <a:srgbClr val="7F0101"/>
                          </a:solidFill>
                          <a:effectLst/>
                          <a:latin typeface="Arial Narrow" charset="0"/>
                          <a:ea typeface="ＭＳ Ｐゴシック" charset="0"/>
                        </a:rPr>
                        <a:t>A process must be defined and supported in the software that will allow users to inspect personal data</a:t>
                      </a:r>
                      <a:r>
                        <a:rPr kumimoji="0" lang="en-US" sz="2000" b="0" i="0" u="none" strike="noStrike" cap="none" normalizeH="0" baseline="0" dirty="0">
                          <a:ln>
                            <a:noFill/>
                          </a:ln>
                          <a:solidFill>
                            <a:schemeClr val="tx1"/>
                          </a:solidFill>
                          <a:effectLst/>
                          <a:latin typeface="Arial Narrow" charset="0"/>
                          <a:ea typeface="ＭＳ Ｐゴシック" charset="0"/>
                        </a:rPr>
                        <a:t> and to correct any errors in that data.</a:t>
                      </a:r>
                      <a:endParaRPr kumimoji="0" lang="en-US" sz="2000" b="1" i="1" u="none" strike="noStrike" cap="none" normalizeH="0" baseline="0" dirty="0">
                        <a:ln>
                          <a:noFill/>
                        </a:ln>
                        <a:solidFill>
                          <a:schemeClr val="tx1"/>
                        </a:solidFill>
                        <a:effectLst/>
                        <a:latin typeface="Arial Narrow" charset="0"/>
                        <a:ea typeface="ＭＳ Ｐゴシック" charset="0"/>
                      </a:endParaRPr>
                    </a:p>
                  </a:txBody>
                  <a:tcPr marT="45727" marB="45727"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85039" name="Text Box 15">
            <a:extLst>
              <a:ext uri="{FF2B5EF4-FFF2-40B4-BE49-F238E27FC236}">
                <a16:creationId xmlns:a16="http://schemas.microsoft.com/office/drawing/2014/main" id="{9DD33BB1-033E-D189-DC10-F6EF41001D30}"/>
              </a:ext>
            </a:extLst>
          </p:cNvPr>
          <p:cNvSpPr txBox="1">
            <a:spLocks noChangeArrowheads="1"/>
          </p:cNvSpPr>
          <p:nvPr/>
        </p:nvSpPr>
        <p:spPr bwMode="auto">
          <a:xfrm>
            <a:off x="1066800" y="5867400"/>
            <a:ext cx="6961188" cy="430213"/>
          </a:xfrm>
          <a:prstGeom prst="rect">
            <a:avLst/>
          </a:prstGeom>
          <a:noFill/>
          <a:ln>
            <a:noFill/>
          </a:ln>
          <a:effectLst/>
        </p:spPr>
        <p:txBody>
          <a:bodyPr>
            <a:spAutoFit/>
          </a:bodyPr>
          <a:lstStyle/>
          <a:p>
            <a:pPr>
              <a:buFont typeface="Wingdings" charset="0"/>
              <a:buChar char="F"/>
              <a:defRPr/>
            </a:pPr>
            <a:r>
              <a:rPr lang="en-US" sz="2200" i="1" dirty="0">
                <a:latin typeface="Arial Narrow" charset="0"/>
                <a:ea typeface="ＭＳ Ｐゴシック" charset="0"/>
              </a:rPr>
              <a:t> We will talk more about non-functional requirements in Week 3</a:t>
            </a:r>
          </a:p>
        </p:txBody>
      </p:sp>
      <p:sp>
        <p:nvSpPr>
          <p:cNvPr id="2" name="Slide Number Placeholder 1">
            <a:extLst>
              <a:ext uri="{FF2B5EF4-FFF2-40B4-BE49-F238E27FC236}">
                <a16:creationId xmlns:a16="http://schemas.microsoft.com/office/drawing/2014/main" id="{75C354BE-5356-8425-9B6C-EC7F22AECAB9}"/>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E06B3CD6-7B95-4213-91A3-0FE0B3F1DF9D}" type="slidenum">
              <a:rPr lang="en-AU" altLang="en-US" sz="1400" smtClean="0">
                <a:latin typeface="Times New Roman" panose="02020603050405020304" pitchFamily="18" charset="0"/>
              </a:rPr>
              <a:pPr>
                <a:spcBef>
                  <a:spcPct val="0"/>
                </a:spcBef>
                <a:buSzTx/>
                <a:buFontTx/>
                <a:buNone/>
                <a:defRPr/>
              </a:pPr>
              <a:t>16</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560585D5-4EFE-DFBB-7E6E-4D4C609CCFFC}"/>
              </a:ext>
            </a:extLst>
          </p:cNvPr>
          <p:cNvSpPr>
            <a:spLocks noChangeArrowheads="1"/>
          </p:cNvSpPr>
          <p:nvPr/>
        </p:nvSpPr>
        <p:spPr bwMode="auto">
          <a:xfrm>
            <a:off x="0" y="1524000"/>
            <a:ext cx="7162800"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pic>
        <p:nvPicPr>
          <p:cNvPr id="37891" name="Picture 6" descr="roadmap">
            <a:extLst>
              <a:ext uri="{FF2B5EF4-FFF2-40B4-BE49-F238E27FC236}">
                <a16:creationId xmlns:a16="http://schemas.microsoft.com/office/drawing/2014/main" id="{174D70B1-B429-583D-C5AE-C669FE1792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54175"/>
            <a:ext cx="41910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7556" name="Rectangle 4">
            <a:extLst>
              <a:ext uri="{FF2B5EF4-FFF2-40B4-BE49-F238E27FC236}">
                <a16:creationId xmlns:a16="http://schemas.microsoft.com/office/drawing/2014/main" id="{03E0DEA0-7DD5-6E12-A1C3-D5E503C20DE5}"/>
              </a:ext>
            </a:extLst>
          </p:cNvPr>
          <p:cNvSpPr>
            <a:spLocks noGrp="1" noChangeArrowheads="1"/>
          </p:cNvSpPr>
          <p:nvPr>
            <p:ph type="title" idx="4294967295"/>
          </p:nvPr>
        </p:nvSpPr>
        <p:spPr/>
        <p:txBody>
          <a:bodyPr/>
          <a:lstStyle/>
          <a:p>
            <a:pPr eaLnBrk="1" hangingPunct="1">
              <a:defRPr/>
            </a:pPr>
            <a:r>
              <a:rPr lang="en-US">
                <a:ea typeface="+mj-ea"/>
                <a:cs typeface="+mj-cs"/>
              </a:rPr>
              <a:t>Outline</a:t>
            </a:r>
          </a:p>
        </p:txBody>
      </p:sp>
      <p:sp>
        <p:nvSpPr>
          <p:cNvPr id="407557" name="Rectangle 4">
            <a:extLst>
              <a:ext uri="{FF2B5EF4-FFF2-40B4-BE49-F238E27FC236}">
                <a16:creationId xmlns:a16="http://schemas.microsoft.com/office/drawing/2014/main" id="{4313C01F-9C52-86B9-5494-8ABA3840F970}"/>
              </a:ext>
            </a:extLst>
          </p:cNvPr>
          <p:cNvSpPr>
            <a:spLocks noChangeArrowheads="1"/>
          </p:cNvSpPr>
          <p:nvPr/>
        </p:nvSpPr>
        <p:spPr bwMode="auto">
          <a:xfrm>
            <a:off x="914400" y="1371600"/>
            <a:ext cx="6997700" cy="4953000"/>
          </a:xfrm>
          <a:prstGeom prst="rect">
            <a:avLst/>
          </a:prstGeom>
          <a:noFill/>
          <a:ln>
            <a:noFill/>
          </a:ln>
          <a:effectLst/>
        </p:spPr>
        <p:txBody>
          <a:bodyPr lIns="0" tIns="0" rIns="0" bIns="0"/>
          <a:lstStyle/>
          <a:p>
            <a:pPr eaLnBrk="1" hangingPunct="1">
              <a:defRPr/>
            </a:pPr>
            <a:endParaRPr lang="en-US" sz="3600" b="1">
              <a:solidFill>
                <a:schemeClr val="tx2"/>
              </a:solidFill>
              <a:latin typeface="Arial Narrow" charset="0"/>
              <a:ea typeface="ＭＳ Ｐゴシック" charset="0"/>
            </a:endParaRPr>
          </a:p>
        </p:txBody>
      </p:sp>
      <p:sp>
        <p:nvSpPr>
          <p:cNvPr id="407558" name="Rectangle 6">
            <a:extLst>
              <a:ext uri="{FF2B5EF4-FFF2-40B4-BE49-F238E27FC236}">
                <a16:creationId xmlns:a16="http://schemas.microsoft.com/office/drawing/2014/main" id="{9838EBAB-C85A-B650-3F18-D47297FB9FDA}"/>
              </a:ext>
            </a:extLst>
          </p:cNvPr>
          <p:cNvSpPr>
            <a:spLocks noChangeArrowheads="1"/>
          </p:cNvSpPr>
          <p:nvPr/>
        </p:nvSpPr>
        <p:spPr bwMode="auto">
          <a:xfrm>
            <a:off x="1079500" y="1143000"/>
            <a:ext cx="7543800" cy="4800600"/>
          </a:xfrm>
          <a:prstGeom prst="rect">
            <a:avLst/>
          </a:prstGeom>
          <a:noFill/>
          <a:ln>
            <a:noFill/>
          </a:ln>
          <a:effectLst/>
        </p:spPr>
        <p:txBody>
          <a:bodyPr lIns="0" tIns="0" rIns="0" bIns="0"/>
          <a:lstStyle/>
          <a:p>
            <a:pPr marL="285750" indent="-285750" eaLnBrk="1" hangingPunct="1">
              <a:spcBef>
                <a:spcPct val="40000"/>
              </a:spcBef>
              <a:buSzPct val="75000"/>
              <a:buFont typeface="Wingdings" charset="0"/>
              <a:buNone/>
              <a:defRPr/>
            </a:pPr>
            <a:endParaRPr lang="en-US" sz="1800" dirty="0">
              <a:latin typeface="Arial Narrow" charset="0"/>
              <a:ea typeface="ＭＳ Ｐゴシック" charset="0"/>
            </a:endParaRP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Unit of Study Overview</a:t>
            </a: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What Drives Software Development?</a:t>
            </a: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From Business Goals to Requirements</a:t>
            </a:r>
          </a:p>
          <a:p>
            <a:pPr marL="762000" lvl="1" indent="-285750" eaLnBrk="1" hangingPunct="1">
              <a:spcBef>
                <a:spcPct val="40000"/>
              </a:spcBef>
              <a:buClr>
                <a:schemeClr val="tx1"/>
              </a:buClr>
              <a:buSzPct val="85000"/>
              <a:buFont typeface="Wingdings" charset="0"/>
              <a:buChar char="¨"/>
              <a:defRPr/>
            </a:pPr>
            <a:r>
              <a:rPr lang="en-US" dirty="0">
                <a:latin typeface="Arial Narrow" charset="0"/>
                <a:ea typeface="ＭＳ Ｐゴシック" charset="0"/>
              </a:rPr>
              <a:t>Functional vs. Non-functional</a:t>
            </a:r>
          </a:p>
          <a:p>
            <a:pPr marL="762000" lvl="1" indent="-285750" eaLnBrk="1" hangingPunct="1">
              <a:spcBef>
                <a:spcPct val="40000"/>
              </a:spcBef>
              <a:buClr>
                <a:schemeClr val="tx1"/>
              </a:buClr>
              <a:buSzPct val="85000"/>
              <a:buFont typeface="Wingdings" charset="0"/>
              <a:buChar char="¨"/>
              <a:defRPr/>
            </a:pPr>
            <a:r>
              <a:rPr lang="en-US" b="1" dirty="0">
                <a:latin typeface="Arial Narrow" charset="0"/>
                <a:ea typeface="ＭＳ Ｐゴシック" charset="0"/>
              </a:rPr>
              <a:t>Verification &amp; Validation</a:t>
            </a:r>
            <a:endParaRPr lang="en-US" dirty="0">
              <a:latin typeface="Arial Narrow" charset="0"/>
              <a:ea typeface="ＭＳ Ｐゴシック" charset="0"/>
            </a:endParaRP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What is Design, what drives Design?</a:t>
            </a:r>
          </a:p>
        </p:txBody>
      </p:sp>
      <p:sp>
        <p:nvSpPr>
          <p:cNvPr id="2" name="Slide Number Placeholder 1">
            <a:extLst>
              <a:ext uri="{FF2B5EF4-FFF2-40B4-BE49-F238E27FC236}">
                <a16:creationId xmlns:a16="http://schemas.microsoft.com/office/drawing/2014/main" id="{7797F979-C9FC-BDC0-1A9E-609AA15702E8}"/>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7CBC0195-A16D-4581-8A10-0F03B0580EC9}" type="slidenum">
              <a:rPr lang="en-AU" altLang="en-US" sz="1400" smtClean="0">
                <a:latin typeface="Times New Roman" panose="02020603050405020304" pitchFamily="18" charset="0"/>
              </a:rPr>
              <a:pPr>
                <a:spcBef>
                  <a:spcPct val="0"/>
                </a:spcBef>
                <a:buSzTx/>
                <a:buFontTx/>
                <a:buNone/>
                <a:defRPr/>
              </a:pPr>
              <a:t>17</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3">
            <a:extLst>
              <a:ext uri="{FF2B5EF4-FFF2-40B4-BE49-F238E27FC236}">
                <a16:creationId xmlns:a16="http://schemas.microsoft.com/office/drawing/2014/main" id="{3046FE1A-4485-F2EB-53E1-7E82F5307805}"/>
              </a:ext>
            </a:extLst>
          </p:cNvPr>
          <p:cNvSpPr>
            <a:spLocks noGrp="1" noChangeArrowheads="1"/>
          </p:cNvSpPr>
          <p:nvPr>
            <p:ph type="title" idx="4294967295"/>
          </p:nvPr>
        </p:nvSpPr>
        <p:spPr/>
        <p:txBody>
          <a:bodyPr/>
          <a:lstStyle/>
          <a:p>
            <a:pPr eaLnBrk="1" hangingPunct="1">
              <a:defRPr/>
            </a:pPr>
            <a:r>
              <a:rPr lang="en-US">
                <a:ea typeface="+mj-ea"/>
                <a:cs typeface="+mj-cs"/>
              </a:rPr>
              <a:t>Impedance Mismatches</a:t>
            </a:r>
          </a:p>
        </p:txBody>
      </p:sp>
      <p:pic>
        <p:nvPicPr>
          <p:cNvPr id="39939" name="Picture 12" descr="theswing.jpg">
            <a:extLst>
              <a:ext uri="{FF2B5EF4-FFF2-40B4-BE49-F238E27FC236}">
                <a16:creationId xmlns:a16="http://schemas.microsoft.com/office/drawing/2014/main" id="{57766A13-4D40-0BA4-1F45-12195226DC2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181100"/>
            <a:ext cx="7569200" cy="567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934B38CC-B258-530D-B41E-4B2907C5E62F}"/>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B2BDEAA3-D061-4197-9531-2FB17FBCD5F8}" type="slidenum">
              <a:rPr lang="en-AU" altLang="en-US" sz="1400" smtClean="0">
                <a:latin typeface="Times New Roman" panose="02020603050405020304" pitchFamily="18" charset="0"/>
              </a:rPr>
              <a:pPr>
                <a:spcBef>
                  <a:spcPct val="0"/>
                </a:spcBef>
                <a:buSzTx/>
                <a:buFontTx/>
                <a:buNone/>
                <a:defRPr/>
              </a:pPr>
              <a:t>18</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a:extLst>
              <a:ext uri="{FF2B5EF4-FFF2-40B4-BE49-F238E27FC236}">
                <a16:creationId xmlns:a16="http://schemas.microsoft.com/office/drawing/2014/main" id="{2C3D087D-222F-44B6-7D2E-7549F551F05B}"/>
              </a:ext>
            </a:extLst>
          </p:cNvPr>
          <p:cNvSpPr>
            <a:spLocks noGrp="1" noChangeArrowheads="1"/>
          </p:cNvSpPr>
          <p:nvPr>
            <p:ph type="title"/>
          </p:nvPr>
        </p:nvSpPr>
        <p:spPr/>
        <p:txBody>
          <a:bodyPr/>
          <a:lstStyle/>
          <a:p>
            <a:pPr>
              <a:defRPr/>
            </a:pPr>
            <a:r>
              <a:rPr lang="en-US">
                <a:ea typeface="+mj-ea"/>
                <a:cs typeface="+mj-cs"/>
              </a:rPr>
              <a:t>Verification and Validation</a:t>
            </a:r>
          </a:p>
        </p:txBody>
      </p:sp>
      <p:sp>
        <p:nvSpPr>
          <p:cNvPr id="308227" name="Rectangle 3">
            <a:extLst>
              <a:ext uri="{FF2B5EF4-FFF2-40B4-BE49-F238E27FC236}">
                <a16:creationId xmlns:a16="http://schemas.microsoft.com/office/drawing/2014/main" id="{8924ADA0-6E88-0D59-AE19-22387D410285}"/>
              </a:ext>
            </a:extLst>
          </p:cNvPr>
          <p:cNvSpPr>
            <a:spLocks noGrp="1" noChangeArrowheads="1"/>
          </p:cNvSpPr>
          <p:nvPr>
            <p:ph type="body" idx="1"/>
          </p:nvPr>
        </p:nvSpPr>
        <p:spPr/>
        <p:txBody>
          <a:bodyPr/>
          <a:lstStyle/>
          <a:p>
            <a:pPr>
              <a:buFont typeface="Wingdings" panose="05000000000000000000" pitchFamily="2" charset="2"/>
              <a:buNone/>
              <a:defRPr/>
            </a:pPr>
            <a:endParaRPr lang="en-US" sz="1600" b="1" i="1"/>
          </a:p>
          <a:p>
            <a:pPr>
              <a:buFont typeface="Wingdings" panose="05000000000000000000" pitchFamily="2" charset="2"/>
              <a:buNone/>
              <a:defRPr/>
            </a:pPr>
            <a:r>
              <a:rPr lang="en-US" b="1" i="1">
                <a:solidFill>
                  <a:srgbClr val="0C3A80"/>
                </a:solidFill>
              </a:rPr>
              <a:t>Verification</a:t>
            </a:r>
            <a:r>
              <a:rPr lang="en-US" b="1" i="1"/>
              <a:t>:</a:t>
            </a:r>
            <a:endParaRPr lang="en-US"/>
          </a:p>
          <a:p>
            <a:pPr>
              <a:defRPr/>
            </a:pPr>
            <a:r>
              <a:rPr lang="en-US"/>
              <a:t>Are we </a:t>
            </a:r>
            <a:r>
              <a:rPr lang="en-US" i="1">
                <a:solidFill>
                  <a:srgbClr val="7F0101"/>
                </a:solidFill>
              </a:rPr>
              <a:t>building the product right</a:t>
            </a:r>
            <a:r>
              <a:rPr lang="en-US"/>
              <a:t>? </a:t>
            </a:r>
          </a:p>
          <a:p>
            <a:pPr lvl="1">
              <a:defRPr/>
            </a:pPr>
            <a:r>
              <a:rPr lang="en-US"/>
              <a:t>i.e., does it conform to the specification(s)?</a:t>
            </a:r>
          </a:p>
          <a:p>
            <a:pPr>
              <a:buFont typeface="Wingdings" panose="05000000000000000000" pitchFamily="2" charset="2"/>
              <a:buNone/>
              <a:defRPr/>
            </a:pPr>
            <a:endParaRPr lang="en-US" sz="1600"/>
          </a:p>
          <a:p>
            <a:pPr>
              <a:buFont typeface="Wingdings" panose="05000000000000000000" pitchFamily="2" charset="2"/>
              <a:buNone/>
              <a:defRPr/>
            </a:pPr>
            <a:r>
              <a:rPr lang="en-US" b="1" i="1">
                <a:solidFill>
                  <a:srgbClr val="0C3A80"/>
                </a:solidFill>
              </a:rPr>
              <a:t>Validation</a:t>
            </a:r>
            <a:r>
              <a:rPr lang="en-US" b="1" i="1"/>
              <a:t>:</a:t>
            </a:r>
            <a:endParaRPr lang="en-US"/>
          </a:p>
          <a:p>
            <a:pPr>
              <a:defRPr/>
            </a:pPr>
            <a:r>
              <a:rPr lang="en-US"/>
              <a:t>Are we building the </a:t>
            </a:r>
            <a:r>
              <a:rPr lang="en-US" i="1">
                <a:solidFill>
                  <a:srgbClr val="7F0101"/>
                </a:solidFill>
              </a:rPr>
              <a:t>right product</a:t>
            </a:r>
            <a:r>
              <a:rPr lang="en-US"/>
              <a:t>? </a:t>
            </a:r>
          </a:p>
          <a:p>
            <a:pPr lvl="1">
              <a:defRPr/>
            </a:pPr>
            <a:r>
              <a:rPr lang="en-US"/>
              <a:t>i.e., does it meet stakeholders</a:t>
            </a:r>
            <a:r>
              <a:rPr lang="en-US" altLang="en-US"/>
              <a:t>’</a:t>
            </a:r>
            <a:r>
              <a:rPr lang="en-US"/>
              <a:t> </a:t>
            </a:r>
            <a:r>
              <a:rPr lang="en-US" i="1">
                <a:solidFill>
                  <a:srgbClr val="083A7F"/>
                </a:solidFill>
              </a:rPr>
              <a:t>expectations</a:t>
            </a:r>
            <a:r>
              <a:rPr lang="en-US"/>
              <a:t>?</a:t>
            </a:r>
          </a:p>
        </p:txBody>
      </p:sp>
      <p:sp>
        <p:nvSpPr>
          <p:cNvPr id="2" name="Slide Number Placeholder 1">
            <a:extLst>
              <a:ext uri="{FF2B5EF4-FFF2-40B4-BE49-F238E27FC236}">
                <a16:creationId xmlns:a16="http://schemas.microsoft.com/office/drawing/2014/main" id="{CBD620C1-7A56-CF85-7939-2F359AEDDDDD}"/>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51994034-9929-473D-8074-0C0D4B22F8A0}" type="slidenum">
              <a:rPr lang="en-AU" altLang="en-US" sz="1400" smtClean="0">
                <a:latin typeface="Times New Roman" panose="02020603050405020304" pitchFamily="18" charset="0"/>
              </a:rPr>
              <a:pPr>
                <a:spcBef>
                  <a:spcPct val="0"/>
                </a:spcBef>
                <a:buSzTx/>
                <a:buFontTx/>
                <a:buNone/>
                <a:defRPr/>
              </a:pPr>
              <a:t>19</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a:extLst>
              <a:ext uri="{FF2B5EF4-FFF2-40B4-BE49-F238E27FC236}">
                <a16:creationId xmlns:a16="http://schemas.microsoft.com/office/drawing/2014/main" id="{D255E812-AB0A-AC64-00E1-7B23125E34D9}"/>
              </a:ext>
            </a:extLst>
          </p:cNvPr>
          <p:cNvSpPr>
            <a:spLocks noGrp="1" noChangeArrowheads="1"/>
          </p:cNvSpPr>
          <p:nvPr>
            <p:ph type="title" idx="4294967295"/>
          </p:nvPr>
        </p:nvSpPr>
        <p:spPr/>
        <p:txBody>
          <a:bodyPr/>
          <a:lstStyle/>
          <a:p>
            <a:pPr eaLnBrk="1" hangingPunct="1">
              <a:defRPr/>
            </a:pPr>
            <a:r>
              <a:rPr lang="en-US">
                <a:ea typeface="+mj-ea"/>
                <a:cs typeface="+mj-cs"/>
              </a:rPr>
              <a:t>Requirements Verifiability</a:t>
            </a:r>
          </a:p>
        </p:txBody>
      </p:sp>
      <p:sp>
        <p:nvSpPr>
          <p:cNvPr id="387075" name="Rectangle 3">
            <a:extLst>
              <a:ext uri="{FF2B5EF4-FFF2-40B4-BE49-F238E27FC236}">
                <a16:creationId xmlns:a16="http://schemas.microsoft.com/office/drawing/2014/main" id="{2D14B6CB-ED76-F3B9-75FF-C54AB7431FFE}"/>
              </a:ext>
            </a:extLst>
          </p:cNvPr>
          <p:cNvSpPr>
            <a:spLocks noGrp="1" noChangeArrowheads="1"/>
          </p:cNvSpPr>
          <p:nvPr>
            <p:ph type="body" idx="4294967295"/>
          </p:nvPr>
        </p:nvSpPr>
        <p:spPr/>
        <p:txBody>
          <a:bodyPr anchor="ctr"/>
          <a:lstStyle/>
          <a:p>
            <a:pPr marL="419100" indent="-419100" eaLnBrk="1" hangingPunct="1">
              <a:lnSpc>
                <a:spcPct val="80000"/>
              </a:lnSpc>
              <a:buFont typeface="Wingdings" panose="05000000000000000000" pitchFamily="2" charset="2"/>
              <a:buNone/>
              <a:defRPr/>
            </a:pPr>
            <a:r>
              <a:rPr lang="en-US" sz="2400" dirty="0"/>
              <a:t>Requirements must be written so that they can be </a:t>
            </a:r>
            <a:r>
              <a:rPr lang="en-US" sz="2400" i="1" dirty="0">
                <a:solidFill>
                  <a:srgbClr val="7F0101"/>
                </a:solidFill>
              </a:rPr>
              <a:t>validated</a:t>
            </a:r>
            <a:r>
              <a:rPr lang="en-US" sz="2400" dirty="0"/>
              <a:t> and </a:t>
            </a:r>
            <a:r>
              <a:rPr lang="en-US" sz="2400" b="1" i="1" u="sng" dirty="0">
                <a:solidFill>
                  <a:srgbClr val="7F0101"/>
                </a:solidFill>
              </a:rPr>
              <a:t>objectively</a:t>
            </a:r>
            <a:r>
              <a:rPr lang="en-US" sz="2400" b="1" i="1" dirty="0">
                <a:solidFill>
                  <a:srgbClr val="7F0101"/>
                </a:solidFill>
              </a:rPr>
              <a:t> verified</a:t>
            </a:r>
            <a:r>
              <a:rPr lang="en-US" sz="2400" dirty="0"/>
              <a:t>.</a:t>
            </a:r>
          </a:p>
          <a:p>
            <a:pPr marL="419100" indent="-419100" eaLnBrk="1" hangingPunct="1">
              <a:lnSpc>
                <a:spcPct val="80000"/>
              </a:lnSpc>
              <a:buFont typeface="Wingdings" panose="05000000000000000000" pitchFamily="2" charset="2"/>
              <a:buNone/>
              <a:defRPr/>
            </a:pPr>
            <a:endParaRPr lang="en-US" sz="1000" dirty="0"/>
          </a:p>
          <a:p>
            <a:pPr marL="419100" indent="-419100" eaLnBrk="1" hangingPunct="1">
              <a:lnSpc>
                <a:spcPct val="80000"/>
              </a:lnSpc>
              <a:buFont typeface="Wingdings" panose="05000000000000000000" pitchFamily="2" charset="2"/>
              <a:buNone/>
              <a:defRPr/>
            </a:pPr>
            <a:r>
              <a:rPr lang="en-US" sz="2400" b="1" i="1" dirty="0"/>
              <a:t>Imprecise:</a:t>
            </a:r>
            <a:endParaRPr lang="en-US" sz="2400" dirty="0"/>
          </a:p>
          <a:p>
            <a:pPr marL="838200" lvl="1" indent="-381000" eaLnBrk="1" hangingPunct="1">
              <a:lnSpc>
                <a:spcPct val="80000"/>
              </a:lnSpc>
              <a:defRPr/>
            </a:pPr>
            <a:r>
              <a:rPr lang="en-US" altLang="en-US" sz="2000" i="1" dirty="0"/>
              <a:t>“</a:t>
            </a:r>
            <a:r>
              <a:rPr lang="en-US" sz="2000" i="1" dirty="0"/>
              <a:t>The system should be </a:t>
            </a:r>
            <a:r>
              <a:rPr lang="en-US" sz="2000" i="1" dirty="0">
                <a:solidFill>
                  <a:srgbClr val="7F0101"/>
                </a:solidFill>
              </a:rPr>
              <a:t>easy to use</a:t>
            </a:r>
            <a:r>
              <a:rPr lang="en-US" sz="2000" i="1" dirty="0"/>
              <a:t> by experienced controllers and should be organized in such a way that </a:t>
            </a:r>
            <a:r>
              <a:rPr lang="en-US" sz="2000" i="1" dirty="0">
                <a:solidFill>
                  <a:srgbClr val="7F0101"/>
                </a:solidFill>
              </a:rPr>
              <a:t>user errors are minimized</a:t>
            </a:r>
            <a:r>
              <a:rPr lang="en-US" sz="2000" i="1" dirty="0"/>
              <a:t>.</a:t>
            </a:r>
            <a:r>
              <a:rPr lang="en-US" altLang="en-US" sz="2000" i="1" dirty="0"/>
              <a:t>”</a:t>
            </a:r>
            <a:endParaRPr lang="en-US" altLang="ja-JP" sz="2000" i="1" dirty="0">
              <a:solidFill>
                <a:srgbClr val="7F0101"/>
              </a:solidFill>
            </a:endParaRPr>
          </a:p>
          <a:p>
            <a:pPr marL="838200" lvl="1" indent="-381000" eaLnBrk="1" hangingPunct="1">
              <a:lnSpc>
                <a:spcPct val="80000"/>
              </a:lnSpc>
              <a:buFont typeface="Wingdings" panose="05000000000000000000" pitchFamily="2" charset="2"/>
              <a:buNone/>
              <a:defRPr/>
            </a:pPr>
            <a:r>
              <a:rPr lang="en-US" sz="2000" i="1" dirty="0">
                <a:solidFill>
                  <a:srgbClr val="7F0101"/>
                </a:solidFill>
              </a:rPr>
              <a:t>	</a:t>
            </a:r>
            <a:r>
              <a:rPr lang="en-US" sz="2000" dirty="0"/>
              <a:t>Terms like </a:t>
            </a:r>
            <a:r>
              <a:rPr lang="en-US" altLang="en-US" sz="2000" dirty="0">
                <a:solidFill>
                  <a:srgbClr val="0C3A80"/>
                </a:solidFill>
              </a:rPr>
              <a:t>“</a:t>
            </a:r>
            <a:r>
              <a:rPr lang="en-US" sz="2000" dirty="0">
                <a:solidFill>
                  <a:srgbClr val="0C3A80"/>
                </a:solidFill>
              </a:rPr>
              <a:t>easy to use</a:t>
            </a:r>
            <a:r>
              <a:rPr lang="en-US" altLang="en-US" sz="2000" dirty="0">
                <a:solidFill>
                  <a:srgbClr val="0C3A80"/>
                </a:solidFill>
              </a:rPr>
              <a:t>”</a:t>
            </a:r>
            <a:r>
              <a:rPr lang="en-US" altLang="ja-JP" sz="2000" dirty="0"/>
              <a:t> and </a:t>
            </a:r>
            <a:r>
              <a:rPr lang="en-US" altLang="en-US" sz="2000" dirty="0">
                <a:solidFill>
                  <a:srgbClr val="0C3A80"/>
                </a:solidFill>
              </a:rPr>
              <a:t>“</a:t>
            </a:r>
            <a:r>
              <a:rPr lang="en-US" altLang="ja-JP" sz="2000" dirty="0">
                <a:solidFill>
                  <a:srgbClr val="0C3A80"/>
                </a:solidFill>
              </a:rPr>
              <a:t>errors shall be minimized</a:t>
            </a:r>
            <a:r>
              <a:rPr lang="en-US" altLang="en-US" sz="2000" dirty="0">
                <a:solidFill>
                  <a:srgbClr val="0C3A80"/>
                </a:solidFill>
              </a:rPr>
              <a:t>”</a:t>
            </a:r>
            <a:r>
              <a:rPr lang="en-US" altLang="ja-JP" sz="2000" dirty="0"/>
              <a:t> are </a:t>
            </a:r>
            <a:r>
              <a:rPr lang="en-US" altLang="ja-JP" sz="2000" i="1" dirty="0"/>
              <a:t>useless</a:t>
            </a:r>
            <a:r>
              <a:rPr lang="en-US" altLang="ja-JP" sz="2000" dirty="0"/>
              <a:t> as specifications as they are too </a:t>
            </a:r>
            <a:r>
              <a:rPr lang="en-US" altLang="ja-JP" sz="2000" i="1" u="sng" dirty="0"/>
              <a:t>vague</a:t>
            </a:r>
            <a:r>
              <a:rPr lang="en-US" altLang="ja-JP" sz="2000" dirty="0"/>
              <a:t>.</a:t>
            </a:r>
            <a:endParaRPr lang="en-US" altLang="ja-JP" sz="2000" i="1" dirty="0">
              <a:solidFill>
                <a:srgbClr val="7F0101"/>
              </a:solidFill>
            </a:endParaRPr>
          </a:p>
          <a:p>
            <a:pPr marL="419100" indent="-419100" eaLnBrk="1" hangingPunct="1">
              <a:lnSpc>
                <a:spcPct val="80000"/>
              </a:lnSpc>
              <a:buFont typeface="Wingdings" panose="05000000000000000000" pitchFamily="2" charset="2"/>
              <a:buNone/>
              <a:defRPr/>
            </a:pPr>
            <a:r>
              <a:rPr lang="en-US" sz="2400" b="1" i="1" dirty="0"/>
              <a:t>Verifiable:</a:t>
            </a:r>
            <a:endParaRPr lang="en-US" sz="2400" dirty="0"/>
          </a:p>
          <a:p>
            <a:pPr marL="838200" lvl="1" indent="-381000" eaLnBrk="1" hangingPunct="1">
              <a:lnSpc>
                <a:spcPct val="80000"/>
              </a:lnSpc>
              <a:defRPr/>
            </a:pPr>
            <a:r>
              <a:rPr lang="en-US" altLang="en-US" sz="2000" i="1" dirty="0"/>
              <a:t>“</a:t>
            </a:r>
            <a:r>
              <a:rPr lang="en-US" sz="2000" i="1" dirty="0"/>
              <a:t>Experienced controllers should be able to use all the system functions </a:t>
            </a:r>
            <a:r>
              <a:rPr lang="en-US" sz="2000" i="1" dirty="0">
                <a:solidFill>
                  <a:srgbClr val="7F0101"/>
                </a:solidFill>
              </a:rPr>
              <a:t>after a total of two hours training</a:t>
            </a:r>
            <a:r>
              <a:rPr lang="en-US" sz="2000" i="1" dirty="0"/>
              <a:t>. After this training, </a:t>
            </a:r>
            <a:r>
              <a:rPr lang="en-US" sz="2000" i="1" dirty="0">
                <a:solidFill>
                  <a:srgbClr val="7F0101"/>
                </a:solidFill>
              </a:rPr>
              <a:t>the average number of errors made by experienced users should not exceed two per day</a:t>
            </a:r>
            <a:r>
              <a:rPr lang="en-US" sz="2000" i="1" dirty="0"/>
              <a:t>.</a:t>
            </a:r>
            <a:r>
              <a:rPr lang="en-US" altLang="en-US" sz="2000" i="1" dirty="0"/>
              <a:t>”</a:t>
            </a:r>
            <a:endParaRPr lang="en-US" sz="2000" i="1" dirty="0"/>
          </a:p>
          <a:p>
            <a:pPr marL="419100" indent="-419100" eaLnBrk="1" hangingPunct="1">
              <a:lnSpc>
                <a:spcPct val="80000"/>
              </a:lnSpc>
              <a:buFont typeface="Wingdings" panose="05000000000000000000" pitchFamily="2" charset="2"/>
              <a:buNone/>
              <a:defRPr/>
            </a:pPr>
            <a:endParaRPr lang="en-US" sz="1200" i="1" dirty="0"/>
          </a:p>
          <a:p>
            <a:pPr marL="419100" indent="-419100" eaLnBrk="1" hangingPunct="1">
              <a:lnSpc>
                <a:spcPct val="80000"/>
              </a:lnSpc>
              <a:buFont typeface="Wingdings" panose="05000000000000000000" pitchFamily="2" charset="2"/>
              <a:buChar char="F"/>
              <a:defRPr/>
            </a:pPr>
            <a:r>
              <a:rPr lang="en-US" sz="2400" i="1" dirty="0"/>
              <a:t>You will hear </a:t>
            </a:r>
            <a:r>
              <a:rPr lang="en-US" sz="2400" i="1" dirty="0">
                <a:solidFill>
                  <a:srgbClr val="0C3A80"/>
                </a:solidFill>
              </a:rPr>
              <a:t>a lot</a:t>
            </a:r>
            <a:r>
              <a:rPr lang="en-US" sz="2400" dirty="0">
                <a:solidFill>
                  <a:srgbClr val="0C3A80"/>
                </a:solidFill>
              </a:rPr>
              <a:t> </a:t>
            </a:r>
            <a:r>
              <a:rPr lang="en-US" sz="2400" i="1" dirty="0"/>
              <a:t>about requirements verifiability throughout the semester!</a:t>
            </a:r>
          </a:p>
        </p:txBody>
      </p:sp>
      <p:sp>
        <p:nvSpPr>
          <p:cNvPr id="2" name="Slide Number Placeholder 1">
            <a:extLst>
              <a:ext uri="{FF2B5EF4-FFF2-40B4-BE49-F238E27FC236}">
                <a16:creationId xmlns:a16="http://schemas.microsoft.com/office/drawing/2014/main" id="{87B6302F-7A40-FD48-41F3-D79EE731716D}"/>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335CFF3C-C1B1-4629-8B7E-E4ED6A124C61}" type="slidenum">
              <a:rPr lang="en-AU" altLang="en-US" sz="1400" smtClean="0">
                <a:latin typeface="Times New Roman" panose="02020603050405020304" pitchFamily="18" charset="0"/>
              </a:rPr>
              <a:pPr>
                <a:spcBef>
                  <a:spcPct val="0"/>
                </a:spcBef>
                <a:buSzTx/>
                <a:buFontTx/>
                <a:buNone/>
                <a:defRPr/>
              </a:pPr>
              <a:t>20</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86472B-4CB6-77B0-D942-EB59E18B89BE}"/>
              </a:ext>
            </a:extLst>
          </p:cNvPr>
          <p:cNvSpPr>
            <a:spLocks noGrp="1"/>
          </p:cNvSpPr>
          <p:nvPr>
            <p:ph type="sldNum" sz="quarter" idx="10"/>
          </p:nvPr>
        </p:nvSpPr>
        <p:spPr/>
        <p:txBody>
          <a:bodyPr/>
          <a:lstStyle/>
          <a:p>
            <a:pPr>
              <a:defRPr/>
            </a:pPr>
            <a:fld id="{906E9BCC-0CF0-4440-BE86-162B99888615}" type="slidenum">
              <a:rPr lang="en-AU" altLang="en-US" smtClean="0"/>
              <a:pPr>
                <a:defRPr/>
              </a:pPr>
              <a:t>21</a:t>
            </a:fld>
            <a:endParaRPr lang="en-AU" altLang="en-US"/>
          </a:p>
          <a:p>
            <a:pPr>
              <a:defRPr/>
            </a:pPr>
            <a:endParaRPr lang="en-AU" altLang="en-US"/>
          </a:p>
        </p:txBody>
      </p:sp>
      <p:sp>
        <p:nvSpPr>
          <p:cNvPr id="10" name="Background"/>
          <p:cNvSpPr>
            <a:spLocks noGrp="1"/>
          </p:cNvSpPr>
          <p:nvPr/>
        </p:nvSpPr>
        <p:spPr>
          <a:xfrm>
            <a:off x="0" y="0"/>
            <a:ext cx="9144000" cy="6858000"/>
          </a:xfrm>
          <a:prstGeom prst="rect">
            <a:avLst/>
          </a:prstGeom>
          <a:solidFill>
            <a:srgbClr val="FFFFFF"/>
          </a:solidFill>
          <a:ln>
            <a:noFill/>
          </a:ln>
        </p:spPr>
        <p:txBody>
          <a:bodyPr vert="horz" wrap="square" lIns="91440" tIns="45720" rIns="91440" bIns="45720" anchor="ctr"/>
          <a:lstStyle/>
          <a:p>
            <a:endParaRPr lang="en-US" dirty="0"/>
          </a:p>
        </p:txBody>
      </p:sp>
      <p:sp>
        <p:nvSpPr>
          <p:cNvPr id="11" name="TitleBar"/>
          <p:cNvSpPr>
            <a:spLocks noGrp="1"/>
          </p:cNvSpPr>
          <p:nvPr/>
        </p:nvSpPr>
        <p:spPr>
          <a:xfrm>
            <a:off x="0" y="0"/>
            <a:ext cx="9144000" cy="685800"/>
          </a:xfrm>
          <a:prstGeom prst="rect">
            <a:avLst/>
          </a:prstGeom>
          <a:solidFill>
            <a:srgbClr val="000000"/>
          </a:solidFill>
          <a:ln>
            <a:noFill/>
          </a:ln>
        </p:spPr>
        <p:txBody>
          <a:bodyPr vert="horz" wrap="square" lIns="91440" tIns="45720" rIns="91440" bIns="45720" anchor="ctr"/>
          <a:lstStyle/>
          <a:p>
            <a:pPr algn="l"/>
            <a:r>
              <a:rPr lang="en-US" sz="2800" b="1" dirty="0">
                <a:solidFill>
                  <a:srgbClr val="FFFFFF"/>
                </a:solidFill>
              </a:rPr>
              <a:t>Requirements Verifiability – More Examples</a:t>
            </a:r>
          </a:p>
        </p:txBody>
      </p:sp>
      <p:sp>
        <p:nvSpPr>
          <p:cNvPr id="12" name="AccentBar"/>
          <p:cNvSpPr>
            <a:spLocks noGrp="1"/>
          </p:cNvSpPr>
          <p:nvPr/>
        </p:nvSpPr>
        <p:spPr>
          <a:xfrm>
            <a:off x="0" y="685800"/>
            <a:ext cx="9144000" cy="114300"/>
          </a:xfrm>
          <a:prstGeom prst="rect">
            <a:avLst/>
          </a:prstGeom>
          <a:solidFill>
            <a:srgbClr val="00CC99"/>
          </a:solidFill>
          <a:ln>
            <a:noFill/>
          </a:ln>
        </p:spPr>
        <p:txBody>
          <a:bodyPr vert="horz" wrap="square" lIns="91440" tIns="45720" rIns="91440" bIns="45720" anchor="ctr"/>
          <a:lstStyle/>
          <a:p>
            <a:endParaRPr lang="en-US" dirty="0"/>
          </a:p>
        </p:txBody>
      </p:sp>
      <p:sp>
        <p:nvSpPr>
          <p:cNvPr id="60" name="Footer"/>
          <p:cNvSpPr>
            <a:spLocks noGrp="1"/>
          </p:cNvSpPr>
          <p:nvPr/>
        </p:nvSpPr>
        <p:spPr>
          <a:xfrm>
            <a:off x="0" y="6400000"/>
            <a:ext cx="9144000" cy="457200"/>
          </a:xfrm>
          <a:prstGeom prst="rect">
            <a:avLst/>
          </a:prstGeom>
          <a:solidFill>
            <a:srgbClr val="00CC99"/>
          </a:solidFill>
          <a:ln>
            <a:noFill/>
          </a:ln>
        </p:spPr>
        <p:txBody>
          <a:bodyPr vert="horz" wrap="square" lIns="91440" tIns="45720" rIns="91440" bIns="45720" anchor="ctr"/>
          <a:lstStyle/>
          <a:p>
            <a:pPr algn="ctr"/>
            <a:r>
              <a:rPr lang="en-US" sz="1600" b="1" dirty="0">
                <a:solidFill>
                  <a:srgbClr val="000000"/>
                </a:solidFill>
              </a:rPr>
              <a:t>💡 Rule of thumb: If you cannot write a test to check it, the requirement is NOT verifiable!</a:t>
            </a:r>
          </a:p>
        </p:txBody>
      </p:sp>
      <p:sp>
        <p:nvSpPr>
          <p:cNvPr id="20" name="Cat0"/>
          <p:cNvSpPr>
            <a:spLocks noGrp="1"/>
          </p:cNvSpPr>
          <p:nvPr/>
        </p:nvSpPr>
        <p:spPr>
          <a:xfrm>
            <a:off x="0" y="1422400"/>
            <a:ext cx="1143000" cy="1214400"/>
          </a:xfrm>
          <a:prstGeom prst="rect">
            <a:avLst/>
          </a:prstGeom>
          <a:solidFill>
            <a:srgbClr val="1A3A6B"/>
          </a:solidFill>
          <a:ln>
            <a:noFill/>
          </a:ln>
        </p:spPr>
        <p:txBody>
          <a:bodyPr vert="horz" wrap="square" lIns="91440" tIns="45720" rIns="91440" bIns="45720" anchor="ctr"/>
          <a:lstStyle/>
          <a:p>
            <a:pPr algn="ctr"/>
            <a:r>
              <a:rPr lang="en-AU" sz="1400" b="1" dirty="0">
                <a:solidFill>
                  <a:srgbClr val="FFFFFF"/>
                </a:solidFill>
              </a:rPr>
              <a:t>Performance</a:t>
            </a:r>
          </a:p>
        </p:txBody>
      </p:sp>
      <p:sp>
        <p:nvSpPr>
          <p:cNvPr id="21" name="Bad0"/>
          <p:cNvSpPr>
            <a:spLocks noGrp="1"/>
          </p:cNvSpPr>
          <p:nvPr/>
        </p:nvSpPr>
        <p:spPr>
          <a:xfrm>
            <a:off x="1143000" y="1422400"/>
            <a:ext cx="3543000" cy="1214400"/>
          </a:xfrm>
          <a:prstGeom prst="rect">
            <a:avLst/>
          </a:prstGeom>
          <a:solidFill>
            <a:srgbClr val="FFF5F5"/>
          </a:solidFill>
          <a:ln>
            <a:noFill/>
          </a:ln>
        </p:spPr>
        <p:txBody>
          <a:bodyPr vert="horz" wrap="square" lIns="91440" tIns="45720" rIns="91440" bIns="45720" anchor="ctr"/>
          <a:lstStyle/>
          <a:p>
            <a:pPr marL="114300" indent="0"/>
            <a:r>
              <a:rPr lang="en-AU" sz="1600" i="1" dirty="0">
                <a:solidFill>
                  <a:srgbClr val="7F0101"/>
                </a:solidFill>
              </a:rPr>
              <a:t>"The system should respond quickly to user queries."</a:t>
            </a:r>
          </a:p>
        </p:txBody>
      </p:sp>
      <p:sp>
        <p:nvSpPr>
          <p:cNvPr id="22" name="Good0"/>
          <p:cNvSpPr>
            <a:spLocks noGrp="1"/>
          </p:cNvSpPr>
          <p:nvPr/>
        </p:nvSpPr>
        <p:spPr>
          <a:xfrm>
            <a:off x="4800300" y="1422400"/>
            <a:ext cx="4229400" cy="1214400"/>
          </a:xfrm>
          <a:prstGeom prst="rect">
            <a:avLst/>
          </a:prstGeom>
          <a:solidFill>
            <a:srgbClr val="FFF5F5"/>
          </a:solidFill>
          <a:ln>
            <a:noFill/>
          </a:ln>
        </p:spPr>
        <p:txBody>
          <a:bodyPr vert="horz" wrap="square" lIns="91440" tIns="45720" rIns="91440" bIns="45720" anchor="ctr"/>
          <a:lstStyle/>
          <a:p>
            <a:pPr marL="114300" indent="0"/>
            <a:r>
              <a:rPr lang="en-AU" sz="1600" dirty="0">
                <a:solidFill>
                  <a:srgbClr val="004422"/>
                </a:solidFill>
              </a:rPr>
              <a:t>"The system shall respond to any user query within 2 seconds under normal load (≤500 concurrent users)."</a:t>
            </a:r>
          </a:p>
        </p:txBody>
      </p:sp>
      <p:sp>
        <p:nvSpPr>
          <p:cNvPr id="23" name="Cat1"/>
          <p:cNvSpPr>
            <a:spLocks noGrp="1"/>
          </p:cNvSpPr>
          <p:nvPr/>
        </p:nvSpPr>
        <p:spPr>
          <a:xfrm>
            <a:off x="0" y="2676800"/>
            <a:ext cx="1143000" cy="1214400"/>
          </a:xfrm>
          <a:prstGeom prst="rect">
            <a:avLst/>
          </a:prstGeom>
          <a:solidFill>
            <a:srgbClr val="7F0101"/>
          </a:solidFill>
          <a:ln>
            <a:noFill/>
          </a:ln>
        </p:spPr>
        <p:txBody>
          <a:bodyPr vert="horz" wrap="square" lIns="91440" tIns="45720" rIns="91440" bIns="45720" anchor="ctr"/>
          <a:lstStyle/>
          <a:p>
            <a:pPr algn="ctr"/>
            <a:r>
              <a:rPr lang="en-AU" sz="1400" b="1" dirty="0">
                <a:solidFill>
                  <a:srgbClr val="FFFFFF"/>
                </a:solidFill>
              </a:rPr>
              <a:t>Reliability</a:t>
            </a:r>
          </a:p>
        </p:txBody>
      </p:sp>
      <p:sp>
        <p:nvSpPr>
          <p:cNvPr id="24" name="Bad1"/>
          <p:cNvSpPr>
            <a:spLocks noGrp="1"/>
          </p:cNvSpPr>
          <p:nvPr/>
        </p:nvSpPr>
        <p:spPr>
          <a:xfrm>
            <a:off x="1143000" y="2676800"/>
            <a:ext cx="3543000" cy="1214400"/>
          </a:xfrm>
          <a:prstGeom prst="rect">
            <a:avLst/>
          </a:prstGeom>
          <a:solidFill>
            <a:srgbClr val="F5FFF9"/>
          </a:solidFill>
          <a:ln>
            <a:noFill/>
          </a:ln>
        </p:spPr>
        <p:txBody>
          <a:bodyPr vert="horz" wrap="square" lIns="91440" tIns="45720" rIns="91440" bIns="45720" anchor="ctr"/>
          <a:lstStyle/>
          <a:p>
            <a:pPr marL="114300" indent="0"/>
            <a:r>
              <a:rPr lang="en-AU" sz="1600" i="1" dirty="0">
                <a:solidFill>
                  <a:srgbClr val="7F0101"/>
                </a:solidFill>
              </a:rPr>
              <a:t>"The software should be reliable and rarely crash."</a:t>
            </a:r>
          </a:p>
        </p:txBody>
      </p:sp>
      <p:sp>
        <p:nvSpPr>
          <p:cNvPr id="25" name="Good1"/>
          <p:cNvSpPr>
            <a:spLocks noGrp="1"/>
          </p:cNvSpPr>
          <p:nvPr/>
        </p:nvSpPr>
        <p:spPr>
          <a:xfrm>
            <a:off x="4800300" y="2676800"/>
            <a:ext cx="4229400" cy="1214400"/>
          </a:xfrm>
          <a:prstGeom prst="rect">
            <a:avLst/>
          </a:prstGeom>
          <a:solidFill>
            <a:srgbClr val="F5FFF9"/>
          </a:solidFill>
          <a:ln>
            <a:noFill/>
          </a:ln>
        </p:spPr>
        <p:txBody>
          <a:bodyPr vert="horz" wrap="square" lIns="91440" tIns="45720" rIns="91440" bIns="45720" anchor="ctr"/>
          <a:lstStyle/>
          <a:p>
            <a:pPr marL="114300" indent="0"/>
            <a:r>
              <a:rPr lang="en-AU" sz="1600" dirty="0">
                <a:solidFill>
                  <a:srgbClr val="004422"/>
                </a:solidFill>
              </a:rPr>
              <a:t>"The system shall have an availability of at least 99.5% per month, with no single outage exceeding 4 hours."</a:t>
            </a:r>
          </a:p>
        </p:txBody>
      </p:sp>
      <p:sp>
        <p:nvSpPr>
          <p:cNvPr id="26" name="Cat2"/>
          <p:cNvSpPr>
            <a:spLocks noGrp="1"/>
          </p:cNvSpPr>
          <p:nvPr/>
        </p:nvSpPr>
        <p:spPr>
          <a:xfrm>
            <a:off x="0" y="3931200"/>
            <a:ext cx="1143000" cy="1214400"/>
          </a:xfrm>
          <a:prstGeom prst="rect">
            <a:avLst/>
          </a:prstGeom>
          <a:solidFill>
            <a:srgbClr val="1A6B3A"/>
          </a:solidFill>
          <a:ln>
            <a:noFill/>
          </a:ln>
        </p:spPr>
        <p:txBody>
          <a:bodyPr vert="horz" wrap="square" lIns="91440" tIns="45720" rIns="91440" bIns="45720" anchor="ctr"/>
          <a:lstStyle/>
          <a:p>
            <a:pPr algn="ctr"/>
            <a:r>
              <a:rPr lang="en-AU" sz="1400" b="1" dirty="0">
                <a:solidFill>
                  <a:srgbClr val="FFFFFF"/>
                </a:solidFill>
              </a:rPr>
              <a:t>Security</a:t>
            </a:r>
          </a:p>
        </p:txBody>
      </p:sp>
      <p:sp>
        <p:nvSpPr>
          <p:cNvPr id="27" name="Bad2"/>
          <p:cNvSpPr>
            <a:spLocks noGrp="1"/>
          </p:cNvSpPr>
          <p:nvPr/>
        </p:nvSpPr>
        <p:spPr>
          <a:xfrm>
            <a:off x="1143000" y="3931200"/>
            <a:ext cx="3543000" cy="1214400"/>
          </a:xfrm>
          <a:prstGeom prst="rect">
            <a:avLst/>
          </a:prstGeom>
          <a:solidFill>
            <a:srgbClr val="FFF5F5"/>
          </a:solidFill>
          <a:ln>
            <a:noFill/>
          </a:ln>
        </p:spPr>
        <p:txBody>
          <a:bodyPr vert="horz" wrap="square" lIns="91440" tIns="45720" rIns="91440" bIns="45720" anchor="ctr"/>
          <a:lstStyle/>
          <a:p>
            <a:pPr marL="114300" indent="0"/>
            <a:r>
              <a:rPr lang="en-AU" sz="1600" i="1" dirty="0">
                <a:solidFill>
                  <a:srgbClr val="7F0101"/>
                </a:solidFill>
              </a:rPr>
              <a:t>"User data must be kept safe and secure."</a:t>
            </a:r>
          </a:p>
        </p:txBody>
      </p:sp>
      <p:sp>
        <p:nvSpPr>
          <p:cNvPr id="28" name="Good2"/>
          <p:cNvSpPr>
            <a:spLocks noGrp="1"/>
          </p:cNvSpPr>
          <p:nvPr/>
        </p:nvSpPr>
        <p:spPr>
          <a:xfrm>
            <a:off x="4800300" y="3931200"/>
            <a:ext cx="4229400" cy="1214400"/>
          </a:xfrm>
          <a:prstGeom prst="rect">
            <a:avLst/>
          </a:prstGeom>
          <a:solidFill>
            <a:srgbClr val="FFF5F5"/>
          </a:solidFill>
          <a:ln>
            <a:noFill/>
          </a:ln>
        </p:spPr>
        <p:txBody>
          <a:bodyPr vert="horz" wrap="square" lIns="91440" tIns="45720" rIns="91440" bIns="45720" anchor="ctr"/>
          <a:lstStyle/>
          <a:p>
            <a:pPr marL="114300" indent="0"/>
            <a:r>
              <a:rPr lang="en-AU" sz="1600" dirty="0">
                <a:solidFill>
                  <a:srgbClr val="004422"/>
                </a:solidFill>
              </a:rPr>
              <a:t>"All user passwords shall be stored using bcrypt with cost factor ≥12. Failed logins exceeding 5 in 10 mins shall lock the account."</a:t>
            </a:r>
          </a:p>
        </p:txBody>
      </p:sp>
      <p:sp>
        <p:nvSpPr>
          <p:cNvPr id="29" name="Cat3"/>
          <p:cNvSpPr>
            <a:spLocks noGrp="1"/>
          </p:cNvSpPr>
          <p:nvPr/>
        </p:nvSpPr>
        <p:spPr>
          <a:xfrm>
            <a:off x="0" y="5185600"/>
            <a:ext cx="1143000" cy="1214400"/>
          </a:xfrm>
          <a:prstGeom prst="rect">
            <a:avLst/>
          </a:prstGeom>
          <a:solidFill>
            <a:srgbClr val="7F4A00"/>
          </a:solidFill>
          <a:ln>
            <a:noFill/>
          </a:ln>
        </p:spPr>
        <p:txBody>
          <a:bodyPr vert="horz" wrap="square" lIns="91440" tIns="45720" rIns="91440" bIns="45720" anchor="ctr"/>
          <a:lstStyle/>
          <a:p>
            <a:pPr algn="ctr"/>
            <a:r>
              <a:rPr lang="en-AU" sz="1400" b="1" dirty="0">
                <a:solidFill>
                  <a:srgbClr val="FFFFFF"/>
                </a:solidFill>
              </a:rPr>
              <a:t>Usability</a:t>
            </a:r>
          </a:p>
        </p:txBody>
      </p:sp>
      <p:sp>
        <p:nvSpPr>
          <p:cNvPr id="30" name="Bad3"/>
          <p:cNvSpPr>
            <a:spLocks noGrp="1"/>
          </p:cNvSpPr>
          <p:nvPr/>
        </p:nvSpPr>
        <p:spPr>
          <a:xfrm>
            <a:off x="1143000" y="5185600"/>
            <a:ext cx="3543000" cy="1214400"/>
          </a:xfrm>
          <a:prstGeom prst="rect">
            <a:avLst/>
          </a:prstGeom>
          <a:solidFill>
            <a:srgbClr val="F5FFF9"/>
          </a:solidFill>
          <a:ln>
            <a:noFill/>
          </a:ln>
        </p:spPr>
        <p:txBody>
          <a:bodyPr vert="horz" wrap="square" lIns="91440" tIns="45720" rIns="91440" bIns="45720" anchor="ctr"/>
          <a:lstStyle/>
          <a:p>
            <a:pPr marL="114300" indent="0"/>
            <a:r>
              <a:rPr lang="en-AU" sz="1600" i="1" dirty="0">
                <a:solidFill>
                  <a:srgbClr val="7F0101"/>
                </a:solidFill>
              </a:rPr>
              <a:t>"New users should find the interface intuitive."</a:t>
            </a:r>
          </a:p>
        </p:txBody>
      </p:sp>
      <p:sp>
        <p:nvSpPr>
          <p:cNvPr id="31" name="Good3"/>
          <p:cNvSpPr>
            <a:spLocks noGrp="1"/>
          </p:cNvSpPr>
          <p:nvPr/>
        </p:nvSpPr>
        <p:spPr>
          <a:xfrm>
            <a:off x="4800300" y="5185600"/>
            <a:ext cx="4229400" cy="1214400"/>
          </a:xfrm>
          <a:prstGeom prst="rect">
            <a:avLst/>
          </a:prstGeom>
          <a:solidFill>
            <a:srgbClr val="F5FFF9"/>
          </a:solidFill>
          <a:ln>
            <a:noFill/>
          </a:ln>
        </p:spPr>
        <p:txBody>
          <a:bodyPr vert="horz" wrap="square" lIns="91440" tIns="45720" rIns="91440" bIns="45720" anchor="ctr"/>
          <a:lstStyle/>
          <a:p>
            <a:pPr marL="114300" indent="0"/>
            <a:r>
              <a:rPr lang="en-AU" sz="1600" dirty="0">
                <a:solidFill>
                  <a:srgbClr val="004422"/>
                </a:solidFill>
              </a:rPr>
              <a:t>"A new user with no training shall complete checkout in under 3 minutes, with task completion rate ≥90% in usability testing."</a:t>
            </a:r>
          </a:p>
        </p:txBody>
      </p:sp>
      <p:sp>
        <p:nvSpPr>
          <p:cNvPr id="13" name="HdrImprecise"/>
          <p:cNvSpPr>
            <a:spLocks noGrp="1"/>
          </p:cNvSpPr>
          <p:nvPr/>
        </p:nvSpPr>
        <p:spPr>
          <a:xfrm>
            <a:off x="1143000" y="914400"/>
            <a:ext cx="3543000" cy="457200"/>
          </a:xfrm>
          <a:prstGeom prst="rect">
            <a:avLst/>
          </a:prstGeom>
          <a:solidFill>
            <a:srgbClr val="FFE8E8"/>
          </a:solidFill>
          <a:ln>
            <a:noFill/>
          </a:ln>
        </p:spPr>
        <p:txBody>
          <a:bodyPr vert="horz" wrap="square" lIns="91440" tIns="45720" rIns="91440" bIns="45720" anchor="ctr"/>
          <a:lstStyle/>
          <a:p>
            <a:pPr algn="ctr"/>
            <a:r>
              <a:rPr lang="en-AU" sz="2000" b="1" dirty="0">
                <a:solidFill>
                  <a:srgbClr val="7F0101"/>
                </a:solidFill>
              </a:rPr>
              <a:t>❌  IMPRECISE (Not Verifiable)</a:t>
            </a:r>
          </a:p>
        </p:txBody>
      </p:sp>
      <p:sp>
        <p:nvSpPr>
          <p:cNvPr id="14" name="HdrVerifiable"/>
          <p:cNvSpPr>
            <a:spLocks noGrp="1"/>
          </p:cNvSpPr>
          <p:nvPr/>
        </p:nvSpPr>
        <p:spPr>
          <a:xfrm>
            <a:off x="4800300" y="914400"/>
            <a:ext cx="4229400" cy="457200"/>
          </a:xfrm>
          <a:prstGeom prst="rect">
            <a:avLst/>
          </a:prstGeom>
          <a:solidFill>
            <a:srgbClr val="E8F8F2"/>
          </a:solidFill>
          <a:ln>
            <a:noFill/>
          </a:ln>
        </p:spPr>
        <p:txBody>
          <a:bodyPr vert="horz" wrap="square" lIns="91440" tIns="45720" rIns="91440" bIns="45720" anchor="ctr"/>
          <a:lstStyle/>
          <a:p>
            <a:pPr algn="ctr"/>
            <a:r>
              <a:rPr lang="en-AU" sz="2000" b="1" dirty="0">
                <a:solidFill>
                  <a:srgbClr val="006644"/>
                </a:solidFill>
              </a:rPr>
              <a:t>✓  VERIFIABLE (Measurable)</a:t>
            </a:r>
          </a:p>
        </p:txBody>
      </p:sp>
      <p:sp>
        <p:nvSpPr>
          <p:cNvPr id="15" name="ColDivider"/>
          <p:cNvSpPr>
            <a:spLocks noGrp="1"/>
          </p:cNvSpPr>
          <p:nvPr/>
        </p:nvSpPr>
        <p:spPr>
          <a:xfrm>
            <a:off x="4686000" y="800000"/>
            <a:ext cx="114300" cy="5800000"/>
          </a:xfrm>
          <a:prstGeom prst="rect">
            <a:avLst/>
          </a:prstGeom>
          <a:solidFill>
            <a:srgbClr val="CCCCCC"/>
          </a:solidFill>
          <a:ln>
            <a:noFill/>
          </a:ln>
        </p:spPr>
        <p:txBody>
          <a:bodyPr vert="horz" wrap="square" lIns="91440" tIns="45720" rIns="91440" bIns="45720" anchor="ctr"/>
          <a:lstStyle/>
          <a:p>
            <a:endParaRPr lang="en-AU" dirty="0"/>
          </a:p>
        </p:txBody>
      </p:sp>
    </p:spTree>
    <p:extLst>
      <p:ext uri="{BB962C8B-B14F-4D97-AF65-F5344CB8AC3E}">
        <p14:creationId xmlns:p14="http://schemas.microsoft.com/office/powerpoint/2010/main" val="503932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CE272C3-037D-F2D3-6F2F-048738894EA8}"/>
              </a:ext>
            </a:extLst>
          </p:cNvPr>
          <p:cNvSpPr>
            <a:spLocks noChangeArrowheads="1"/>
          </p:cNvSpPr>
          <p:nvPr/>
        </p:nvSpPr>
        <p:spPr bwMode="auto">
          <a:xfrm>
            <a:off x="0" y="1524000"/>
            <a:ext cx="7162800"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pic>
        <p:nvPicPr>
          <p:cNvPr id="46083" name="Picture 6" descr="roadmap">
            <a:extLst>
              <a:ext uri="{FF2B5EF4-FFF2-40B4-BE49-F238E27FC236}">
                <a16:creationId xmlns:a16="http://schemas.microsoft.com/office/drawing/2014/main" id="{7A8787F6-4450-6A3C-36AD-F673F2F753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54175"/>
            <a:ext cx="41910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1652" name="Rectangle 4">
            <a:extLst>
              <a:ext uri="{FF2B5EF4-FFF2-40B4-BE49-F238E27FC236}">
                <a16:creationId xmlns:a16="http://schemas.microsoft.com/office/drawing/2014/main" id="{7639849E-CF31-0162-82AF-C14C303DD7B4}"/>
              </a:ext>
            </a:extLst>
          </p:cNvPr>
          <p:cNvSpPr>
            <a:spLocks noGrp="1" noChangeArrowheads="1"/>
          </p:cNvSpPr>
          <p:nvPr>
            <p:ph type="title" idx="4294967295"/>
          </p:nvPr>
        </p:nvSpPr>
        <p:spPr/>
        <p:txBody>
          <a:bodyPr/>
          <a:lstStyle/>
          <a:p>
            <a:pPr eaLnBrk="1" hangingPunct="1">
              <a:defRPr/>
            </a:pPr>
            <a:r>
              <a:rPr lang="en-US">
                <a:ea typeface="+mj-ea"/>
                <a:cs typeface="+mj-cs"/>
              </a:rPr>
              <a:t>Outline</a:t>
            </a:r>
          </a:p>
        </p:txBody>
      </p:sp>
      <p:sp>
        <p:nvSpPr>
          <p:cNvPr id="411653" name="Rectangle 4">
            <a:extLst>
              <a:ext uri="{FF2B5EF4-FFF2-40B4-BE49-F238E27FC236}">
                <a16:creationId xmlns:a16="http://schemas.microsoft.com/office/drawing/2014/main" id="{C870EF40-EAAC-F8C7-50AB-8963E9E7B9B2}"/>
              </a:ext>
            </a:extLst>
          </p:cNvPr>
          <p:cNvSpPr>
            <a:spLocks noChangeArrowheads="1"/>
          </p:cNvSpPr>
          <p:nvPr/>
        </p:nvSpPr>
        <p:spPr bwMode="auto">
          <a:xfrm>
            <a:off x="914400" y="1371600"/>
            <a:ext cx="6997700" cy="4953000"/>
          </a:xfrm>
          <a:prstGeom prst="rect">
            <a:avLst/>
          </a:prstGeom>
          <a:noFill/>
          <a:ln>
            <a:noFill/>
          </a:ln>
          <a:effectLst/>
        </p:spPr>
        <p:txBody>
          <a:bodyPr lIns="0" tIns="0" rIns="0" bIns="0"/>
          <a:lstStyle/>
          <a:p>
            <a:pPr eaLnBrk="1" hangingPunct="1">
              <a:defRPr/>
            </a:pPr>
            <a:endParaRPr lang="en-US" sz="3600" b="1">
              <a:solidFill>
                <a:schemeClr val="tx2"/>
              </a:solidFill>
              <a:latin typeface="Arial Narrow" charset="0"/>
              <a:ea typeface="ＭＳ Ｐゴシック" charset="0"/>
            </a:endParaRPr>
          </a:p>
        </p:txBody>
      </p:sp>
      <p:sp>
        <p:nvSpPr>
          <p:cNvPr id="411654" name="Rectangle 6">
            <a:extLst>
              <a:ext uri="{FF2B5EF4-FFF2-40B4-BE49-F238E27FC236}">
                <a16:creationId xmlns:a16="http://schemas.microsoft.com/office/drawing/2014/main" id="{8BA3BB48-79AA-A14B-BC21-A2300DC62DA2}"/>
              </a:ext>
            </a:extLst>
          </p:cNvPr>
          <p:cNvSpPr>
            <a:spLocks noChangeArrowheads="1"/>
          </p:cNvSpPr>
          <p:nvPr/>
        </p:nvSpPr>
        <p:spPr bwMode="auto">
          <a:xfrm>
            <a:off x="1079500" y="1143000"/>
            <a:ext cx="7543800" cy="4800600"/>
          </a:xfrm>
          <a:prstGeom prst="rect">
            <a:avLst/>
          </a:prstGeom>
          <a:noFill/>
          <a:ln>
            <a:noFill/>
          </a:ln>
          <a:effectLst/>
        </p:spPr>
        <p:txBody>
          <a:bodyPr lIns="0" tIns="0" rIns="0" bIns="0"/>
          <a:lstStyle/>
          <a:p>
            <a:pPr marL="285750" indent="-285750" eaLnBrk="1" hangingPunct="1">
              <a:spcBef>
                <a:spcPct val="40000"/>
              </a:spcBef>
              <a:buSzPct val="75000"/>
              <a:buFont typeface="Wingdings" charset="0"/>
              <a:buNone/>
              <a:defRPr/>
            </a:pPr>
            <a:endParaRPr lang="en-US" sz="1800" dirty="0">
              <a:latin typeface="Arial Narrow" charset="0"/>
              <a:ea typeface="ＭＳ Ｐゴシック" charset="0"/>
            </a:endParaRP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Unit of Study Overview</a:t>
            </a: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What Drives Software Development?</a:t>
            </a:r>
          </a:p>
          <a:p>
            <a:pPr marL="285750" indent="-285750" eaLnBrk="1" hangingPunct="1">
              <a:spcBef>
                <a:spcPct val="40000"/>
              </a:spcBef>
              <a:buSzPct val="75000"/>
              <a:buFont typeface="Wingdings" charset="0"/>
              <a:buChar char="n"/>
              <a:defRPr/>
            </a:pPr>
            <a:r>
              <a:rPr lang="en-US" sz="2800" dirty="0">
                <a:latin typeface="Arial Narrow" charset="0"/>
                <a:ea typeface="ＭＳ Ｐゴシック" charset="0"/>
              </a:rPr>
              <a:t>From Business Goals to Requirements</a:t>
            </a:r>
          </a:p>
          <a:p>
            <a:pPr marL="762000" lvl="1" indent="-285750" eaLnBrk="1" hangingPunct="1">
              <a:spcBef>
                <a:spcPct val="40000"/>
              </a:spcBef>
              <a:buClr>
                <a:schemeClr val="tx1"/>
              </a:buClr>
              <a:buSzPct val="85000"/>
              <a:buFont typeface="Wingdings" charset="0"/>
              <a:buChar char="¨"/>
              <a:defRPr/>
            </a:pPr>
            <a:r>
              <a:rPr lang="en-US" dirty="0">
                <a:latin typeface="Arial Narrow" charset="0"/>
                <a:ea typeface="ＭＳ Ｐゴシック" charset="0"/>
              </a:rPr>
              <a:t>Functional vs. Non-functional</a:t>
            </a:r>
          </a:p>
          <a:p>
            <a:pPr marL="762000" lvl="1" indent="-285750" eaLnBrk="1" hangingPunct="1">
              <a:spcBef>
                <a:spcPct val="40000"/>
              </a:spcBef>
              <a:buClr>
                <a:schemeClr val="tx1"/>
              </a:buClr>
              <a:buSzPct val="85000"/>
              <a:buFont typeface="Wingdings" charset="0"/>
              <a:buChar char="¨"/>
              <a:defRPr/>
            </a:pPr>
            <a:r>
              <a:rPr lang="en-US" dirty="0">
                <a:latin typeface="Arial Narrow" charset="0"/>
                <a:ea typeface="ＭＳ Ｐゴシック" charset="0"/>
              </a:rPr>
              <a:t>Verification &amp; Validation</a:t>
            </a:r>
          </a:p>
          <a:p>
            <a:pPr marL="285750" indent="-285750" eaLnBrk="1" hangingPunct="1">
              <a:spcBef>
                <a:spcPct val="40000"/>
              </a:spcBef>
              <a:buSzPct val="75000"/>
              <a:buFont typeface="Wingdings" charset="0"/>
              <a:buChar char="n"/>
              <a:defRPr/>
            </a:pPr>
            <a:r>
              <a:rPr lang="en-US" sz="2800" b="1" dirty="0">
                <a:latin typeface="Arial Narrow" charset="0"/>
                <a:ea typeface="ＭＳ Ｐゴシック" charset="0"/>
              </a:rPr>
              <a:t>What is Design, what drives Design?</a:t>
            </a:r>
            <a:endParaRPr lang="en-US" sz="2800" dirty="0">
              <a:latin typeface="Arial Narrow" charset="0"/>
              <a:ea typeface="ＭＳ Ｐゴシック" charset="0"/>
            </a:endParaRPr>
          </a:p>
        </p:txBody>
      </p:sp>
      <p:sp>
        <p:nvSpPr>
          <p:cNvPr id="2" name="Slide Number Placeholder 1">
            <a:extLst>
              <a:ext uri="{FF2B5EF4-FFF2-40B4-BE49-F238E27FC236}">
                <a16:creationId xmlns:a16="http://schemas.microsoft.com/office/drawing/2014/main" id="{7DABF7E0-AD45-E902-D0D2-B6731D8C93CD}"/>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362131B6-EEDD-43F3-9253-62F1CB5B51E1}" type="slidenum">
              <a:rPr lang="en-AU" altLang="en-US" sz="1400" smtClean="0">
                <a:latin typeface="Times New Roman" panose="02020603050405020304" pitchFamily="18" charset="0"/>
              </a:rPr>
              <a:pPr>
                <a:spcBef>
                  <a:spcPct val="0"/>
                </a:spcBef>
                <a:buSzTx/>
                <a:buFontTx/>
                <a:buNone/>
                <a:defRPr/>
              </a:pPr>
              <a:t>22</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1026">
            <a:extLst>
              <a:ext uri="{FF2B5EF4-FFF2-40B4-BE49-F238E27FC236}">
                <a16:creationId xmlns:a16="http://schemas.microsoft.com/office/drawing/2014/main" id="{ADF79AF9-9136-FA59-292C-0CEA943084A2}"/>
              </a:ext>
            </a:extLst>
          </p:cNvPr>
          <p:cNvSpPr>
            <a:spLocks noGrp="1" noChangeArrowheads="1"/>
          </p:cNvSpPr>
          <p:nvPr>
            <p:ph type="title"/>
          </p:nvPr>
        </p:nvSpPr>
        <p:spPr/>
        <p:txBody>
          <a:bodyPr/>
          <a:lstStyle/>
          <a:p>
            <a:pPr>
              <a:defRPr/>
            </a:pPr>
            <a:r>
              <a:rPr lang="en-US"/>
              <a:t>Software Design – a </a:t>
            </a:r>
            <a:r>
              <a:rPr lang="en-US" altLang="en-US"/>
              <a:t>“</a:t>
            </a:r>
            <a:r>
              <a:rPr lang="en-US"/>
              <a:t>Definition</a:t>
            </a:r>
            <a:r>
              <a:rPr lang="en-US" altLang="en-US"/>
              <a:t>”</a:t>
            </a:r>
            <a:endParaRPr lang="en-US"/>
          </a:p>
        </p:txBody>
      </p:sp>
      <p:sp>
        <p:nvSpPr>
          <p:cNvPr id="397315" name="Rectangle 1027">
            <a:extLst>
              <a:ext uri="{FF2B5EF4-FFF2-40B4-BE49-F238E27FC236}">
                <a16:creationId xmlns:a16="http://schemas.microsoft.com/office/drawing/2014/main" id="{3BB59434-02DA-BC26-CF2F-17BF4B4F0C97}"/>
              </a:ext>
            </a:extLst>
          </p:cNvPr>
          <p:cNvSpPr>
            <a:spLocks noGrp="1" noChangeArrowheads="1"/>
          </p:cNvSpPr>
          <p:nvPr>
            <p:ph type="body" idx="1"/>
          </p:nvPr>
        </p:nvSpPr>
        <p:spPr/>
        <p:txBody>
          <a:bodyPr/>
          <a:lstStyle/>
          <a:p>
            <a:pPr>
              <a:buFont typeface="Wingdings" panose="05000000000000000000" pitchFamily="2" charset="2"/>
              <a:buNone/>
              <a:defRPr/>
            </a:pPr>
            <a:endParaRPr lang="en-US"/>
          </a:p>
          <a:p>
            <a:pPr>
              <a:buFont typeface="Wingdings" panose="05000000000000000000" pitchFamily="2" charset="2"/>
              <a:buNone/>
              <a:defRPr/>
            </a:pPr>
            <a:r>
              <a:rPr lang="en-US"/>
              <a:t>	</a:t>
            </a:r>
            <a:r>
              <a:rPr lang="en-US" altLang="en-US" sz="3600" i="1"/>
              <a:t>“</a:t>
            </a:r>
            <a:r>
              <a:rPr lang="en-US" sz="3600" i="1"/>
              <a:t>Software design is the activity of drawing UML class diagrams once a software system has been coded in order to satisfy the requirements of unit conveners.</a:t>
            </a:r>
            <a:r>
              <a:rPr lang="en-US" altLang="en-US" sz="3600" i="1"/>
              <a:t>”</a:t>
            </a:r>
            <a:endParaRPr lang="en-US"/>
          </a:p>
        </p:txBody>
      </p:sp>
      <p:sp>
        <p:nvSpPr>
          <p:cNvPr id="397316" name="Text Box 1028">
            <a:extLst>
              <a:ext uri="{FF2B5EF4-FFF2-40B4-BE49-F238E27FC236}">
                <a16:creationId xmlns:a16="http://schemas.microsoft.com/office/drawing/2014/main" id="{6E3911FB-0795-F291-94DF-7621DD1ED3C8}"/>
              </a:ext>
            </a:extLst>
          </p:cNvPr>
          <p:cNvSpPr txBox="1">
            <a:spLocks noChangeArrowheads="1"/>
          </p:cNvSpPr>
          <p:nvPr/>
        </p:nvSpPr>
        <p:spPr bwMode="auto">
          <a:xfrm>
            <a:off x="1143000" y="4648200"/>
            <a:ext cx="7216775" cy="1373188"/>
          </a:xfrm>
          <a:prstGeom prst="rect">
            <a:avLst/>
          </a:prstGeom>
          <a:noFill/>
          <a:ln>
            <a:noFill/>
          </a:ln>
          <a:effectLst/>
        </p:spPr>
        <p:txBody>
          <a:bodyPr>
            <a:spAutoFit/>
          </a:bodyPr>
          <a:lstStyle/>
          <a:p>
            <a:pPr>
              <a:spcBef>
                <a:spcPct val="50000"/>
              </a:spcBef>
              <a:defRPr/>
            </a:pPr>
            <a:r>
              <a:rPr lang="en-US" sz="2800" i="1">
                <a:solidFill>
                  <a:srgbClr val="7F0101"/>
                </a:solidFill>
                <a:latin typeface="Arial Narrow" charset="0"/>
                <a:ea typeface="ＭＳ Ｐゴシック" charset="0"/>
              </a:rPr>
              <a:t>Would you trust the software of an air-traffic control system that was implemented without prior structural analysis etc.?</a:t>
            </a:r>
            <a:endParaRPr lang="en-US">
              <a:latin typeface="Arial Narrow" charset="0"/>
              <a:ea typeface="ＭＳ Ｐゴシック" charset="0"/>
            </a:endParaRPr>
          </a:p>
        </p:txBody>
      </p:sp>
      <p:sp>
        <p:nvSpPr>
          <p:cNvPr id="2" name="Slide Number Placeholder 1">
            <a:extLst>
              <a:ext uri="{FF2B5EF4-FFF2-40B4-BE49-F238E27FC236}">
                <a16:creationId xmlns:a16="http://schemas.microsoft.com/office/drawing/2014/main" id="{103E4980-A7D7-0B53-3CB0-8E5B7B24EF42}"/>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0A9E86CF-0FA8-401F-A3BF-8BBF96440782}" type="slidenum">
              <a:rPr lang="en-AU" altLang="en-US" sz="1400" smtClean="0">
                <a:latin typeface="Times New Roman" panose="02020603050405020304" pitchFamily="18" charset="0"/>
              </a:rPr>
              <a:pPr>
                <a:spcBef>
                  <a:spcPct val="0"/>
                </a:spcBef>
                <a:buSzTx/>
                <a:buFontTx/>
                <a:buNone/>
                <a:defRPr/>
              </a:pPr>
              <a:t>23</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7316"/>
                                        </p:tgtEl>
                                        <p:attrNameLst>
                                          <p:attrName>style.visibility</p:attrName>
                                        </p:attrNameLst>
                                      </p:cBhvr>
                                      <p:to>
                                        <p:strVal val="visible"/>
                                      </p:to>
                                    </p:set>
                                    <p:animEffect transition="in" filter="dissolve">
                                      <p:cBhvr>
                                        <p:cTn id="7" dur="500"/>
                                        <p:tgtEl>
                                          <p:spTgt spid="397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F2EABF07-A776-17B1-92B8-8B8ABBCD9630}"/>
              </a:ext>
            </a:extLst>
          </p:cNvPr>
          <p:cNvSpPr>
            <a:spLocks noGrp="1" noChangeArrowheads="1"/>
          </p:cNvSpPr>
          <p:nvPr>
            <p:ph type="title"/>
          </p:nvPr>
        </p:nvSpPr>
        <p:spPr/>
        <p:txBody>
          <a:bodyPr/>
          <a:lstStyle/>
          <a:p>
            <a:pPr>
              <a:defRPr/>
            </a:pPr>
            <a:r>
              <a:rPr lang="en-AU">
                <a:ea typeface="+mj-ea"/>
                <a:cs typeface="+mj-cs"/>
              </a:rPr>
              <a:t>Design vs. Design</a:t>
            </a:r>
          </a:p>
        </p:txBody>
      </p:sp>
      <p:sp>
        <p:nvSpPr>
          <p:cNvPr id="202755" name="Rectangle 3">
            <a:extLst>
              <a:ext uri="{FF2B5EF4-FFF2-40B4-BE49-F238E27FC236}">
                <a16:creationId xmlns:a16="http://schemas.microsoft.com/office/drawing/2014/main" id="{A3F4D5A3-84CC-BBB7-935C-108572DC7355}"/>
              </a:ext>
            </a:extLst>
          </p:cNvPr>
          <p:cNvSpPr>
            <a:spLocks noGrp="1" noChangeArrowheads="1"/>
          </p:cNvSpPr>
          <p:nvPr>
            <p:ph type="body" idx="1"/>
          </p:nvPr>
        </p:nvSpPr>
        <p:spPr/>
        <p:txBody>
          <a:bodyPr/>
          <a:lstStyle/>
          <a:p>
            <a:pPr>
              <a:buFont typeface="Wingdings" panose="05000000000000000000" pitchFamily="2" charset="2"/>
              <a:buNone/>
              <a:defRPr/>
            </a:pPr>
            <a:endParaRPr lang="en-GB" sz="1000" i="1"/>
          </a:p>
          <a:p>
            <a:pPr>
              <a:buFont typeface="Wingdings" panose="05000000000000000000" pitchFamily="2" charset="2"/>
              <a:buNone/>
              <a:defRPr/>
            </a:pPr>
            <a:r>
              <a:rPr lang="en-GB" i="1"/>
              <a:t>	</a:t>
            </a:r>
            <a:r>
              <a:rPr lang="en-GB" altLang="en-US" i="1"/>
              <a:t>“</a:t>
            </a:r>
            <a:r>
              <a:rPr lang="en-GB" i="1"/>
              <a:t>Design is the </a:t>
            </a:r>
            <a:r>
              <a:rPr lang="en-GB" i="1" u="sng"/>
              <a:t>creative process</a:t>
            </a:r>
            <a:r>
              <a:rPr lang="en-GB" i="1"/>
              <a:t> of transforming the problem into a solution. The description of the solution is also called the design.</a:t>
            </a:r>
            <a:r>
              <a:rPr lang="en-GB" altLang="en-US" i="1"/>
              <a:t>”</a:t>
            </a:r>
            <a:endParaRPr lang="en-GB" i="1"/>
          </a:p>
          <a:p>
            <a:pPr algn="r">
              <a:buFont typeface="Wingdings" panose="05000000000000000000" pitchFamily="2" charset="2"/>
              <a:buNone/>
              <a:defRPr/>
            </a:pPr>
            <a:r>
              <a:rPr lang="en-GB" sz="2400"/>
              <a:t>— Shari Lawrence Pfleeger, 1998</a:t>
            </a:r>
          </a:p>
          <a:p>
            <a:pPr>
              <a:buFont typeface="Wingdings" panose="05000000000000000000" pitchFamily="2" charset="2"/>
              <a:buNone/>
              <a:defRPr/>
            </a:pPr>
            <a:endParaRPr lang="en-GB" sz="2400"/>
          </a:p>
          <a:p>
            <a:pPr>
              <a:buFont typeface="Wingdings" panose="05000000000000000000" pitchFamily="2" charset="2"/>
              <a:buNone/>
              <a:defRPr/>
            </a:pPr>
            <a:r>
              <a:rPr lang="en-GB" i="1"/>
              <a:t>	</a:t>
            </a:r>
            <a:r>
              <a:rPr lang="en-GB" altLang="en-US" i="1"/>
              <a:t>“</a:t>
            </a:r>
            <a:r>
              <a:rPr lang="en-GB" i="1"/>
              <a:t>The </a:t>
            </a:r>
            <a:r>
              <a:rPr lang="en-GB" i="1" u="sng"/>
              <a:t>design of a system</a:t>
            </a:r>
            <a:r>
              <a:rPr lang="en-GB" i="1"/>
              <a:t> determines a set of components and inter-component interfaces that satisfy a specified set of requirements.</a:t>
            </a:r>
            <a:r>
              <a:rPr lang="en-GB" altLang="en-US" i="1"/>
              <a:t>”</a:t>
            </a:r>
            <a:endParaRPr lang="en-GB" altLang="ja-JP"/>
          </a:p>
          <a:p>
            <a:pPr algn="r">
              <a:buFont typeface="Wingdings" panose="05000000000000000000" pitchFamily="2" charset="2"/>
              <a:buNone/>
              <a:defRPr/>
            </a:pPr>
            <a:r>
              <a:rPr lang="en-GB" sz="2400"/>
              <a:t>— DeMarco, 1982</a:t>
            </a:r>
            <a:endParaRPr lang="en-AU"/>
          </a:p>
        </p:txBody>
      </p:sp>
      <p:sp>
        <p:nvSpPr>
          <p:cNvPr id="202756" name="Text Box 4">
            <a:extLst>
              <a:ext uri="{FF2B5EF4-FFF2-40B4-BE49-F238E27FC236}">
                <a16:creationId xmlns:a16="http://schemas.microsoft.com/office/drawing/2014/main" id="{037130BC-1E80-702E-44A2-EB6AD53D4FA8}"/>
              </a:ext>
            </a:extLst>
          </p:cNvPr>
          <p:cNvSpPr txBox="1">
            <a:spLocks noChangeArrowheads="1"/>
          </p:cNvSpPr>
          <p:nvPr/>
        </p:nvSpPr>
        <p:spPr bwMode="auto">
          <a:xfrm>
            <a:off x="2124075" y="2924175"/>
            <a:ext cx="1236663" cy="519113"/>
          </a:xfrm>
          <a:prstGeom prst="rect">
            <a:avLst/>
          </a:prstGeom>
          <a:noFill/>
          <a:ln>
            <a:noFill/>
          </a:ln>
          <a:effectLst/>
        </p:spPr>
        <p:txBody>
          <a:bodyPr wrap="none">
            <a:spAutoFit/>
          </a:bodyPr>
          <a:lstStyle/>
          <a:p>
            <a:pPr>
              <a:defRPr/>
            </a:pPr>
            <a:r>
              <a:rPr lang="en-AU" sz="2800" b="1" i="1">
                <a:solidFill>
                  <a:srgbClr val="7F0101"/>
                </a:solidFill>
                <a:latin typeface="Arial Narrow" charset="0"/>
                <a:ea typeface="ＭＳ Ｐゴシック" charset="0"/>
              </a:rPr>
              <a:t>Activity</a:t>
            </a:r>
            <a:endParaRPr lang="en-AU" sz="2800" b="1" i="1">
              <a:solidFill>
                <a:schemeClr val="accent2"/>
              </a:solidFill>
              <a:latin typeface="Arial Narrow" charset="0"/>
              <a:ea typeface="ＭＳ Ｐゴシック" charset="0"/>
            </a:endParaRPr>
          </a:p>
        </p:txBody>
      </p:sp>
      <p:sp>
        <p:nvSpPr>
          <p:cNvPr id="202757" name="Text Box 5">
            <a:extLst>
              <a:ext uri="{FF2B5EF4-FFF2-40B4-BE49-F238E27FC236}">
                <a16:creationId xmlns:a16="http://schemas.microsoft.com/office/drawing/2014/main" id="{3D48AA99-0B83-50CF-42BB-28F1DCC8C6B2}"/>
              </a:ext>
            </a:extLst>
          </p:cNvPr>
          <p:cNvSpPr txBox="1">
            <a:spLocks noChangeArrowheads="1"/>
          </p:cNvSpPr>
          <p:nvPr/>
        </p:nvSpPr>
        <p:spPr bwMode="auto">
          <a:xfrm>
            <a:off x="2627313" y="5516563"/>
            <a:ext cx="1285875" cy="519112"/>
          </a:xfrm>
          <a:prstGeom prst="rect">
            <a:avLst/>
          </a:prstGeom>
          <a:noFill/>
          <a:ln>
            <a:noFill/>
          </a:ln>
          <a:effectLst/>
        </p:spPr>
        <p:txBody>
          <a:bodyPr wrap="none">
            <a:spAutoFit/>
          </a:bodyPr>
          <a:lstStyle/>
          <a:p>
            <a:pPr>
              <a:defRPr/>
            </a:pPr>
            <a:r>
              <a:rPr lang="en-AU" sz="2800" b="1" i="1">
                <a:solidFill>
                  <a:srgbClr val="7F0101"/>
                </a:solidFill>
                <a:latin typeface="Arial Narrow" charset="0"/>
                <a:ea typeface="ＭＳ Ｐゴシック" charset="0"/>
              </a:rPr>
              <a:t>Artefact</a:t>
            </a:r>
            <a:endParaRPr lang="en-AU" sz="2800" b="1" i="1">
              <a:solidFill>
                <a:schemeClr val="accent2"/>
              </a:solidFill>
              <a:latin typeface="Arial Narrow" charset="0"/>
              <a:ea typeface="ＭＳ Ｐゴシック" charset="0"/>
            </a:endParaRPr>
          </a:p>
        </p:txBody>
      </p:sp>
      <p:sp>
        <p:nvSpPr>
          <p:cNvPr id="2" name="Slide Number Placeholder 1">
            <a:extLst>
              <a:ext uri="{FF2B5EF4-FFF2-40B4-BE49-F238E27FC236}">
                <a16:creationId xmlns:a16="http://schemas.microsoft.com/office/drawing/2014/main" id="{18262346-9BCE-5B18-FBD0-A714BE6F5DAC}"/>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B0A20F96-D9A7-4B7C-B7DB-D72028AE8C66}" type="slidenum">
              <a:rPr lang="en-AU" altLang="en-US" sz="1400" smtClean="0">
                <a:latin typeface="Times New Roman" panose="02020603050405020304" pitchFamily="18" charset="0"/>
              </a:rPr>
              <a:pPr>
                <a:spcBef>
                  <a:spcPct val="0"/>
                </a:spcBef>
                <a:buSzTx/>
                <a:buFontTx/>
                <a:buNone/>
                <a:defRPr/>
              </a:pPr>
              <a:t>24</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2756"/>
                                        </p:tgtEl>
                                        <p:attrNameLst>
                                          <p:attrName>style.visibility</p:attrName>
                                        </p:attrNameLst>
                                      </p:cBhvr>
                                      <p:to>
                                        <p:strVal val="visible"/>
                                      </p:to>
                                    </p:set>
                                    <p:anim calcmode="lin" valueType="num">
                                      <p:cBhvr additive="base">
                                        <p:cTn id="7" dur="500" fill="hold"/>
                                        <p:tgtEl>
                                          <p:spTgt spid="202756"/>
                                        </p:tgtEl>
                                        <p:attrNameLst>
                                          <p:attrName>ppt_x</p:attrName>
                                        </p:attrNameLst>
                                      </p:cBhvr>
                                      <p:tavLst>
                                        <p:tav tm="0">
                                          <p:val>
                                            <p:strVal val="#ppt_x"/>
                                          </p:val>
                                        </p:tav>
                                        <p:tav tm="100000">
                                          <p:val>
                                            <p:strVal val="#ppt_x"/>
                                          </p:val>
                                        </p:tav>
                                      </p:tavLst>
                                    </p:anim>
                                    <p:anim calcmode="lin" valueType="num">
                                      <p:cBhvr additive="base">
                                        <p:cTn id="8" dur="500" fill="hold"/>
                                        <p:tgtEl>
                                          <p:spTgt spid="20275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2757"/>
                                        </p:tgtEl>
                                        <p:attrNameLst>
                                          <p:attrName>style.visibility</p:attrName>
                                        </p:attrNameLst>
                                      </p:cBhvr>
                                      <p:to>
                                        <p:strVal val="visible"/>
                                      </p:to>
                                    </p:set>
                                    <p:anim calcmode="lin" valueType="num">
                                      <p:cBhvr additive="base">
                                        <p:cTn id="11" dur="500" fill="hold"/>
                                        <p:tgtEl>
                                          <p:spTgt spid="202757"/>
                                        </p:tgtEl>
                                        <p:attrNameLst>
                                          <p:attrName>ppt_x</p:attrName>
                                        </p:attrNameLst>
                                      </p:cBhvr>
                                      <p:tavLst>
                                        <p:tav tm="0">
                                          <p:val>
                                            <p:strVal val="#ppt_x"/>
                                          </p:val>
                                        </p:tav>
                                        <p:tav tm="100000">
                                          <p:val>
                                            <p:strVal val="#ppt_x"/>
                                          </p:val>
                                        </p:tav>
                                      </p:tavLst>
                                    </p:anim>
                                    <p:anim calcmode="lin" valueType="num">
                                      <p:cBhvr additive="base">
                                        <p:cTn id="12" dur="500" fill="hold"/>
                                        <p:tgtEl>
                                          <p:spTgt spid="2027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6" grpId="0"/>
      <p:bldP spid="20275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1026">
            <a:extLst>
              <a:ext uri="{FF2B5EF4-FFF2-40B4-BE49-F238E27FC236}">
                <a16:creationId xmlns:a16="http://schemas.microsoft.com/office/drawing/2014/main" id="{751AA2E5-7E5E-12DD-0C0B-3DED2B32B21A}"/>
              </a:ext>
            </a:extLst>
          </p:cNvPr>
          <p:cNvSpPr>
            <a:spLocks noGrp="1" noChangeArrowheads="1"/>
          </p:cNvSpPr>
          <p:nvPr>
            <p:ph type="title"/>
          </p:nvPr>
        </p:nvSpPr>
        <p:spPr/>
        <p:txBody>
          <a:bodyPr/>
          <a:lstStyle/>
          <a:p>
            <a:pPr>
              <a:defRPr/>
            </a:pPr>
            <a:r>
              <a:rPr lang="en-AU">
                <a:ea typeface="+mj-ea"/>
                <a:cs typeface="+mj-cs"/>
              </a:rPr>
              <a:t>Design Process</a:t>
            </a:r>
          </a:p>
        </p:txBody>
      </p:sp>
      <p:pic>
        <p:nvPicPr>
          <p:cNvPr id="393219" name="Picture 1027">
            <a:extLst>
              <a:ext uri="{FF2B5EF4-FFF2-40B4-BE49-F238E27FC236}">
                <a16:creationId xmlns:a16="http://schemas.microsoft.com/office/drawing/2014/main" id="{BB3598AA-6CF9-8C3E-F461-256A1ADBA2C8}"/>
              </a:ext>
            </a:extLst>
          </p:cNvPr>
          <p:cNvPicPr>
            <a:picLocks noGrp="1" noChangeAspect="1" noChangeArrowheads="1"/>
          </p:cNvPicPr>
          <p:nvPr>
            <p:ph idx="1"/>
          </p:nvPr>
        </p:nvPicPr>
        <p:blipFill>
          <a:blip r:embed="rId3"/>
          <a:srcRect/>
          <a:stretch>
            <a:fillRect/>
          </a:stretch>
        </p:blipFill>
        <p:spPr>
          <a:xfrm>
            <a:off x="1079500" y="1262063"/>
            <a:ext cx="7543800" cy="4562475"/>
          </a:xfrm>
        </p:spPr>
      </p:pic>
      <p:sp>
        <p:nvSpPr>
          <p:cNvPr id="393220" name="Oval 1028">
            <a:extLst>
              <a:ext uri="{FF2B5EF4-FFF2-40B4-BE49-F238E27FC236}">
                <a16:creationId xmlns:a16="http://schemas.microsoft.com/office/drawing/2014/main" id="{3E44B537-5E5D-A564-8460-078B617635AE}"/>
              </a:ext>
            </a:extLst>
          </p:cNvPr>
          <p:cNvSpPr>
            <a:spLocks noChangeArrowheads="1"/>
          </p:cNvSpPr>
          <p:nvPr/>
        </p:nvSpPr>
        <p:spPr bwMode="auto">
          <a:xfrm>
            <a:off x="6443663" y="2781300"/>
            <a:ext cx="1944687" cy="935038"/>
          </a:xfrm>
          <a:prstGeom prst="ellipse">
            <a:avLst/>
          </a:prstGeom>
          <a:noFill/>
          <a:ln w="19050">
            <a:solidFill>
              <a:schemeClr val="accent2"/>
            </a:solidFill>
            <a:round/>
            <a:headEnd/>
            <a:tailEnd/>
          </a:ln>
          <a:effectLst/>
        </p:spPr>
        <p:txBody>
          <a:bodyPr wrap="none" anchor="ctr"/>
          <a:lstStyle/>
          <a:p>
            <a:pPr algn="ctr">
              <a:defRPr/>
            </a:pPr>
            <a:endParaRPr lang="en-US">
              <a:latin typeface="Arial Narrow" charset="0"/>
              <a:ea typeface="ＭＳ Ｐゴシック" charset="0"/>
            </a:endParaRPr>
          </a:p>
        </p:txBody>
      </p:sp>
      <p:sp>
        <p:nvSpPr>
          <p:cNvPr id="393221" name="Oval 1029">
            <a:extLst>
              <a:ext uri="{FF2B5EF4-FFF2-40B4-BE49-F238E27FC236}">
                <a16:creationId xmlns:a16="http://schemas.microsoft.com/office/drawing/2014/main" id="{C0DD2CC9-5607-A0E5-D7C2-961A5AFDBD16}"/>
              </a:ext>
            </a:extLst>
          </p:cNvPr>
          <p:cNvSpPr>
            <a:spLocks noChangeArrowheads="1"/>
          </p:cNvSpPr>
          <p:nvPr/>
        </p:nvSpPr>
        <p:spPr bwMode="auto">
          <a:xfrm>
            <a:off x="684213" y="2708275"/>
            <a:ext cx="1944687" cy="1152525"/>
          </a:xfrm>
          <a:prstGeom prst="ellipse">
            <a:avLst/>
          </a:prstGeom>
          <a:noFill/>
          <a:ln w="19050">
            <a:solidFill>
              <a:schemeClr val="accent2"/>
            </a:solidFill>
            <a:round/>
            <a:headEnd/>
            <a:tailEnd/>
          </a:ln>
          <a:effectLst/>
        </p:spPr>
        <p:txBody>
          <a:bodyPr wrap="none" anchor="ctr"/>
          <a:lstStyle/>
          <a:p>
            <a:pPr algn="ctr">
              <a:defRPr/>
            </a:pPr>
            <a:endParaRPr lang="en-US">
              <a:latin typeface="Arial Narrow" charset="0"/>
              <a:ea typeface="ＭＳ Ｐゴシック" charset="0"/>
            </a:endParaRPr>
          </a:p>
        </p:txBody>
      </p:sp>
      <p:sp>
        <p:nvSpPr>
          <p:cNvPr id="2" name="Slide Number Placeholder 1">
            <a:extLst>
              <a:ext uri="{FF2B5EF4-FFF2-40B4-BE49-F238E27FC236}">
                <a16:creationId xmlns:a16="http://schemas.microsoft.com/office/drawing/2014/main" id="{CE9DE40E-99CF-B74B-E1FC-A2A7CD7975A3}"/>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3196E6AD-2940-4FB9-9C80-69FE65558286}" type="slidenum">
              <a:rPr lang="en-AU" altLang="en-US" sz="1400" smtClean="0">
                <a:latin typeface="Times New Roman" panose="02020603050405020304" pitchFamily="18" charset="0"/>
              </a:rPr>
              <a:pPr>
                <a:spcBef>
                  <a:spcPct val="0"/>
                </a:spcBef>
                <a:buSzTx/>
                <a:buFontTx/>
                <a:buNone/>
                <a:defRPr/>
              </a:pPr>
              <a:t>25</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3221"/>
                                        </p:tgtEl>
                                        <p:attrNameLst>
                                          <p:attrName>style.visibility</p:attrName>
                                        </p:attrNameLst>
                                      </p:cBhvr>
                                      <p:to>
                                        <p:strVal val="visible"/>
                                      </p:to>
                                    </p:set>
                                    <p:anim calcmode="lin" valueType="num">
                                      <p:cBhvr additive="base">
                                        <p:cTn id="7" dur="500" fill="hold"/>
                                        <p:tgtEl>
                                          <p:spTgt spid="393221"/>
                                        </p:tgtEl>
                                        <p:attrNameLst>
                                          <p:attrName>ppt_x</p:attrName>
                                        </p:attrNameLst>
                                      </p:cBhvr>
                                      <p:tavLst>
                                        <p:tav tm="0">
                                          <p:val>
                                            <p:strVal val="#ppt_x"/>
                                          </p:val>
                                        </p:tav>
                                        <p:tav tm="100000">
                                          <p:val>
                                            <p:strVal val="#ppt_x"/>
                                          </p:val>
                                        </p:tav>
                                      </p:tavLst>
                                    </p:anim>
                                    <p:anim calcmode="lin" valueType="num">
                                      <p:cBhvr additive="base">
                                        <p:cTn id="8" dur="500" fill="hold"/>
                                        <p:tgtEl>
                                          <p:spTgt spid="3932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93220"/>
                                        </p:tgtEl>
                                        <p:attrNameLst>
                                          <p:attrName>style.visibility</p:attrName>
                                        </p:attrNameLst>
                                      </p:cBhvr>
                                      <p:to>
                                        <p:strVal val="visible"/>
                                      </p:to>
                                    </p:set>
                                    <p:anim calcmode="lin" valueType="num">
                                      <p:cBhvr additive="base">
                                        <p:cTn id="11" dur="500" fill="hold"/>
                                        <p:tgtEl>
                                          <p:spTgt spid="393220"/>
                                        </p:tgtEl>
                                        <p:attrNameLst>
                                          <p:attrName>ppt_x</p:attrName>
                                        </p:attrNameLst>
                                      </p:cBhvr>
                                      <p:tavLst>
                                        <p:tav tm="0">
                                          <p:val>
                                            <p:strVal val="#ppt_x"/>
                                          </p:val>
                                        </p:tav>
                                        <p:tav tm="100000">
                                          <p:val>
                                            <p:strVal val="#ppt_x"/>
                                          </p:val>
                                        </p:tav>
                                      </p:tavLst>
                                    </p:anim>
                                    <p:anim calcmode="lin" valueType="num">
                                      <p:cBhvr additive="base">
                                        <p:cTn id="12" dur="500" fill="hold"/>
                                        <p:tgtEl>
                                          <p:spTgt spid="3932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20" grpId="0" animBg="1"/>
      <p:bldP spid="39322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1026">
            <a:extLst>
              <a:ext uri="{FF2B5EF4-FFF2-40B4-BE49-F238E27FC236}">
                <a16:creationId xmlns:a16="http://schemas.microsoft.com/office/drawing/2014/main" id="{0D89231D-82FA-BAAA-E6DA-5C77FC4C64EE}"/>
              </a:ext>
            </a:extLst>
          </p:cNvPr>
          <p:cNvSpPr>
            <a:spLocks noGrp="1" noChangeArrowheads="1"/>
          </p:cNvSpPr>
          <p:nvPr>
            <p:ph type="title"/>
          </p:nvPr>
        </p:nvSpPr>
        <p:spPr/>
        <p:txBody>
          <a:bodyPr/>
          <a:lstStyle/>
          <a:p>
            <a:pPr>
              <a:defRPr/>
            </a:pPr>
            <a:r>
              <a:rPr lang="en-US">
                <a:ea typeface="+mj-ea"/>
                <a:cs typeface="+mj-cs"/>
              </a:rPr>
              <a:t>The Process of Decomposition</a:t>
            </a:r>
          </a:p>
        </p:txBody>
      </p:sp>
      <p:sp>
        <p:nvSpPr>
          <p:cNvPr id="395267" name="Rectangle 1027">
            <a:extLst>
              <a:ext uri="{FF2B5EF4-FFF2-40B4-BE49-F238E27FC236}">
                <a16:creationId xmlns:a16="http://schemas.microsoft.com/office/drawing/2014/main" id="{500B8D3A-9E06-4C16-D91C-3913B6CA0AF8}"/>
              </a:ext>
            </a:extLst>
          </p:cNvPr>
          <p:cNvSpPr>
            <a:spLocks noGrp="1" noChangeArrowheads="1"/>
          </p:cNvSpPr>
          <p:nvPr>
            <p:ph type="body" idx="1"/>
          </p:nvPr>
        </p:nvSpPr>
        <p:spPr>
          <a:xfrm>
            <a:off x="1042988" y="1268413"/>
            <a:ext cx="7543800" cy="4800600"/>
          </a:xfrm>
        </p:spPr>
        <p:txBody>
          <a:bodyPr/>
          <a:lstStyle/>
          <a:p>
            <a:pPr marL="98425" indent="-98425">
              <a:lnSpc>
                <a:spcPct val="90000"/>
              </a:lnSpc>
              <a:buFont typeface="Wingdings" charset="0"/>
              <a:buNone/>
              <a:defRPr/>
            </a:pPr>
            <a:r>
              <a:rPr lang="en-US" sz="3600" dirty="0">
                <a:ea typeface="+mn-ea"/>
                <a:cs typeface="+mn-cs"/>
              </a:rPr>
              <a:t>	</a:t>
            </a:r>
            <a:r>
              <a:rPr lang="en-US" sz="3600" i="1" dirty="0">
                <a:solidFill>
                  <a:srgbClr val="7E0701"/>
                </a:solidFill>
                <a:ea typeface="+mn-ea"/>
                <a:cs typeface="+mn-cs"/>
              </a:rPr>
              <a:t>Decomposition</a:t>
            </a:r>
            <a:r>
              <a:rPr lang="en-US" sz="3600" dirty="0">
                <a:ea typeface="+mn-ea"/>
                <a:cs typeface="+mn-cs"/>
              </a:rPr>
              <a:t> is a process that helps to manage the complexity of a software system</a:t>
            </a:r>
          </a:p>
          <a:p>
            <a:pPr marL="857250" lvl="1" indent="-477838">
              <a:lnSpc>
                <a:spcPct val="90000"/>
              </a:lnSpc>
              <a:buFont typeface="Wingdings" charset="0"/>
              <a:buChar char="¨"/>
              <a:defRPr/>
            </a:pPr>
            <a:r>
              <a:rPr lang="en-US" sz="3200" dirty="0">
                <a:ea typeface="+mn-ea"/>
              </a:rPr>
              <a:t>Starting with a </a:t>
            </a:r>
            <a:r>
              <a:rPr lang="en-US" sz="3200" i="1" dirty="0">
                <a:solidFill>
                  <a:srgbClr val="083A7F"/>
                </a:solidFill>
                <a:ea typeface="+mn-ea"/>
              </a:rPr>
              <a:t>high-level view</a:t>
            </a:r>
            <a:r>
              <a:rPr lang="en-US" sz="3200" dirty="0">
                <a:ea typeface="+mn-ea"/>
              </a:rPr>
              <a:t> of the system.</a:t>
            </a:r>
          </a:p>
          <a:p>
            <a:pPr marL="857250" lvl="1" indent="-477838">
              <a:lnSpc>
                <a:spcPct val="90000"/>
              </a:lnSpc>
              <a:buFont typeface="Wingdings" charset="0"/>
              <a:buChar char="¨"/>
              <a:defRPr/>
            </a:pPr>
            <a:r>
              <a:rPr lang="en-US" sz="3200" dirty="0">
                <a:ea typeface="+mn-ea"/>
              </a:rPr>
              <a:t>Creating the low-level details of the features of the system in turn.</a:t>
            </a:r>
          </a:p>
          <a:p>
            <a:pPr marL="857250" lvl="1" indent="-477838">
              <a:lnSpc>
                <a:spcPct val="90000"/>
              </a:lnSpc>
              <a:buFont typeface="Wingdings" charset="0"/>
              <a:buChar char="¨"/>
              <a:defRPr/>
            </a:pPr>
            <a:r>
              <a:rPr lang="en-US" sz="3200" dirty="0">
                <a:ea typeface="+mn-ea"/>
              </a:rPr>
              <a:t>Stop when we are satisfied with the level of detail.</a:t>
            </a:r>
          </a:p>
          <a:p>
            <a:pPr marL="857250" lvl="1" indent="-477838">
              <a:lnSpc>
                <a:spcPct val="90000"/>
              </a:lnSpc>
              <a:buFont typeface="Wingdings" charset="0"/>
              <a:buChar char="F"/>
              <a:defRPr/>
            </a:pPr>
            <a:r>
              <a:rPr lang="en-US" sz="3200" dirty="0">
                <a:ea typeface="+mn-ea"/>
              </a:rPr>
              <a:t>Also known as </a:t>
            </a:r>
            <a:r>
              <a:rPr lang="en-US" sz="3200" i="1" dirty="0">
                <a:solidFill>
                  <a:srgbClr val="0C3A80"/>
                </a:solidFill>
                <a:ea typeface="+mn-ea"/>
              </a:rPr>
              <a:t>Divide-and-Conquer</a:t>
            </a:r>
            <a:r>
              <a:rPr lang="en-US" sz="3200" dirty="0">
                <a:ea typeface="+mn-ea"/>
              </a:rPr>
              <a:t>.</a:t>
            </a:r>
          </a:p>
        </p:txBody>
      </p:sp>
      <p:sp>
        <p:nvSpPr>
          <p:cNvPr id="2" name="Slide Number Placeholder 1">
            <a:extLst>
              <a:ext uri="{FF2B5EF4-FFF2-40B4-BE49-F238E27FC236}">
                <a16:creationId xmlns:a16="http://schemas.microsoft.com/office/drawing/2014/main" id="{C48A2168-4E52-6D38-54EC-6904E8901781}"/>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25A800BC-B104-4022-9BD2-D011D2E3A62E}" type="slidenum">
              <a:rPr lang="en-AU" altLang="en-US" sz="1400" smtClean="0">
                <a:latin typeface="Times New Roman" panose="02020603050405020304" pitchFamily="18" charset="0"/>
              </a:rPr>
              <a:pPr>
                <a:spcBef>
                  <a:spcPct val="0"/>
                </a:spcBef>
                <a:buSzTx/>
                <a:buFontTx/>
                <a:buNone/>
                <a:defRPr/>
              </a:pPr>
              <a:t>26</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22A963-4A0E-36A7-5A66-8DE49F61421E}"/>
              </a:ext>
            </a:extLst>
          </p:cNvPr>
          <p:cNvSpPr>
            <a:spLocks noGrp="1"/>
          </p:cNvSpPr>
          <p:nvPr>
            <p:ph type="sldNum" sz="quarter" idx="10"/>
          </p:nvPr>
        </p:nvSpPr>
        <p:spPr/>
        <p:txBody>
          <a:bodyPr/>
          <a:lstStyle/>
          <a:p>
            <a:pPr>
              <a:defRPr/>
            </a:pPr>
            <a:fld id="{906E9BCC-0CF0-4440-BE86-162B99888615}" type="slidenum">
              <a:rPr lang="en-AU" altLang="en-US" smtClean="0"/>
              <a:pPr>
                <a:defRPr/>
              </a:pPr>
              <a:t>27</a:t>
            </a:fld>
            <a:endParaRPr lang="en-AU" altLang="en-US"/>
          </a:p>
          <a:p>
            <a:pPr>
              <a:defRPr/>
            </a:pPr>
            <a:endParaRPr lang="en-AU" altLang="en-US"/>
          </a:p>
        </p:txBody>
      </p:sp>
      <p:sp>
        <p:nvSpPr>
          <p:cNvPr id="10" name="BG"/>
          <p:cNvSpPr>
            <a:spLocks noGrp="1"/>
          </p:cNvSpPr>
          <p:nvPr/>
        </p:nvSpPr>
        <p:spPr>
          <a:xfrm>
            <a:off x="0" y="0"/>
            <a:ext cx="9144000" cy="6858000"/>
          </a:xfrm>
          <a:prstGeom prst="roundRect">
            <a:avLst>
              <a:gd name="adj" fmla="val 20000"/>
            </a:avLst>
          </a:prstGeom>
          <a:solidFill>
            <a:srgbClr val="FFFFFF"/>
          </a:solidFill>
          <a:ln w="19050">
            <a:solidFill>
              <a:srgbClr val="FFFFFF"/>
            </a:solidFill>
          </a:ln>
        </p:spPr>
        <p:txBody>
          <a:bodyPr wrap="square" lIns="91440" tIns="45720" rIns="91440" bIns="45720" anchor="ctr"/>
          <a:lstStyle/>
          <a:p>
            <a:endParaRPr lang="en-AU" dirty="0"/>
          </a:p>
        </p:txBody>
      </p:sp>
      <p:sp>
        <p:nvSpPr>
          <p:cNvPr id="11" name="TitleBar"/>
          <p:cNvSpPr>
            <a:spLocks noGrp="1"/>
          </p:cNvSpPr>
          <p:nvPr/>
        </p:nvSpPr>
        <p:spPr>
          <a:xfrm>
            <a:off x="0" y="0"/>
            <a:ext cx="9144000" cy="640080"/>
          </a:xfrm>
          <a:prstGeom prst="roundRect">
            <a:avLst>
              <a:gd name="adj" fmla="val 20000"/>
            </a:avLst>
          </a:prstGeom>
          <a:solidFill>
            <a:srgbClr val="000000"/>
          </a:solidFill>
          <a:ln w="19050">
            <a:solidFill>
              <a:srgbClr val="000000"/>
            </a:solidFill>
          </a:ln>
        </p:spPr>
        <p:txBody>
          <a:bodyPr wrap="square" lIns="91440" tIns="45720" rIns="91440" bIns="45720" anchor="ctr"/>
          <a:lstStyle/>
          <a:p>
            <a:pPr algn="l"/>
            <a:r>
              <a:rPr lang="en-AU" sz="2600" b="1" dirty="0">
                <a:solidFill>
                  <a:srgbClr val="FFFFFF"/>
                </a:solidFill>
              </a:rPr>
              <a:t>   Decomposition in Practice – Online Shopping System</a:t>
            </a:r>
          </a:p>
        </p:txBody>
      </p:sp>
      <p:sp>
        <p:nvSpPr>
          <p:cNvPr id="12" name="Accent"/>
          <p:cNvSpPr>
            <a:spLocks noGrp="1"/>
          </p:cNvSpPr>
          <p:nvPr/>
        </p:nvSpPr>
        <p:spPr>
          <a:xfrm>
            <a:off x="0" y="640080"/>
            <a:ext cx="9144000" cy="91440"/>
          </a:xfrm>
          <a:prstGeom prst="roundRect">
            <a:avLst>
              <a:gd name="adj" fmla="val 20000"/>
            </a:avLst>
          </a:prstGeom>
          <a:solidFill>
            <a:srgbClr val="00CC99"/>
          </a:solidFill>
          <a:ln w="19050">
            <a:solidFill>
              <a:srgbClr val="00CC99"/>
            </a:solidFill>
          </a:ln>
        </p:spPr>
        <p:txBody>
          <a:bodyPr wrap="square" lIns="91440" tIns="45720" rIns="91440" bIns="45720" anchor="ctr"/>
          <a:lstStyle/>
          <a:p>
            <a:endParaRPr lang="en-AU" dirty="0"/>
          </a:p>
        </p:txBody>
      </p:sp>
      <p:sp>
        <p:nvSpPr>
          <p:cNvPr id="13" name="L1Label"/>
          <p:cNvSpPr>
            <a:spLocks noGrp="1"/>
          </p:cNvSpPr>
          <p:nvPr/>
        </p:nvSpPr>
        <p:spPr>
          <a:xfrm>
            <a:off x="0" y="831600"/>
            <a:ext cx="950000" cy="629362"/>
          </a:xfrm>
          <a:prstGeom prst="roundRect">
            <a:avLst>
              <a:gd name="adj" fmla="val 20000"/>
            </a:avLst>
          </a:prstGeom>
          <a:solidFill>
            <a:srgbClr val="000000"/>
          </a:solidFill>
          <a:ln w="19050">
            <a:solidFill>
              <a:srgbClr val="000000"/>
            </a:solidFill>
          </a:ln>
        </p:spPr>
        <p:txBody>
          <a:bodyPr wrap="square" lIns="91440" tIns="45720" rIns="91440" bIns="45720" anchor="ctr"/>
          <a:lstStyle/>
          <a:p>
            <a:pPr algn="ctr"/>
            <a:r>
              <a:rPr lang="en-AU" sz="1400" b="1" dirty="0">
                <a:solidFill>
                  <a:srgbClr val="FFFFFF"/>
                </a:solidFill>
              </a:rPr>
              <a:t>Level 1</a:t>
            </a:r>
          </a:p>
          <a:p>
            <a:pPr algn="ctr"/>
            <a:r>
              <a:rPr lang="en-AU" sz="1200" dirty="0">
                <a:solidFill>
                  <a:srgbClr val="AAAAAA"/>
                </a:solidFill>
              </a:rPr>
              <a:t>System</a:t>
            </a:r>
          </a:p>
        </p:txBody>
      </p:sp>
      <p:sp>
        <p:nvSpPr>
          <p:cNvPr id="14" name="L2Label"/>
          <p:cNvSpPr>
            <a:spLocks noGrp="1"/>
          </p:cNvSpPr>
          <p:nvPr/>
        </p:nvSpPr>
        <p:spPr>
          <a:xfrm>
            <a:off x="0" y="2247666"/>
            <a:ext cx="950000" cy="629363"/>
          </a:xfrm>
          <a:prstGeom prst="roundRect">
            <a:avLst>
              <a:gd name="adj" fmla="val 20000"/>
            </a:avLst>
          </a:prstGeom>
          <a:solidFill>
            <a:srgbClr val="1A3A6B"/>
          </a:solidFill>
          <a:ln w="19050">
            <a:solidFill>
              <a:srgbClr val="1A3A6B"/>
            </a:solidFill>
          </a:ln>
        </p:spPr>
        <p:txBody>
          <a:bodyPr wrap="square" lIns="91440" tIns="45720" rIns="91440" bIns="45720" anchor="ctr"/>
          <a:lstStyle/>
          <a:p>
            <a:pPr algn="ctr"/>
            <a:r>
              <a:rPr lang="en-AU" sz="1400" b="1" dirty="0">
                <a:solidFill>
                  <a:srgbClr val="FFFFFF"/>
                </a:solidFill>
              </a:rPr>
              <a:t>Level 2</a:t>
            </a:r>
          </a:p>
          <a:p>
            <a:pPr algn="ctr"/>
            <a:r>
              <a:rPr lang="en-AU" sz="1200" dirty="0">
                <a:solidFill>
                  <a:srgbClr val="AAC8FF"/>
                </a:solidFill>
              </a:rPr>
              <a:t>Subsystems</a:t>
            </a:r>
          </a:p>
        </p:txBody>
      </p:sp>
      <p:sp>
        <p:nvSpPr>
          <p:cNvPr id="15" name="L3Label"/>
          <p:cNvSpPr>
            <a:spLocks noGrp="1"/>
          </p:cNvSpPr>
          <p:nvPr/>
        </p:nvSpPr>
        <p:spPr>
          <a:xfrm>
            <a:off x="0" y="4353517"/>
            <a:ext cx="950000" cy="1746483"/>
          </a:xfrm>
          <a:prstGeom prst="roundRect">
            <a:avLst>
              <a:gd name="adj" fmla="val 20000"/>
            </a:avLst>
          </a:prstGeom>
          <a:solidFill>
            <a:srgbClr val="006644"/>
          </a:solidFill>
          <a:ln w="19050">
            <a:solidFill>
              <a:srgbClr val="006644"/>
            </a:solidFill>
          </a:ln>
        </p:spPr>
        <p:txBody>
          <a:bodyPr wrap="square" lIns="91440" tIns="45720" rIns="91440" bIns="45720" anchor="ctr"/>
          <a:lstStyle/>
          <a:p>
            <a:pPr algn="ctr"/>
            <a:r>
              <a:rPr lang="en-AU" sz="1400" b="1" dirty="0">
                <a:solidFill>
                  <a:srgbClr val="FFFFFF"/>
                </a:solidFill>
              </a:rPr>
              <a:t>Level 3</a:t>
            </a:r>
          </a:p>
          <a:p>
            <a:pPr algn="ctr"/>
            <a:r>
              <a:rPr lang="en-AU" sz="1200" dirty="0">
                <a:solidFill>
                  <a:srgbClr val="AAFFCC"/>
                </a:solidFill>
              </a:rPr>
              <a:t>Modules</a:t>
            </a:r>
          </a:p>
        </p:txBody>
      </p:sp>
      <p:sp>
        <p:nvSpPr>
          <p:cNvPr id="20" name="Root"/>
          <p:cNvSpPr>
            <a:spLocks noGrp="1"/>
          </p:cNvSpPr>
          <p:nvPr/>
        </p:nvSpPr>
        <p:spPr>
          <a:xfrm>
            <a:off x="3890000" y="831600"/>
            <a:ext cx="2400000" cy="629363"/>
          </a:xfrm>
          <a:prstGeom prst="roundRect">
            <a:avLst>
              <a:gd name="adj" fmla="val 20000"/>
            </a:avLst>
          </a:prstGeom>
          <a:solidFill>
            <a:srgbClr val="000000"/>
          </a:solidFill>
          <a:ln w="19050">
            <a:solidFill>
              <a:srgbClr val="000000"/>
            </a:solidFill>
          </a:ln>
        </p:spPr>
        <p:txBody>
          <a:bodyPr wrap="square" lIns="91440" tIns="45720" rIns="91440" bIns="45720" anchor="ctr"/>
          <a:lstStyle/>
          <a:p>
            <a:pPr algn="ctr"/>
            <a:r>
              <a:rPr lang="en-AU" sz="1800" b="1" dirty="0">
                <a:solidFill>
                  <a:srgbClr val="FFFFFF"/>
                </a:solidFill>
              </a:rPr>
              <a:t>Online Shopping System</a:t>
            </a:r>
          </a:p>
        </p:txBody>
      </p:sp>
      <p:sp>
        <p:nvSpPr>
          <p:cNvPr id="30" name="Sub0"/>
          <p:cNvSpPr>
            <a:spLocks noGrp="1"/>
          </p:cNvSpPr>
          <p:nvPr/>
        </p:nvSpPr>
        <p:spPr>
          <a:xfrm>
            <a:off x="1000000" y="2247667"/>
            <a:ext cx="1700000" cy="629363"/>
          </a:xfrm>
          <a:prstGeom prst="roundRect">
            <a:avLst>
              <a:gd name="adj" fmla="val 20000"/>
            </a:avLst>
          </a:prstGeom>
          <a:solidFill>
            <a:srgbClr val="1A3A6B"/>
          </a:solidFill>
          <a:ln w="19050">
            <a:solidFill>
              <a:srgbClr val="1A3A6B"/>
            </a:solidFill>
          </a:ln>
        </p:spPr>
        <p:txBody>
          <a:bodyPr wrap="square" lIns="91440" tIns="45720" rIns="91440" bIns="45720" anchor="ctr"/>
          <a:lstStyle/>
          <a:p>
            <a:pPr algn="ctr"/>
            <a:r>
              <a:rPr lang="en-AU" sz="1600" b="1" dirty="0">
                <a:solidFill>
                  <a:srgbClr val="FFFFFF"/>
                </a:solidFill>
              </a:rPr>
              <a:t>User
Management</a:t>
            </a:r>
          </a:p>
        </p:txBody>
      </p:sp>
      <p:sp>
        <p:nvSpPr>
          <p:cNvPr id="31" name="Sub1"/>
          <p:cNvSpPr>
            <a:spLocks noGrp="1"/>
          </p:cNvSpPr>
          <p:nvPr/>
        </p:nvSpPr>
        <p:spPr>
          <a:xfrm>
            <a:off x="3160000" y="2247667"/>
            <a:ext cx="1700000" cy="629363"/>
          </a:xfrm>
          <a:prstGeom prst="roundRect">
            <a:avLst>
              <a:gd name="adj" fmla="val 20000"/>
            </a:avLst>
          </a:prstGeom>
          <a:solidFill>
            <a:srgbClr val="1A3A6B"/>
          </a:solidFill>
          <a:ln w="19050">
            <a:solidFill>
              <a:srgbClr val="1A3A6B"/>
            </a:solidFill>
          </a:ln>
        </p:spPr>
        <p:txBody>
          <a:bodyPr wrap="square" lIns="91440" tIns="45720" rIns="91440" bIns="45720" anchor="ctr"/>
          <a:lstStyle/>
          <a:p>
            <a:pPr algn="ctr"/>
            <a:r>
              <a:rPr lang="en-AU" sz="1600" b="1" dirty="0">
                <a:solidFill>
                  <a:srgbClr val="FFFFFF"/>
                </a:solidFill>
              </a:rPr>
              <a:t>Product
Catalogue</a:t>
            </a:r>
          </a:p>
        </p:txBody>
      </p:sp>
      <p:sp>
        <p:nvSpPr>
          <p:cNvPr id="32" name="Sub2"/>
          <p:cNvSpPr>
            <a:spLocks noGrp="1"/>
          </p:cNvSpPr>
          <p:nvPr/>
        </p:nvSpPr>
        <p:spPr>
          <a:xfrm>
            <a:off x="5320000" y="2247667"/>
            <a:ext cx="1700000" cy="629363"/>
          </a:xfrm>
          <a:prstGeom prst="roundRect">
            <a:avLst>
              <a:gd name="adj" fmla="val 20000"/>
            </a:avLst>
          </a:prstGeom>
          <a:solidFill>
            <a:srgbClr val="1A3A6B"/>
          </a:solidFill>
          <a:ln w="19050">
            <a:solidFill>
              <a:srgbClr val="1A3A6B"/>
            </a:solidFill>
          </a:ln>
        </p:spPr>
        <p:txBody>
          <a:bodyPr wrap="square" lIns="91440" tIns="45720" rIns="91440" bIns="45720" anchor="ctr"/>
          <a:lstStyle/>
          <a:p>
            <a:pPr algn="ctr"/>
            <a:r>
              <a:rPr lang="en-AU" sz="1600" b="1" dirty="0">
                <a:solidFill>
                  <a:srgbClr val="FFFFFF"/>
                </a:solidFill>
              </a:rPr>
              <a:t>Order
Processing</a:t>
            </a:r>
          </a:p>
        </p:txBody>
      </p:sp>
      <p:sp>
        <p:nvSpPr>
          <p:cNvPr id="33" name="Sub3"/>
          <p:cNvSpPr>
            <a:spLocks noGrp="1"/>
          </p:cNvSpPr>
          <p:nvPr/>
        </p:nvSpPr>
        <p:spPr>
          <a:xfrm>
            <a:off x="7480000" y="2247667"/>
            <a:ext cx="1700000" cy="629363"/>
          </a:xfrm>
          <a:prstGeom prst="roundRect">
            <a:avLst>
              <a:gd name="adj" fmla="val 20000"/>
            </a:avLst>
          </a:prstGeom>
          <a:solidFill>
            <a:srgbClr val="1A3A6B"/>
          </a:solidFill>
          <a:ln w="19050">
            <a:solidFill>
              <a:srgbClr val="1A3A6B"/>
            </a:solidFill>
          </a:ln>
        </p:spPr>
        <p:txBody>
          <a:bodyPr wrap="square" lIns="91440" tIns="45720" rIns="91440" bIns="45720" anchor="ctr"/>
          <a:lstStyle/>
          <a:p>
            <a:pPr algn="ctr"/>
            <a:r>
              <a:rPr lang="en-AU" sz="1600" b="1" dirty="0">
                <a:solidFill>
                  <a:srgbClr val="FFFFFF"/>
                </a:solidFill>
              </a:rPr>
              <a:t>Payment
Gateway</a:t>
            </a:r>
          </a:p>
        </p:txBody>
      </p:sp>
      <p:cxnSp>
        <p:nvCxnSpPr>
          <p:cNvPr id="200" name="Conn200"/>
          <p:cNvCxnSpPr/>
          <p:nvPr/>
        </p:nvCxnSpPr>
        <p:spPr>
          <a:xfrm>
            <a:off x="1850000" y="2877031"/>
            <a:ext cx="0" cy="1445018"/>
          </a:xfrm>
          <a:prstGeom prst="line">
            <a:avLst/>
          </a:prstGeom>
          <a:noFill/>
          <a:ln w="19050">
            <a:solidFill>
              <a:srgbClr val="888888"/>
            </a:solidFill>
          </a:ln>
        </p:spPr>
      </p:cxnSp>
      <p:sp>
        <p:nvSpPr>
          <p:cNvPr id="40" name="Mod0_0"/>
          <p:cNvSpPr>
            <a:spLocks noGrp="1"/>
          </p:cNvSpPr>
          <p:nvPr/>
        </p:nvSpPr>
        <p:spPr>
          <a:xfrm>
            <a:off x="1050000" y="4353517"/>
            <a:ext cx="1600000" cy="519225"/>
          </a:xfrm>
          <a:prstGeom prst="roundRect">
            <a:avLst>
              <a:gd name="adj" fmla="val 20000"/>
            </a:avLst>
          </a:prstGeom>
          <a:solidFill>
            <a:srgbClr val="E8F8F2"/>
          </a:solidFill>
          <a:ln w="19050">
            <a:solidFill>
              <a:srgbClr val="006644"/>
            </a:solidFill>
          </a:ln>
        </p:spPr>
        <p:txBody>
          <a:bodyPr wrap="square" lIns="91440" tIns="45720" rIns="91440" bIns="45720" anchor="ctr"/>
          <a:lstStyle/>
          <a:p>
            <a:pPr algn="ctr"/>
            <a:r>
              <a:rPr lang="en-AU" sz="1400" dirty="0">
                <a:solidFill>
                  <a:srgbClr val="004422"/>
                </a:solidFill>
              </a:rPr>
              <a:t>Register / Login</a:t>
            </a:r>
          </a:p>
        </p:txBody>
      </p:sp>
      <p:sp>
        <p:nvSpPr>
          <p:cNvPr id="41" name="Mod0_1"/>
          <p:cNvSpPr>
            <a:spLocks noGrp="1"/>
          </p:cNvSpPr>
          <p:nvPr/>
        </p:nvSpPr>
        <p:spPr>
          <a:xfrm>
            <a:off x="1050000" y="4967146"/>
            <a:ext cx="1600000" cy="519225"/>
          </a:xfrm>
          <a:prstGeom prst="roundRect">
            <a:avLst>
              <a:gd name="adj" fmla="val 20000"/>
            </a:avLst>
          </a:prstGeom>
          <a:solidFill>
            <a:srgbClr val="E8F8F2"/>
          </a:solidFill>
          <a:ln w="19050">
            <a:solidFill>
              <a:srgbClr val="006644"/>
            </a:solidFill>
          </a:ln>
        </p:spPr>
        <p:txBody>
          <a:bodyPr wrap="square" lIns="91440" tIns="45720" rIns="91440" bIns="45720" anchor="ctr"/>
          <a:lstStyle/>
          <a:p>
            <a:pPr algn="ctr"/>
            <a:r>
              <a:rPr lang="en-AU" sz="1400" dirty="0">
                <a:solidFill>
                  <a:srgbClr val="004422"/>
                </a:solidFill>
              </a:rPr>
              <a:t>Profile Update</a:t>
            </a:r>
          </a:p>
        </p:txBody>
      </p:sp>
      <p:cxnSp>
        <p:nvCxnSpPr>
          <p:cNvPr id="211" name="Conn211"/>
          <p:cNvCxnSpPr/>
          <p:nvPr/>
        </p:nvCxnSpPr>
        <p:spPr>
          <a:xfrm>
            <a:off x="1850000" y="4872742"/>
            <a:ext cx="0" cy="94404"/>
          </a:xfrm>
          <a:prstGeom prst="line">
            <a:avLst/>
          </a:prstGeom>
          <a:noFill/>
          <a:ln w="19050">
            <a:solidFill>
              <a:srgbClr val="BBBBBB"/>
            </a:solidFill>
          </a:ln>
        </p:spPr>
      </p:cxnSp>
      <p:sp>
        <p:nvSpPr>
          <p:cNvPr id="42" name="Mod0_2"/>
          <p:cNvSpPr>
            <a:spLocks noGrp="1"/>
          </p:cNvSpPr>
          <p:nvPr/>
        </p:nvSpPr>
        <p:spPr>
          <a:xfrm>
            <a:off x="1050000" y="5580775"/>
            <a:ext cx="1600000" cy="519225"/>
          </a:xfrm>
          <a:prstGeom prst="roundRect">
            <a:avLst>
              <a:gd name="adj" fmla="val 20000"/>
            </a:avLst>
          </a:prstGeom>
          <a:solidFill>
            <a:srgbClr val="E8F8F2"/>
          </a:solidFill>
          <a:ln w="19050">
            <a:solidFill>
              <a:srgbClr val="006644"/>
            </a:solidFill>
          </a:ln>
        </p:spPr>
        <p:txBody>
          <a:bodyPr wrap="square" lIns="91440" tIns="45720" rIns="91440" bIns="45720" anchor="ctr"/>
          <a:lstStyle/>
          <a:p>
            <a:pPr algn="ctr"/>
            <a:r>
              <a:rPr lang="en-AU" sz="1400" dirty="0">
                <a:solidFill>
                  <a:srgbClr val="004422"/>
                </a:solidFill>
              </a:rPr>
              <a:t>Password Reset</a:t>
            </a:r>
          </a:p>
        </p:txBody>
      </p:sp>
      <p:cxnSp>
        <p:nvCxnSpPr>
          <p:cNvPr id="212" name="Conn212"/>
          <p:cNvCxnSpPr/>
          <p:nvPr/>
        </p:nvCxnSpPr>
        <p:spPr>
          <a:xfrm>
            <a:off x="1850000" y="5486371"/>
            <a:ext cx="0" cy="94404"/>
          </a:xfrm>
          <a:prstGeom prst="line">
            <a:avLst/>
          </a:prstGeom>
          <a:noFill/>
          <a:ln w="19050">
            <a:solidFill>
              <a:srgbClr val="BBBBBB"/>
            </a:solidFill>
          </a:ln>
        </p:spPr>
      </p:cxnSp>
      <p:cxnSp>
        <p:nvCxnSpPr>
          <p:cNvPr id="210" name="Conn210"/>
          <p:cNvCxnSpPr/>
          <p:nvPr/>
        </p:nvCxnSpPr>
        <p:spPr>
          <a:xfrm>
            <a:off x="4010000" y="2877031"/>
            <a:ext cx="0" cy="1445018"/>
          </a:xfrm>
          <a:prstGeom prst="line">
            <a:avLst/>
          </a:prstGeom>
          <a:noFill/>
          <a:ln w="19050">
            <a:solidFill>
              <a:srgbClr val="888888"/>
            </a:solidFill>
          </a:ln>
        </p:spPr>
      </p:cxnSp>
      <p:sp>
        <p:nvSpPr>
          <p:cNvPr id="43" name="Mod1_0"/>
          <p:cNvSpPr>
            <a:spLocks noGrp="1"/>
          </p:cNvSpPr>
          <p:nvPr/>
        </p:nvSpPr>
        <p:spPr>
          <a:xfrm>
            <a:off x="3210000" y="4353517"/>
            <a:ext cx="1600000" cy="519225"/>
          </a:xfrm>
          <a:prstGeom prst="roundRect">
            <a:avLst>
              <a:gd name="adj" fmla="val 20000"/>
            </a:avLst>
          </a:prstGeom>
          <a:solidFill>
            <a:srgbClr val="E8F8F2"/>
          </a:solidFill>
          <a:ln w="19050">
            <a:solidFill>
              <a:srgbClr val="006644"/>
            </a:solidFill>
          </a:ln>
        </p:spPr>
        <p:txBody>
          <a:bodyPr wrap="square" lIns="91440" tIns="45720" rIns="91440" bIns="45720" anchor="ctr"/>
          <a:lstStyle/>
          <a:p>
            <a:pPr algn="ctr"/>
            <a:r>
              <a:rPr lang="en-AU" sz="1400" dirty="0">
                <a:solidFill>
                  <a:srgbClr val="004422"/>
                </a:solidFill>
              </a:rPr>
              <a:t>Browse Products</a:t>
            </a:r>
          </a:p>
        </p:txBody>
      </p:sp>
      <p:sp>
        <p:nvSpPr>
          <p:cNvPr id="44" name="Mod1_1"/>
          <p:cNvSpPr>
            <a:spLocks noGrp="1"/>
          </p:cNvSpPr>
          <p:nvPr/>
        </p:nvSpPr>
        <p:spPr>
          <a:xfrm>
            <a:off x="3210000" y="4967146"/>
            <a:ext cx="1600000" cy="519225"/>
          </a:xfrm>
          <a:prstGeom prst="roundRect">
            <a:avLst>
              <a:gd name="adj" fmla="val 20000"/>
            </a:avLst>
          </a:prstGeom>
          <a:solidFill>
            <a:srgbClr val="E8F8F2"/>
          </a:solidFill>
          <a:ln w="19050">
            <a:solidFill>
              <a:srgbClr val="006644"/>
            </a:solidFill>
          </a:ln>
        </p:spPr>
        <p:txBody>
          <a:bodyPr wrap="square" lIns="91440" tIns="45720" rIns="91440" bIns="45720" anchor="ctr"/>
          <a:lstStyle/>
          <a:p>
            <a:pPr algn="ctr"/>
            <a:r>
              <a:rPr lang="en-AU" sz="1400" dirty="0">
                <a:solidFill>
                  <a:srgbClr val="004422"/>
                </a:solidFill>
              </a:rPr>
              <a:t>Search &amp; Filter</a:t>
            </a:r>
          </a:p>
        </p:txBody>
      </p:sp>
      <p:cxnSp>
        <p:nvCxnSpPr>
          <p:cNvPr id="221" name="Conn221"/>
          <p:cNvCxnSpPr/>
          <p:nvPr/>
        </p:nvCxnSpPr>
        <p:spPr>
          <a:xfrm>
            <a:off x="4010000" y="4872742"/>
            <a:ext cx="0" cy="94404"/>
          </a:xfrm>
          <a:prstGeom prst="line">
            <a:avLst/>
          </a:prstGeom>
          <a:noFill/>
          <a:ln w="19050">
            <a:solidFill>
              <a:srgbClr val="BBBBBB"/>
            </a:solidFill>
          </a:ln>
        </p:spPr>
      </p:cxnSp>
      <p:sp>
        <p:nvSpPr>
          <p:cNvPr id="45" name="Mod1_2"/>
          <p:cNvSpPr>
            <a:spLocks noGrp="1"/>
          </p:cNvSpPr>
          <p:nvPr/>
        </p:nvSpPr>
        <p:spPr>
          <a:xfrm>
            <a:off x="3210000" y="5580775"/>
            <a:ext cx="1600000" cy="519225"/>
          </a:xfrm>
          <a:prstGeom prst="roundRect">
            <a:avLst>
              <a:gd name="adj" fmla="val 20000"/>
            </a:avLst>
          </a:prstGeom>
          <a:solidFill>
            <a:srgbClr val="E8F8F2"/>
          </a:solidFill>
          <a:ln w="19050">
            <a:solidFill>
              <a:srgbClr val="006644"/>
            </a:solidFill>
          </a:ln>
        </p:spPr>
        <p:txBody>
          <a:bodyPr wrap="square" lIns="91440" tIns="45720" rIns="91440" bIns="45720" anchor="ctr"/>
          <a:lstStyle/>
          <a:p>
            <a:pPr algn="ctr"/>
            <a:r>
              <a:rPr lang="en-AU" sz="1400" dirty="0">
                <a:solidFill>
                  <a:srgbClr val="004422"/>
                </a:solidFill>
              </a:rPr>
              <a:t>Product Reviews</a:t>
            </a:r>
          </a:p>
        </p:txBody>
      </p:sp>
      <p:cxnSp>
        <p:nvCxnSpPr>
          <p:cNvPr id="222" name="Conn222"/>
          <p:cNvCxnSpPr/>
          <p:nvPr/>
        </p:nvCxnSpPr>
        <p:spPr>
          <a:xfrm>
            <a:off x="4010000" y="5486371"/>
            <a:ext cx="0" cy="94404"/>
          </a:xfrm>
          <a:prstGeom prst="line">
            <a:avLst/>
          </a:prstGeom>
          <a:noFill/>
          <a:ln w="19050">
            <a:solidFill>
              <a:srgbClr val="BBBBBB"/>
            </a:solidFill>
          </a:ln>
        </p:spPr>
      </p:cxnSp>
      <p:cxnSp>
        <p:nvCxnSpPr>
          <p:cNvPr id="220" name="Conn220"/>
          <p:cNvCxnSpPr/>
          <p:nvPr/>
        </p:nvCxnSpPr>
        <p:spPr>
          <a:xfrm>
            <a:off x="6170000" y="2877031"/>
            <a:ext cx="0" cy="1445018"/>
          </a:xfrm>
          <a:prstGeom prst="line">
            <a:avLst/>
          </a:prstGeom>
          <a:noFill/>
          <a:ln w="19050">
            <a:solidFill>
              <a:srgbClr val="888888"/>
            </a:solidFill>
          </a:ln>
        </p:spPr>
      </p:cxnSp>
      <p:sp>
        <p:nvSpPr>
          <p:cNvPr id="46" name="Mod2_0"/>
          <p:cNvSpPr>
            <a:spLocks noGrp="1"/>
          </p:cNvSpPr>
          <p:nvPr/>
        </p:nvSpPr>
        <p:spPr>
          <a:xfrm>
            <a:off x="5370000" y="4353517"/>
            <a:ext cx="1600000" cy="519225"/>
          </a:xfrm>
          <a:prstGeom prst="roundRect">
            <a:avLst>
              <a:gd name="adj" fmla="val 20000"/>
            </a:avLst>
          </a:prstGeom>
          <a:solidFill>
            <a:srgbClr val="E8F8F2"/>
          </a:solidFill>
          <a:ln w="19050">
            <a:solidFill>
              <a:srgbClr val="006644"/>
            </a:solidFill>
          </a:ln>
        </p:spPr>
        <p:txBody>
          <a:bodyPr wrap="square" lIns="91440" tIns="45720" rIns="91440" bIns="45720" anchor="ctr"/>
          <a:lstStyle/>
          <a:p>
            <a:pPr algn="ctr"/>
            <a:r>
              <a:rPr lang="en-AU" sz="1400" dirty="0">
                <a:solidFill>
                  <a:srgbClr val="004422"/>
                </a:solidFill>
              </a:rPr>
              <a:t>Cart Management</a:t>
            </a:r>
          </a:p>
        </p:txBody>
      </p:sp>
      <p:sp>
        <p:nvSpPr>
          <p:cNvPr id="47" name="Mod2_1"/>
          <p:cNvSpPr>
            <a:spLocks noGrp="1"/>
          </p:cNvSpPr>
          <p:nvPr/>
        </p:nvSpPr>
        <p:spPr>
          <a:xfrm>
            <a:off x="5370000" y="4967146"/>
            <a:ext cx="1600000" cy="519225"/>
          </a:xfrm>
          <a:prstGeom prst="roundRect">
            <a:avLst>
              <a:gd name="adj" fmla="val 20000"/>
            </a:avLst>
          </a:prstGeom>
          <a:solidFill>
            <a:srgbClr val="E8F8F2"/>
          </a:solidFill>
          <a:ln w="19050">
            <a:solidFill>
              <a:srgbClr val="006644"/>
            </a:solidFill>
          </a:ln>
        </p:spPr>
        <p:txBody>
          <a:bodyPr wrap="square" lIns="91440" tIns="45720" rIns="91440" bIns="45720" anchor="ctr"/>
          <a:lstStyle/>
          <a:p>
            <a:pPr algn="ctr"/>
            <a:r>
              <a:rPr lang="en-AU" sz="1400" dirty="0">
                <a:solidFill>
                  <a:srgbClr val="004422"/>
                </a:solidFill>
              </a:rPr>
              <a:t>Checkout Flow</a:t>
            </a:r>
          </a:p>
        </p:txBody>
      </p:sp>
      <p:cxnSp>
        <p:nvCxnSpPr>
          <p:cNvPr id="231" name="Conn231"/>
          <p:cNvCxnSpPr/>
          <p:nvPr/>
        </p:nvCxnSpPr>
        <p:spPr>
          <a:xfrm>
            <a:off x="6170000" y="4872742"/>
            <a:ext cx="0" cy="94404"/>
          </a:xfrm>
          <a:prstGeom prst="line">
            <a:avLst/>
          </a:prstGeom>
          <a:noFill/>
          <a:ln w="19050">
            <a:solidFill>
              <a:srgbClr val="BBBBBB"/>
            </a:solidFill>
          </a:ln>
        </p:spPr>
      </p:cxnSp>
      <p:sp>
        <p:nvSpPr>
          <p:cNvPr id="48" name="Mod2_2"/>
          <p:cNvSpPr>
            <a:spLocks noGrp="1"/>
          </p:cNvSpPr>
          <p:nvPr/>
        </p:nvSpPr>
        <p:spPr>
          <a:xfrm>
            <a:off x="5370000" y="5580775"/>
            <a:ext cx="1600000" cy="519225"/>
          </a:xfrm>
          <a:prstGeom prst="roundRect">
            <a:avLst>
              <a:gd name="adj" fmla="val 20000"/>
            </a:avLst>
          </a:prstGeom>
          <a:solidFill>
            <a:srgbClr val="E8F8F2"/>
          </a:solidFill>
          <a:ln w="19050">
            <a:solidFill>
              <a:srgbClr val="006644"/>
            </a:solidFill>
          </a:ln>
        </p:spPr>
        <p:txBody>
          <a:bodyPr wrap="square" lIns="91440" tIns="45720" rIns="91440" bIns="45720" anchor="ctr"/>
          <a:lstStyle/>
          <a:p>
            <a:pPr algn="ctr"/>
            <a:r>
              <a:rPr lang="en-AU" sz="1400" dirty="0">
                <a:solidFill>
                  <a:srgbClr val="004422"/>
                </a:solidFill>
              </a:rPr>
              <a:t>Order Tracking</a:t>
            </a:r>
          </a:p>
        </p:txBody>
      </p:sp>
      <p:cxnSp>
        <p:nvCxnSpPr>
          <p:cNvPr id="232" name="Conn232"/>
          <p:cNvCxnSpPr/>
          <p:nvPr/>
        </p:nvCxnSpPr>
        <p:spPr>
          <a:xfrm>
            <a:off x="6170000" y="5486371"/>
            <a:ext cx="0" cy="94404"/>
          </a:xfrm>
          <a:prstGeom prst="line">
            <a:avLst/>
          </a:prstGeom>
          <a:noFill/>
          <a:ln w="19050">
            <a:solidFill>
              <a:srgbClr val="BBBBBB"/>
            </a:solidFill>
          </a:ln>
        </p:spPr>
      </p:cxnSp>
      <p:cxnSp>
        <p:nvCxnSpPr>
          <p:cNvPr id="230" name="Conn230"/>
          <p:cNvCxnSpPr/>
          <p:nvPr/>
        </p:nvCxnSpPr>
        <p:spPr>
          <a:xfrm>
            <a:off x="8330000" y="2877031"/>
            <a:ext cx="0" cy="1445018"/>
          </a:xfrm>
          <a:prstGeom prst="line">
            <a:avLst/>
          </a:prstGeom>
          <a:noFill/>
          <a:ln w="19050">
            <a:solidFill>
              <a:srgbClr val="888888"/>
            </a:solidFill>
          </a:ln>
        </p:spPr>
      </p:cxnSp>
      <p:sp>
        <p:nvSpPr>
          <p:cNvPr id="49" name="Mod3_0"/>
          <p:cNvSpPr>
            <a:spLocks noGrp="1"/>
          </p:cNvSpPr>
          <p:nvPr/>
        </p:nvSpPr>
        <p:spPr>
          <a:xfrm>
            <a:off x="7530000" y="4353517"/>
            <a:ext cx="1600000" cy="519225"/>
          </a:xfrm>
          <a:prstGeom prst="roundRect">
            <a:avLst>
              <a:gd name="adj" fmla="val 20000"/>
            </a:avLst>
          </a:prstGeom>
          <a:solidFill>
            <a:srgbClr val="E8F8F2"/>
          </a:solidFill>
          <a:ln w="19050">
            <a:solidFill>
              <a:srgbClr val="006644"/>
            </a:solidFill>
          </a:ln>
        </p:spPr>
        <p:txBody>
          <a:bodyPr wrap="square" lIns="91440" tIns="45720" rIns="91440" bIns="45720" anchor="ctr"/>
          <a:lstStyle/>
          <a:p>
            <a:pPr algn="ctr"/>
            <a:r>
              <a:rPr lang="en-AU" sz="1400" dirty="0">
                <a:solidFill>
                  <a:srgbClr val="004422"/>
                </a:solidFill>
              </a:rPr>
              <a:t>Card Payment</a:t>
            </a:r>
          </a:p>
        </p:txBody>
      </p:sp>
      <p:sp>
        <p:nvSpPr>
          <p:cNvPr id="50" name="Mod3_1"/>
          <p:cNvSpPr>
            <a:spLocks noGrp="1"/>
          </p:cNvSpPr>
          <p:nvPr/>
        </p:nvSpPr>
        <p:spPr>
          <a:xfrm>
            <a:off x="7530000" y="4967146"/>
            <a:ext cx="1600000" cy="519225"/>
          </a:xfrm>
          <a:prstGeom prst="roundRect">
            <a:avLst>
              <a:gd name="adj" fmla="val 20000"/>
            </a:avLst>
          </a:prstGeom>
          <a:solidFill>
            <a:srgbClr val="E8F8F2"/>
          </a:solidFill>
          <a:ln w="19050">
            <a:solidFill>
              <a:srgbClr val="006644"/>
            </a:solidFill>
          </a:ln>
        </p:spPr>
        <p:txBody>
          <a:bodyPr wrap="square" lIns="91440" tIns="45720" rIns="91440" bIns="45720" anchor="ctr"/>
          <a:lstStyle/>
          <a:p>
            <a:pPr algn="ctr"/>
            <a:r>
              <a:rPr lang="en-AU" sz="1400" dirty="0">
                <a:solidFill>
                  <a:srgbClr val="004422"/>
                </a:solidFill>
              </a:rPr>
              <a:t>PayPal / Wallet</a:t>
            </a:r>
          </a:p>
        </p:txBody>
      </p:sp>
      <p:cxnSp>
        <p:nvCxnSpPr>
          <p:cNvPr id="241" name="Conn241"/>
          <p:cNvCxnSpPr/>
          <p:nvPr/>
        </p:nvCxnSpPr>
        <p:spPr>
          <a:xfrm>
            <a:off x="8330000" y="4872742"/>
            <a:ext cx="0" cy="94404"/>
          </a:xfrm>
          <a:prstGeom prst="line">
            <a:avLst/>
          </a:prstGeom>
          <a:noFill/>
          <a:ln w="19050">
            <a:solidFill>
              <a:srgbClr val="BBBBBB"/>
            </a:solidFill>
          </a:ln>
        </p:spPr>
      </p:cxnSp>
      <p:sp>
        <p:nvSpPr>
          <p:cNvPr id="51" name="Mod3_2"/>
          <p:cNvSpPr>
            <a:spLocks noGrp="1"/>
          </p:cNvSpPr>
          <p:nvPr/>
        </p:nvSpPr>
        <p:spPr>
          <a:xfrm>
            <a:off x="7530000" y="5580775"/>
            <a:ext cx="1600000" cy="519225"/>
          </a:xfrm>
          <a:prstGeom prst="roundRect">
            <a:avLst>
              <a:gd name="adj" fmla="val 20000"/>
            </a:avLst>
          </a:prstGeom>
          <a:solidFill>
            <a:srgbClr val="E8F8F2"/>
          </a:solidFill>
          <a:ln w="19050">
            <a:solidFill>
              <a:srgbClr val="006644"/>
            </a:solidFill>
          </a:ln>
        </p:spPr>
        <p:txBody>
          <a:bodyPr wrap="square" lIns="91440" tIns="45720" rIns="91440" bIns="45720" anchor="ctr"/>
          <a:lstStyle/>
          <a:p>
            <a:pPr algn="ctr"/>
            <a:r>
              <a:rPr lang="en-AU" sz="1400" dirty="0">
                <a:solidFill>
                  <a:srgbClr val="004422"/>
                </a:solidFill>
              </a:rPr>
              <a:t>Refund Handler</a:t>
            </a:r>
          </a:p>
        </p:txBody>
      </p:sp>
      <p:cxnSp>
        <p:nvCxnSpPr>
          <p:cNvPr id="242" name="Conn242"/>
          <p:cNvCxnSpPr/>
          <p:nvPr/>
        </p:nvCxnSpPr>
        <p:spPr>
          <a:xfrm>
            <a:off x="8330000" y="5486371"/>
            <a:ext cx="0" cy="94404"/>
          </a:xfrm>
          <a:prstGeom prst="line">
            <a:avLst/>
          </a:prstGeom>
          <a:noFill/>
          <a:ln w="19050">
            <a:solidFill>
              <a:srgbClr val="BBBBBB"/>
            </a:solidFill>
          </a:ln>
        </p:spPr>
      </p:cxnSp>
      <p:cxnSp>
        <p:nvCxnSpPr>
          <p:cNvPr id="100" name="Conn100"/>
          <p:cNvCxnSpPr/>
          <p:nvPr/>
        </p:nvCxnSpPr>
        <p:spPr>
          <a:xfrm>
            <a:off x="5090000" y="1460963"/>
            <a:ext cx="0" cy="393352"/>
          </a:xfrm>
          <a:prstGeom prst="line">
            <a:avLst/>
          </a:prstGeom>
          <a:noFill/>
          <a:ln w="19050">
            <a:solidFill>
              <a:srgbClr val="444444"/>
            </a:solidFill>
          </a:ln>
        </p:spPr>
      </p:cxnSp>
      <p:cxnSp>
        <p:nvCxnSpPr>
          <p:cNvPr id="101" name="Conn101"/>
          <p:cNvCxnSpPr/>
          <p:nvPr/>
        </p:nvCxnSpPr>
        <p:spPr>
          <a:xfrm>
            <a:off x="1850000" y="1854315"/>
            <a:ext cx="3240000" cy="0"/>
          </a:xfrm>
          <a:prstGeom prst="line">
            <a:avLst/>
          </a:prstGeom>
          <a:noFill/>
          <a:ln w="19050">
            <a:solidFill>
              <a:srgbClr val="444444"/>
            </a:solidFill>
          </a:ln>
        </p:spPr>
      </p:cxnSp>
      <p:cxnSp>
        <p:nvCxnSpPr>
          <p:cNvPr id="102" name="Conn102"/>
          <p:cNvCxnSpPr/>
          <p:nvPr/>
        </p:nvCxnSpPr>
        <p:spPr>
          <a:xfrm>
            <a:off x="1850000" y="1854315"/>
            <a:ext cx="0" cy="393352"/>
          </a:xfrm>
          <a:prstGeom prst="line">
            <a:avLst/>
          </a:prstGeom>
          <a:noFill/>
          <a:ln w="19050">
            <a:solidFill>
              <a:srgbClr val="444444"/>
            </a:solidFill>
          </a:ln>
        </p:spPr>
      </p:cxnSp>
      <p:cxnSp>
        <p:nvCxnSpPr>
          <p:cNvPr id="103" name="Conn103"/>
          <p:cNvCxnSpPr/>
          <p:nvPr/>
        </p:nvCxnSpPr>
        <p:spPr>
          <a:xfrm>
            <a:off x="5090000" y="1460963"/>
            <a:ext cx="0" cy="393352"/>
          </a:xfrm>
          <a:prstGeom prst="line">
            <a:avLst/>
          </a:prstGeom>
          <a:noFill/>
          <a:ln w="19050">
            <a:solidFill>
              <a:srgbClr val="444444"/>
            </a:solidFill>
          </a:ln>
        </p:spPr>
      </p:cxnSp>
      <p:cxnSp>
        <p:nvCxnSpPr>
          <p:cNvPr id="104" name="Conn104"/>
          <p:cNvCxnSpPr/>
          <p:nvPr/>
        </p:nvCxnSpPr>
        <p:spPr>
          <a:xfrm>
            <a:off x="4010000" y="1854315"/>
            <a:ext cx="1080000" cy="0"/>
          </a:xfrm>
          <a:prstGeom prst="line">
            <a:avLst/>
          </a:prstGeom>
          <a:noFill/>
          <a:ln w="19050">
            <a:solidFill>
              <a:srgbClr val="444444"/>
            </a:solidFill>
          </a:ln>
        </p:spPr>
      </p:cxnSp>
      <p:cxnSp>
        <p:nvCxnSpPr>
          <p:cNvPr id="105" name="Conn105"/>
          <p:cNvCxnSpPr/>
          <p:nvPr/>
        </p:nvCxnSpPr>
        <p:spPr>
          <a:xfrm>
            <a:off x="4010000" y="1854315"/>
            <a:ext cx="0" cy="393352"/>
          </a:xfrm>
          <a:prstGeom prst="line">
            <a:avLst/>
          </a:prstGeom>
          <a:noFill/>
          <a:ln w="19050">
            <a:solidFill>
              <a:srgbClr val="444444"/>
            </a:solidFill>
          </a:ln>
        </p:spPr>
      </p:cxnSp>
      <p:cxnSp>
        <p:nvCxnSpPr>
          <p:cNvPr id="106" name="Conn106"/>
          <p:cNvCxnSpPr/>
          <p:nvPr/>
        </p:nvCxnSpPr>
        <p:spPr>
          <a:xfrm>
            <a:off x="5090000" y="1460963"/>
            <a:ext cx="0" cy="393352"/>
          </a:xfrm>
          <a:prstGeom prst="line">
            <a:avLst/>
          </a:prstGeom>
          <a:noFill/>
          <a:ln w="19050">
            <a:solidFill>
              <a:srgbClr val="444444"/>
            </a:solidFill>
          </a:ln>
        </p:spPr>
      </p:cxnSp>
      <p:cxnSp>
        <p:nvCxnSpPr>
          <p:cNvPr id="107" name="Conn107"/>
          <p:cNvCxnSpPr/>
          <p:nvPr/>
        </p:nvCxnSpPr>
        <p:spPr>
          <a:xfrm>
            <a:off x="5090000" y="1854315"/>
            <a:ext cx="1080000" cy="0"/>
          </a:xfrm>
          <a:prstGeom prst="line">
            <a:avLst/>
          </a:prstGeom>
          <a:noFill/>
          <a:ln w="19050">
            <a:solidFill>
              <a:srgbClr val="444444"/>
            </a:solidFill>
          </a:ln>
        </p:spPr>
      </p:cxnSp>
      <p:cxnSp>
        <p:nvCxnSpPr>
          <p:cNvPr id="108" name="Conn108"/>
          <p:cNvCxnSpPr/>
          <p:nvPr/>
        </p:nvCxnSpPr>
        <p:spPr>
          <a:xfrm>
            <a:off x="6170000" y="1854315"/>
            <a:ext cx="0" cy="393352"/>
          </a:xfrm>
          <a:prstGeom prst="line">
            <a:avLst/>
          </a:prstGeom>
          <a:noFill/>
          <a:ln w="19050">
            <a:solidFill>
              <a:srgbClr val="444444"/>
            </a:solidFill>
          </a:ln>
        </p:spPr>
      </p:cxnSp>
      <p:cxnSp>
        <p:nvCxnSpPr>
          <p:cNvPr id="109" name="Conn109"/>
          <p:cNvCxnSpPr/>
          <p:nvPr/>
        </p:nvCxnSpPr>
        <p:spPr>
          <a:xfrm>
            <a:off x="5090000" y="1460963"/>
            <a:ext cx="0" cy="393352"/>
          </a:xfrm>
          <a:prstGeom prst="line">
            <a:avLst/>
          </a:prstGeom>
          <a:noFill/>
          <a:ln w="19050">
            <a:solidFill>
              <a:srgbClr val="444444"/>
            </a:solidFill>
          </a:ln>
        </p:spPr>
      </p:cxnSp>
      <p:cxnSp>
        <p:nvCxnSpPr>
          <p:cNvPr id="110" name="Conn110"/>
          <p:cNvCxnSpPr/>
          <p:nvPr/>
        </p:nvCxnSpPr>
        <p:spPr>
          <a:xfrm>
            <a:off x="5090000" y="1854315"/>
            <a:ext cx="3240000" cy="0"/>
          </a:xfrm>
          <a:prstGeom prst="line">
            <a:avLst/>
          </a:prstGeom>
          <a:noFill/>
          <a:ln w="19050">
            <a:solidFill>
              <a:srgbClr val="444444"/>
            </a:solidFill>
          </a:ln>
        </p:spPr>
      </p:cxnSp>
      <p:cxnSp>
        <p:nvCxnSpPr>
          <p:cNvPr id="111" name="Conn111"/>
          <p:cNvCxnSpPr/>
          <p:nvPr/>
        </p:nvCxnSpPr>
        <p:spPr>
          <a:xfrm>
            <a:off x="8330000" y="1854315"/>
            <a:ext cx="0" cy="393352"/>
          </a:xfrm>
          <a:prstGeom prst="line">
            <a:avLst/>
          </a:prstGeom>
          <a:noFill/>
          <a:ln w="19050">
            <a:solidFill>
              <a:srgbClr val="444444"/>
            </a:solidFill>
          </a:ln>
        </p:spPr>
      </p:cxnSp>
      <p:sp>
        <p:nvSpPr>
          <p:cNvPr id="95" name="Footer"/>
          <p:cNvSpPr>
            <a:spLocks noGrp="1"/>
          </p:cNvSpPr>
          <p:nvPr/>
        </p:nvSpPr>
        <p:spPr>
          <a:xfrm>
            <a:off x="0" y="6324480"/>
            <a:ext cx="9144000" cy="533520"/>
          </a:xfrm>
          <a:prstGeom prst="roundRect">
            <a:avLst>
              <a:gd name="adj" fmla="val 20000"/>
            </a:avLst>
          </a:prstGeom>
          <a:solidFill>
            <a:srgbClr val="00CC99"/>
          </a:solidFill>
          <a:ln w="19050">
            <a:solidFill>
              <a:srgbClr val="00CC99"/>
            </a:solidFill>
          </a:ln>
        </p:spPr>
        <p:txBody>
          <a:bodyPr wrap="square" lIns="91440" tIns="45720" rIns="91440" bIns="45720" anchor="ctr"/>
          <a:lstStyle/>
          <a:p>
            <a:pPr algn="ctr"/>
            <a:r>
              <a:rPr lang="en-AU" sz="1600" b="1" dirty="0">
                <a:solidFill>
                  <a:srgbClr val="000000"/>
                </a:solidFill>
              </a:rPr>
              <a:t>Each level adds detail — stop decomposing when modules are simple enough to design/code directly</a:t>
            </a:r>
          </a:p>
        </p:txBody>
      </p:sp>
    </p:spTree>
    <p:extLst>
      <p:ext uri="{BB962C8B-B14F-4D97-AF65-F5344CB8AC3E}">
        <p14:creationId xmlns:p14="http://schemas.microsoft.com/office/powerpoint/2010/main" val="2674448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a:extLst>
              <a:ext uri="{FF2B5EF4-FFF2-40B4-BE49-F238E27FC236}">
                <a16:creationId xmlns:a16="http://schemas.microsoft.com/office/drawing/2014/main" id="{D0743ABB-77B0-520E-2A1E-FC4E1485A03C}"/>
              </a:ext>
            </a:extLst>
          </p:cNvPr>
          <p:cNvSpPr>
            <a:spLocks noGrp="1" noChangeArrowheads="1"/>
          </p:cNvSpPr>
          <p:nvPr>
            <p:ph type="title"/>
          </p:nvPr>
        </p:nvSpPr>
        <p:spPr/>
        <p:txBody>
          <a:bodyPr/>
          <a:lstStyle/>
          <a:p>
            <a:pPr>
              <a:defRPr/>
            </a:pPr>
            <a:r>
              <a:rPr lang="en-US">
                <a:ea typeface="+mj-ea"/>
                <a:cs typeface="+mj-cs"/>
              </a:rPr>
              <a:t>Models</a:t>
            </a:r>
          </a:p>
        </p:txBody>
      </p:sp>
      <p:sp>
        <p:nvSpPr>
          <p:cNvPr id="389123" name="Rectangle 3">
            <a:extLst>
              <a:ext uri="{FF2B5EF4-FFF2-40B4-BE49-F238E27FC236}">
                <a16:creationId xmlns:a16="http://schemas.microsoft.com/office/drawing/2014/main" id="{BBDE9F80-8CC6-5FF0-0FC3-6C8D7A5A4673}"/>
              </a:ext>
            </a:extLst>
          </p:cNvPr>
          <p:cNvSpPr>
            <a:spLocks noGrp="1" noChangeArrowheads="1"/>
          </p:cNvSpPr>
          <p:nvPr>
            <p:ph type="body" idx="1"/>
          </p:nvPr>
        </p:nvSpPr>
        <p:spPr/>
        <p:txBody>
          <a:bodyPr/>
          <a:lstStyle/>
          <a:p>
            <a:pPr marL="228600" indent="-228600">
              <a:defRPr/>
            </a:pPr>
            <a:r>
              <a:rPr lang="en-US" sz="2400"/>
              <a:t>A </a:t>
            </a:r>
            <a:r>
              <a:rPr lang="en-US" sz="2400">
                <a:cs typeface="Times New Roman" pitchFamily="18" charset="0"/>
              </a:rPr>
              <a:t>model is a </a:t>
            </a:r>
            <a:r>
              <a:rPr lang="en-US" sz="2400" b="1" i="1">
                <a:solidFill>
                  <a:srgbClr val="7F0101"/>
                </a:solidFill>
                <a:cs typeface="Times New Roman" pitchFamily="18" charset="0"/>
              </a:rPr>
              <a:t>simplification</a:t>
            </a:r>
            <a:r>
              <a:rPr lang="en-US" sz="2400" i="1">
                <a:solidFill>
                  <a:srgbClr val="7F0101"/>
                </a:solidFill>
                <a:cs typeface="Times New Roman" pitchFamily="18" charset="0"/>
              </a:rPr>
              <a:t> of reality</a:t>
            </a:r>
            <a:r>
              <a:rPr lang="en-US" sz="2400"/>
              <a:t>.</a:t>
            </a:r>
          </a:p>
          <a:p>
            <a:pPr marL="228600" indent="-228600">
              <a:defRPr/>
            </a:pPr>
            <a:r>
              <a:rPr lang="en-US" sz="2400">
                <a:cs typeface="Times New Roman" pitchFamily="18" charset="0"/>
              </a:rPr>
              <a:t>Models are created for better understanding of the </a:t>
            </a:r>
            <a:r>
              <a:rPr lang="en-US" sz="2400" i="1">
                <a:cs typeface="Times New Roman" pitchFamily="18" charset="0"/>
              </a:rPr>
              <a:t>problem</a:t>
            </a:r>
            <a:r>
              <a:rPr lang="en-US" sz="2400">
                <a:cs typeface="Times New Roman" pitchFamily="18" charset="0"/>
              </a:rPr>
              <a:t>, the </a:t>
            </a:r>
            <a:r>
              <a:rPr lang="en-US" sz="2400" i="1">
                <a:cs typeface="Times New Roman" pitchFamily="18" charset="0"/>
              </a:rPr>
              <a:t>domain</a:t>
            </a:r>
            <a:r>
              <a:rPr lang="en-US" sz="2400">
                <a:cs typeface="Times New Roman" pitchFamily="18" charset="0"/>
              </a:rPr>
              <a:t>, or the </a:t>
            </a:r>
            <a:r>
              <a:rPr lang="en-US" sz="2400" i="1">
                <a:cs typeface="Times New Roman" pitchFamily="18" charset="0"/>
              </a:rPr>
              <a:t>system</a:t>
            </a:r>
            <a:r>
              <a:rPr lang="en-US" sz="2400">
                <a:cs typeface="Times New Roman" pitchFamily="18" charset="0"/>
              </a:rPr>
              <a:t> to build.</a:t>
            </a:r>
          </a:p>
          <a:p>
            <a:pPr marL="228600" indent="-228600">
              <a:defRPr/>
            </a:pPr>
            <a:r>
              <a:rPr lang="en-US" sz="2400">
                <a:cs typeface="Times New Roman" pitchFamily="18" charset="0"/>
              </a:rPr>
              <a:t>A model can capture and represent,</a:t>
            </a:r>
          </a:p>
          <a:p>
            <a:pPr marL="641350" lvl="1" indent="-288925">
              <a:defRPr/>
            </a:pPr>
            <a:r>
              <a:rPr lang="en-US" sz="2000">
                <a:cs typeface="Times New Roman" pitchFamily="18" charset="0"/>
              </a:rPr>
              <a:t>Structure (static model)</a:t>
            </a:r>
          </a:p>
          <a:p>
            <a:pPr marL="641350" lvl="1" indent="-288925">
              <a:defRPr/>
            </a:pPr>
            <a:r>
              <a:rPr lang="en-US" sz="2000">
                <a:cs typeface="Times New Roman" pitchFamily="18" charset="0"/>
              </a:rPr>
              <a:t>Behavior (dynamic model)</a:t>
            </a:r>
            <a:endParaRPr lang="en-US">
              <a:cs typeface="Times New Roman" pitchFamily="18" charset="0"/>
            </a:endParaRPr>
          </a:p>
          <a:p>
            <a:pPr marL="228600" indent="-228600">
              <a:defRPr/>
            </a:pPr>
            <a:r>
              <a:rPr lang="en-US" sz="2400">
                <a:cs typeface="Times New Roman" pitchFamily="18" charset="0"/>
              </a:rPr>
              <a:t>Examples:</a:t>
            </a:r>
          </a:p>
          <a:p>
            <a:pPr marL="641350" lvl="1" indent="-288925">
              <a:defRPr/>
            </a:pPr>
            <a:r>
              <a:rPr lang="en-US" sz="2000">
                <a:cs typeface="Times New Roman" pitchFamily="18" charset="0"/>
              </a:rPr>
              <a:t>Architectural blue-print of a house</a:t>
            </a:r>
          </a:p>
          <a:p>
            <a:pPr marL="641350" lvl="1" indent="-288925">
              <a:defRPr/>
            </a:pPr>
            <a:r>
              <a:rPr lang="en-US" sz="2000">
                <a:cs typeface="Times New Roman" pitchFamily="18" charset="0"/>
              </a:rPr>
              <a:t>Hand-drawn screen (</a:t>
            </a:r>
            <a:r>
              <a:rPr lang="en-US" altLang="en-US" sz="2000">
                <a:cs typeface="Times New Roman" pitchFamily="18" charset="0"/>
              </a:rPr>
              <a:t>“</a:t>
            </a:r>
            <a:r>
              <a:rPr lang="en-US" sz="2000">
                <a:cs typeface="Times New Roman" pitchFamily="18" charset="0"/>
              </a:rPr>
              <a:t>wire-frame</a:t>
            </a:r>
            <a:r>
              <a:rPr lang="en-US" altLang="en-US" sz="2000">
                <a:cs typeface="Times New Roman" pitchFamily="18" charset="0"/>
              </a:rPr>
              <a:t>”</a:t>
            </a:r>
            <a:r>
              <a:rPr lang="en-US" sz="2000">
                <a:cs typeface="Times New Roman" pitchFamily="18" charset="0"/>
              </a:rPr>
              <a:t>)</a:t>
            </a:r>
          </a:p>
          <a:p>
            <a:pPr marL="641350" lvl="1" indent="-288925">
              <a:defRPr/>
            </a:pPr>
            <a:r>
              <a:rPr lang="en-US" sz="2000">
                <a:cs typeface="Times New Roman" pitchFamily="18" charset="0"/>
              </a:rPr>
              <a:t>Class diagram</a:t>
            </a:r>
          </a:p>
        </p:txBody>
      </p:sp>
      <p:pic>
        <p:nvPicPr>
          <p:cNvPr id="389124" name="Picture 4" descr="bd05351_">
            <a:extLst>
              <a:ext uri="{FF2B5EF4-FFF2-40B4-BE49-F238E27FC236}">
                <a16:creationId xmlns:a16="http://schemas.microsoft.com/office/drawing/2014/main" id="{AC58D935-D0E1-2BE8-803E-507439197765}"/>
              </a:ext>
            </a:extLst>
          </p:cNvPr>
          <p:cNvPicPr>
            <a:picLocks noChangeAspect="1" noChangeArrowheads="1"/>
          </p:cNvPicPr>
          <p:nvPr/>
        </p:nvPicPr>
        <p:blipFill>
          <a:blip r:embed="rId3"/>
          <a:srcRect/>
          <a:stretch>
            <a:fillRect/>
          </a:stretch>
        </p:blipFill>
        <p:spPr bwMode="auto">
          <a:xfrm>
            <a:off x="5867400" y="2590800"/>
            <a:ext cx="2768600" cy="3429000"/>
          </a:xfrm>
          <a:prstGeom prst="rect">
            <a:avLst/>
          </a:prstGeom>
          <a:noFill/>
          <a:ln>
            <a:noFill/>
          </a:ln>
          <a:effectLst/>
        </p:spPr>
      </p:pic>
      <p:sp>
        <p:nvSpPr>
          <p:cNvPr id="2" name="Slide Number Placeholder 1">
            <a:extLst>
              <a:ext uri="{FF2B5EF4-FFF2-40B4-BE49-F238E27FC236}">
                <a16:creationId xmlns:a16="http://schemas.microsoft.com/office/drawing/2014/main" id="{2A0A53A8-7829-40EA-5290-3E29BA3ECFBF}"/>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059EA2B2-3267-4088-BEEF-BF0D46CA6158}" type="slidenum">
              <a:rPr lang="en-AU" altLang="en-US" sz="1400" smtClean="0">
                <a:latin typeface="Times New Roman" panose="02020603050405020304" pitchFamily="18" charset="0"/>
              </a:rPr>
              <a:pPr>
                <a:spcBef>
                  <a:spcPct val="0"/>
                </a:spcBef>
                <a:buSzTx/>
                <a:buFontTx/>
                <a:buNone/>
                <a:defRPr/>
              </a:pPr>
              <a:t>28</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G"/>
          <p:cNvSpPr>
            <a:spLocks noGrp="1"/>
          </p:cNvSpPr>
          <p:nvPr/>
        </p:nvSpPr>
        <p:spPr>
          <a:xfrm>
            <a:off x="0" y="0"/>
            <a:ext cx="9144000" cy="6858000"/>
          </a:xfrm>
          <a:prstGeom prst="rect">
            <a:avLst/>
          </a:prstGeom>
          <a:solidFill>
            <a:srgbClr val="FFFFFF"/>
          </a:solidFill>
          <a:ln>
            <a:noFill/>
          </a:ln>
        </p:spPr>
        <p:txBody>
          <a:bodyPr wrap="square" lIns="91440" tIns="45720" rIns="91440" bIns="45720" anchor="ctr"/>
          <a:lstStyle/>
          <a:p>
            <a:endParaRPr lang="en-AU" dirty="0"/>
          </a:p>
        </p:txBody>
      </p:sp>
      <p:sp>
        <p:nvSpPr>
          <p:cNvPr id="11" name="Title"/>
          <p:cNvSpPr>
            <a:spLocks noGrp="1"/>
          </p:cNvSpPr>
          <p:nvPr/>
        </p:nvSpPr>
        <p:spPr>
          <a:xfrm>
            <a:off x="0" y="0"/>
            <a:ext cx="9144000" cy="622300"/>
          </a:xfrm>
          <a:prstGeom prst="rect">
            <a:avLst/>
          </a:prstGeom>
          <a:solidFill>
            <a:srgbClr val="000000"/>
          </a:solidFill>
          <a:ln>
            <a:noFill/>
          </a:ln>
        </p:spPr>
        <p:txBody>
          <a:bodyPr wrap="square" lIns="91440" tIns="45720" rIns="91440" bIns="45720" anchor="ctr"/>
          <a:lstStyle/>
          <a:p>
            <a:pPr algn="l"/>
            <a:r>
              <a:rPr lang="en-AU" sz="2600" b="1" dirty="0">
                <a:solidFill>
                  <a:srgbClr val="FFFFFF"/>
                </a:solidFill>
              </a:rPr>
              <a:t>   Models in Different Contexts</a:t>
            </a:r>
          </a:p>
        </p:txBody>
      </p:sp>
      <p:sp>
        <p:nvSpPr>
          <p:cNvPr id="12" name="AccentBar"/>
          <p:cNvSpPr>
            <a:spLocks noGrp="1"/>
          </p:cNvSpPr>
          <p:nvPr/>
        </p:nvSpPr>
        <p:spPr>
          <a:xfrm>
            <a:off x="0" y="622300"/>
            <a:ext cx="9144000" cy="91440"/>
          </a:xfrm>
          <a:prstGeom prst="rect">
            <a:avLst/>
          </a:prstGeom>
          <a:solidFill>
            <a:srgbClr val="00CC99"/>
          </a:solidFill>
          <a:ln>
            <a:noFill/>
          </a:ln>
        </p:spPr>
        <p:txBody>
          <a:bodyPr wrap="square" lIns="91440" tIns="45720" rIns="91440" bIns="45720" anchor="ctr"/>
          <a:lstStyle/>
          <a:p>
            <a:endParaRPr lang="en-AU" dirty="0"/>
          </a:p>
        </p:txBody>
      </p:sp>
      <p:sp>
        <p:nvSpPr>
          <p:cNvPr id="200" name="Divider"/>
          <p:cNvSpPr>
            <a:spLocks noGrp="1"/>
          </p:cNvSpPr>
          <p:nvPr/>
        </p:nvSpPr>
        <p:spPr>
          <a:xfrm>
            <a:off x="4542000" y="793740"/>
            <a:ext cx="60000" cy="5450740"/>
          </a:xfrm>
          <a:prstGeom prst="rect">
            <a:avLst/>
          </a:prstGeom>
          <a:solidFill>
            <a:srgbClr val="CCCCCC"/>
          </a:solidFill>
          <a:ln>
            <a:noFill/>
          </a:ln>
        </p:spPr>
        <p:txBody>
          <a:bodyPr wrap="square" lIns="91440" tIns="45720" rIns="91440" bIns="45720" anchor="ctr"/>
          <a:lstStyle/>
          <a:p>
            <a:endParaRPr lang="en-AU" dirty="0"/>
          </a:p>
        </p:txBody>
      </p:sp>
      <p:sp>
        <p:nvSpPr>
          <p:cNvPr id="201" name="Footer"/>
          <p:cNvSpPr>
            <a:spLocks noGrp="1"/>
          </p:cNvSpPr>
          <p:nvPr/>
        </p:nvSpPr>
        <p:spPr>
          <a:xfrm>
            <a:off x="0" y="6324480"/>
            <a:ext cx="9144000" cy="533520"/>
          </a:xfrm>
          <a:prstGeom prst="rect">
            <a:avLst/>
          </a:prstGeom>
          <a:solidFill>
            <a:srgbClr val="00CC99"/>
          </a:solidFill>
          <a:ln>
            <a:noFill/>
          </a:ln>
        </p:spPr>
        <p:txBody>
          <a:bodyPr wrap="square" lIns="91440" tIns="45720" rIns="91440" bIns="45720" anchor="ctr"/>
          <a:lstStyle/>
          <a:p>
            <a:pPr algn="ctr"/>
            <a:r>
              <a:rPr lang="en-AU" sz="1600" b="1" dirty="0">
                <a:solidFill>
                  <a:srgbClr val="000000"/>
                </a:solidFill>
              </a:rPr>
              <a:t>💡 All models simplify reality — choose the model type that best answers your design question</a:t>
            </a:r>
          </a:p>
        </p:txBody>
      </p:sp>
      <p:sp>
        <p:nvSpPr>
          <p:cNvPr id="20" name="H0"/>
          <p:cNvSpPr>
            <a:spLocks noGrp="1"/>
          </p:cNvSpPr>
          <p:nvPr/>
        </p:nvSpPr>
        <p:spPr>
          <a:xfrm>
            <a:off x="30000" y="793740"/>
            <a:ext cx="1150000" cy="380000"/>
          </a:xfrm>
          <a:prstGeom prst="rect">
            <a:avLst/>
          </a:prstGeom>
          <a:solidFill>
            <a:srgbClr val="000000"/>
          </a:solidFill>
          <a:ln w="6350">
            <a:solidFill>
              <a:srgbClr val="333333"/>
            </a:solidFill>
          </a:ln>
        </p:spPr>
        <p:txBody>
          <a:bodyPr wrap="square" lIns="68580" tIns="45720" rIns="68580" bIns="45720" anchor="ctr"/>
          <a:lstStyle/>
          <a:p>
            <a:pPr algn="ctr"/>
            <a:r>
              <a:rPr lang="en-AU" sz="1400" b="1" dirty="0">
                <a:solidFill>
                  <a:srgbClr val="FFFFFF"/>
                </a:solidFill>
              </a:rPr>
              <a:t>Context</a:t>
            </a:r>
          </a:p>
        </p:txBody>
      </p:sp>
      <p:sp>
        <p:nvSpPr>
          <p:cNvPr id="21" name="H1"/>
          <p:cNvSpPr>
            <a:spLocks noGrp="1"/>
          </p:cNvSpPr>
          <p:nvPr/>
        </p:nvSpPr>
        <p:spPr>
          <a:xfrm>
            <a:off x="1180000" y="793740"/>
            <a:ext cx="1050000" cy="380000"/>
          </a:xfrm>
          <a:prstGeom prst="rect">
            <a:avLst/>
          </a:prstGeom>
          <a:solidFill>
            <a:srgbClr val="000000"/>
          </a:solidFill>
          <a:ln w="6350">
            <a:solidFill>
              <a:srgbClr val="333333"/>
            </a:solidFill>
          </a:ln>
        </p:spPr>
        <p:txBody>
          <a:bodyPr wrap="square" lIns="68580" tIns="45720" rIns="68580" bIns="45720" anchor="ctr"/>
          <a:lstStyle/>
          <a:p>
            <a:pPr algn="ctr"/>
            <a:r>
              <a:rPr lang="en-AU" sz="1400" b="1" dirty="0">
                <a:solidFill>
                  <a:srgbClr val="FFFFFF"/>
                </a:solidFill>
              </a:rPr>
              <a:t>Model</a:t>
            </a:r>
          </a:p>
        </p:txBody>
      </p:sp>
      <p:sp>
        <p:nvSpPr>
          <p:cNvPr id="22" name="H2"/>
          <p:cNvSpPr>
            <a:spLocks noGrp="1"/>
          </p:cNvSpPr>
          <p:nvPr/>
        </p:nvSpPr>
        <p:spPr>
          <a:xfrm>
            <a:off x="2230000" y="793740"/>
            <a:ext cx="780000" cy="380000"/>
          </a:xfrm>
          <a:prstGeom prst="rect">
            <a:avLst/>
          </a:prstGeom>
          <a:solidFill>
            <a:srgbClr val="000000"/>
          </a:solidFill>
          <a:ln w="6350">
            <a:solidFill>
              <a:srgbClr val="333333"/>
            </a:solidFill>
          </a:ln>
        </p:spPr>
        <p:txBody>
          <a:bodyPr wrap="square" lIns="68580" tIns="45720" rIns="68580" bIns="45720" anchor="ctr"/>
          <a:lstStyle/>
          <a:p>
            <a:pPr algn="ctr"/>
            <a:r>
              <a:rPr lang="en-AU" sz="1400" b="1" dirty="0">
                <a:solidFill>
                  <a:srgbClr val="FFFFFF"/>
                </a:solidFill>
              </a:rPr>
              <a:t>Type</a:t>
            </a:r>
          </a:p>
        </p:txBody>
      </p:sp>
      <p:sp>
        <p:nvSpPr>
          <p:cNvPr id="23" name="H3"/>
          <p:cNvSpPr>
            <a:spLocks noGrp="1"/>
          </p:cNvSpPr>
          <p:nvPr/>
        </p:nvSpPr>
        <p:spPr>
          <a:xfrm>
            <a:off x="3010000" y="793740"/>
            <a:ext cx="1502000" cy="380000"/>
          </a:xfrm>
          <a:prstGeom prst="rect">
            <a:avLst/>
          </a:prstGeom>
          <a:solidFill>
            <a:srgbClr val="000000"/>
          </a:solidFill>
          <a:ln w="6350">
            <a:solidFill>
              <a:srgbClr val="333333"/>
            </a:solidFill>
          </a:ln>
        </p:spPr>
        <p:txBody>
          <a:bodyPr wrap="square" lIns="68580" tIns="45720" rIns="68580" bIns="45720" anchor="ctr"/>
          <a:lstStyle/>
          <a:p>
            <a:pPr algn="ctr"/>
            <a:r>
              <a:rPr lang="en-AU" sz="1400" b="1" dirty="0">
                <a:solidFill>
                  <a:srgbClr val="FFFFFF"/>
                </a:solidFill>
              </a:rPr>
              <a:t>What It Captures</a:t>
            </a:r>
          </a:p>
        </p:txBody>
      </p:sp>
      <p:sp>
        <p:nvSpPr>
          <p:cNvPr id="30" name="R0C0"/>
          <p:cNvSpPr>
            <a:spLocks noGrp="1"/>
          </p:cNvSpPr>
          <p:nvPr/>
        </p:nvSpPr>
        <p:spPr>
          <a:xfrm>
            <a:off x="30000" y="1173740"/>
            <a:ext cx="1150000" cy="845123"/>
          </a:xfrm>
          <a:prstGeom prst="rect">
            <a:avLst/>
          </a:prstGeom>
          <a:solidFill>
            <a:srgbClr val="F4F6FB"/>
          </a:solidFill>
          <a:ln w="6350">
            <a:solidFill>
              <a:srgbClr val="DDDDDD"/>
            </a:solidFill>
          </a:ln>
        </p:spPr>
        <p:txBody>
          <a:bodyPr wrap="square" lIns="68580" tIns="45720" rIns="68580" bIns="45720" anchor="ctr"/>
          <a:lstStyle/>
          <a:p>
            <a:pPr algn="ctr"/>
            <a:r>
              <a:rPr lang="en-AU" sz="1400" dirty="0">
                <a:solidFill>
                  <a:srgbClr val="111111"/>
                </a:solidFill>
              </a:rPr>
              <a:t>🏗️ Architecture</a:t>
            </a:r>
          </a:p>
        </p:txBody>
      </p:sp>
      <p:sp>
        <p:nvSpPr>
          <p:cNvPr id="31" name="R0C1"/>
          <p:cNvSpPr>
            <a:spLocks noGrp="1"/>
          </p:cNvSpPr>
          <p:nvPr/>
        </p:nvSpPr>
        <p:spPr>
          <a:xfrm>
            <a:off x="1180000" y="1173740"/>
            <a:ext cx="1050000" cy="845123"/>
          </a:xfrm>
          <a:prstGeom prst="rect">
            <a:avLst/>
          </a:prstGeom>
          <a:solidFill>
            <a:srgbClr val="F4F6FB"/>
          </a:solidFill>
          <a:ln w="6350">
            <a:solidFill>
              <a:srgbClr val="DDDDDD"/>
            </a:solidFill>
          </a:ln>
        </p:spPr>
        <p:txBody>
          <a:bodyPr wrap="square" lIns="68580" tIns="45720" rIns="68580" bIns="45720" anchor="ctr"/>
          <a:lstStyle/>
          <a:p>
            <a:pPr algn="ctr"/>
            <a:r>
              <a:rPr lang="en-AU" sz="1400" dirty="0">
                <a:solidFill>
                  <a:srgbClr val="111111"/>
                </a:solidFill>
              </a:rPr>
              <a:t>Blueprint</a:t>
            </a:r>
          </a:p>
        </p:txBody>
      </p:sp>
      <p:sp>
        <p:nvSpPr>
          <p:cNvPr id="32" name="R0C2"/>
          <p:cNvSpPr>
            <a:spLocks noGrp="1"/>
          </p:cNvSpPr>
          <p:nvPr/>
        </p:nvSpPr>
        <p:spPr>
          <a:xfrm>
            <a:off x="2230000" y="1173740"/>
            <a:ext cx="780000" cy="845123"/>
          </a:xfrm>
          <a:prstGeom prst="rect">
            <a:avLst/>
          </a:prstGeom>
          <a:solidFill>
            <a:srgbClr val="F4F6FB"/>
          </a:solidFill>
          <a:ln w="6350">
            <a:solidFill>
              <a:srgbClr val="DDDDDD"/>
            </a:solidFill>
          </a:ln>
        </p:spPr>
        <p:txBody>
          <a:bodyPr wrap="square" lIns="68580" tIns="45720" rIns="68580" bIns="45720" anchor="ctr"/>
          <a:lstStyle/>
          <a:p>
            <a:pPr algn="ctr"/>
            <a:r>
              <a:rPr lang="en-AU" sz="1400" b="1" dirty="0">
                <a:solidFill>
                  <a:srgbClr val="1A3A6B"/>
                </a:solidFill>
              </a:rPr>
              <a:t>Static</a:t>
            </a:r>
          </a:p>
        </p:txBody>
      </p:sp>
      <p:sp>
        <p:nvSpPr>
          <p:cNvPr id="33" name="R0C3"/>
          <p:cNvSpPr>
            <a:spLocks noGrp="1"/>
          </p:cNvSpPr>
          <p:nvPr/>
        </p:nvSpPr>
        <p:spPr>
          <a:xfrm>
            <a:off x="3010000" y="1173740"/>
            <a:ext cx="1502000" cy="845123"/>
          </a:xfrm>
          <a:prstGeom prst="rect">
            <a:avLst/>
          </a:prstGeom>
          <a:solidFill>
            <a:srgbClr val="F4F6FB"/>
          </a:solidFill>
          <a:ln w="6350">
            <a:solidFill>
              <a:srgbClr val="DDDDDD"/>
            </a:solidFill>
          </a:ln>
        </p:spPr>
        <p:txBody>
          <a:bodyPr wrap="square" lIns="68580" tIns="45720" rIns="68580" bIns="45720" anchor="t"/>
          <a:lstStyle/>
          <a:p>
            <a:pPr algn="l"/>
            <a:r>
              <a:rPr lang="en-AU" sz="1200" dirty="0">
                <a:solidFill>
                  <a:srgbClr val="111111"/>
                </a:solidFill>
              </a:rPr>
              <a:t>Floor plan: rooms, walls &amp; dimensions</a:t>
            </a:r>
          </a:p>
        </p:txBody>
      </p:sp>
      <p:sp>
        <p:nvSpPr>
          <p:cNvPr id="34" name="R1C0"/>
          <p:cNvSpPr>
            <a:spLocks noGrp="1"/>
          </p:cNvSpPr>
          <p:nvPr/>
        </p:nvSpPr>
        <p:spPr>
          <a:xfrm>
            <a:off x="30000" y="2018863"/>
            <a:ext cx="1150000" cy="845123"/>
          </a:xfrm>
          <a:prstGeom prst="rect">
            <a:avLst/>
          </a:prstGeom>
          <a:solidFill>
            <a:srgbClr val="FFFFFF"/>
          </a:solidFill>
          <a:ln w="6350">
            <a:solidFill>
              <a:srgbClr val="DDDDDD"/>
            </a:solidFill>
          </a:ln>
        </p:spPr>
        <p:txBody>
          <a:bodyPr wrap="square" lIns="68580" tIns="45720" rIns="68580" bIns="45720" anchor="ctr"/>
          <a:lstStyle/>
          <a:p>
            <a:pPr algn="ctr"/>
            <a:r>
              <a:rPr lang="en-AU" sz="1400" dirty="0">
                <a:solidFill>
                  <a:srgbClr val="111111"/>
                </a:solidFill>
              </a:rPr>
              <a:t>🚗 Engineering</a:t>
            </a:r>
          </a:p>
        </p:txBody>
      </p:sp>
      <p:sp>
        <p:nvSpPr>
          <p:cNvPr id="35" name="R1C1"/>
          <p:cNvSpPr>
            <a:spLocks noGrp="1"/>
          </p:cNvSpPr>
          <p:nvPr/>
        </p:nvSpPr>
        <p:spPr>
          <a:xfrm>
            <a:off x="1180000" y="2018863"/>
            <a:ext cx="1050000" cy="845123"/>
          </a:xfrm>
          <a:prstGeom prst="rect">
            <a:avLst/>
          </a:prstGeom>
          <a:solidFill>
            <a:srgbClr val="FFFFFF"/>
          </a:solidFill>
          <a:ln w="6350">
            <a:solidFill>
              <a:srgbClr val="DDDDDD"/>
            </a:solidFill>
          </a:ln>
        </p:spPr>
        <p:txBody>
          <a:bodyPr wrap="square" lIns="68580" tIns="45720" rIns="68580" bIns="45720" anchor="ctr"/>
          <a:lstStyle/>
          <a:p>
            <a:pPr algn="ctr"/>
            <a:r>
              <a:rPr lang="en-AU" sz="1400" dirty="0">
                <a:solidFill>
                  <a:srgbClr val="111111"/>
                </a:solidFill>
              </a:rPr>
              <a:t>Scale Prototype</a:t>
            </a:r>
          </a:p>
        </p:txBody>
      </p:sp>
      <p:sp>
        <p:nvSpPr>
          <p:cNvPr id="36" name="R1C2"/>
          <p:cNvSpPr>
            <a:spLocks noGrp="1"/>
          </p:cNvSpPr>
          <p:nvPr/>
        </p:nvSpPr>
        <p:spPr>
          <a:xfrm>
            <a:off x="2230000" y="2018863"/>
            <a:ext cx="780000" cy="845123"/>
          </a:xfrm>
          <a:prstGeom prst="rect">
            <a:avLst/>
          </a:prstGeom>
          <a:solidFill>
            <a:srgbClr val="FFFFFF"/>
          </a:solidFill>
          <a:ln w="6350">
            <a:solidFill>
              <a:srgbClr val="DDDDDD"/>
            </a:solidFill>
          </a:ln>
        </p:spPr>
        <p:txBody>
          <a:bodyPr wrap="square" lIns="68580" tIns="45720" rIns="68580" bIns="45720" anchor="ctr"/>
          <a:lstStyle/>
          <a:p>
            <a:pPr algn="ctr"/>
            <a:r>
              <a:rPr lang="en-AU" sz="1400" b="1" dirty="0">
                <a:solidFill>
                  <a:srgbClr val="1A3A6B"/>
                </a:solidFill>
              </a:rPr>
              <a:t>Static</a:t>
            </a:r>
          </a:p>
        </p:txBody>
      </p:sp>
      <p:sp>
        <p:nvSpPr>
          <p:cNvPr id="37" name="R1C3"/>
          <p:cNvSpPr>
            <a:spLocks noGrp="1"/>
          </p:cNvSpPr>
          <p:nvPr/>
        </p:nvSpPr>
        <p:spPr>
          <a:xfrm>
            <a:off x="3010000" y="2018863"/>
            <a:ext cx="1502000" cy="845123"/>
          </a:xfrm>
          <a:prstGeom prst="rect">
            <a:avLst/>
          </a:prstGeom>
          <a:solidFill>
            <a:srgbClr val="FFFFFF"/>
          </a:solidFill>
          <a:ln w="6350">
            <a:solidFill>
              <a:srgbClr val="DDDDDD"/>
            </a:solidFill>
          </a:ln>
        </p:spPr>
        <p:txBody>
          <a:bodyPr wrap="square" lIns="68580" tIns="45720" rIns="68580" bIns="45720" anchor="t"/>
          <a:lstStyle/>
          <a:p>
            <a:pPr algn="l"/>
            <a:r>
              <a:rPr lang="en-AU" sz="1200" dirty="0">
                <a:solidFill>
                  <a:srgbClr val="111111"/>
                </a:solidFill>
              </a:rPr>
              <a:t>1:10 clay model of a new car body</a:t>
            </a:r>
          </a:p>
        </p:txBody>
      </p:sp>
      <p:sp>
        <p:nvSpPr>
          <p:cNvPr id="38" name="R2C0"/>
          <p:cNvSpPr>
            <a:spLocks noGrp="1"/>
          </p:cNvSpPr>
          <p:nvPr/>
        </p:nvSpPr>
        <p:spPr>
          <a:xfrm>
            <a:off x="30000" y="2863986"/>
            <a:ext cx="1150000" cy="845123"/>
          </a:xfrm>
          <a:prstGeom prst="rect">
            <a:avLst/>
          </a:prstGeom>
          <a:solidFill>
            <a:srgbClr val="F4F6FB"/>
          </a:solidFill>
          <a:ln w="6350">
            <a:solidFill>
              <a:srgbClr val="DDDDDD"/>
            </a:solidFill>
          </a:ln>
        </p:spPr>
        <p:txBody>
          <a:bodyPr wrap="square" lIns="68580" tIns="45720" rIns="68580" bIns="45720" anchor="ctr"/>
          <a:lstStyle/>
          <a:p>
            <a:pPr algn="ctr"/>
            <a:r>
              <a:rPr lang="en-AU" sz="1400" dirty="0">
                <a:solidFill>
                  <a:srgbClr val="111111"/>
                </a:solidFill>
              </a:rPr>
              <a:t>☁️ Software</a:t>
            </a:r>
          </a:p>
        </p:txBody>
      </p:sp>
      <p:sp>
        <p:nvSpPr>
          <p:cNvPr id="39" name="R2C1"/>
          <p:cNvSpPr>
            <a:spLocks noGrp="1"/>
          </p:cNvSpPr>
          <p:nvPr/>
        </p:nvSpPr>
        <p:spPr>
          <a:xfrm>
            <a:off x="1180000" y="2863986"/>
            <a:ext cx="1050000" cy="845123"/>
          </a:xfrm>
          <a:prstGeom prst="rect">
            <a:avLst/>
          </a:prstGeom>
          <a:solidFill>
            <a:srgbClr val="F4F6FB"/>
          </a:solidFill>
          <a:ln w="6350">
            <a:solidFill>
              <a:srgbClr val="DDDDDD"/>
            </a:solidFill>
          </a:ln>
        </p:spPr>
        <p:txBody>
          <a:bodyPr wrap="square" lIns="68580" tIns="45720" rIns="68580" bIns="45720" anchor="ctr"/>
          <a:lstStyle/>
          <a:p>
            <a:pPr algn="ctr"/>
            <a:r>
              <a:rPr lang="en-AU" sz="1400" dirty="0">
                <a:solidFill>
                  <a:srgbClr val="111111"/>
                </a:solidFill>
              </a:rPr>
              <a:t>Class Diagram</a:t>
            </a:r>
          </a:p>
        </p:txBody>
      </p:sp>
      <p:sp>
        <p:nvSpPr>
          <p:cNvPr id="40" name="R2C2"/>
          <p:cNvSpPr>
            <a:spLocks noGrp="1"/>
          </p:cNvSpPr>
          <p:nvPr/>
        </p:nvSpPr>
        <p:spPr>
          <a:xfrm>
            <a:off x="2230000" y="2863986"/>
            <a:ext cx="780000" cy="845123"/>
          </a:xfrm>
          <a:prstGeom prst="rect">
            <a:avLst/>
          </a:prstGeom>
          <a:solidFill>
            <a:srgbClr val="F4F6FB"/>
          </a:solidFill>
          <a:ln w="6350">
            <a:solidFill>
              <a:srgbClr val="DDDDDD"/>
            </a:solidFill>
          </a:ln>
        </p:spPr>
        <p:txBody>
          <a:bodyPr wrap="square" lIns="68580" tIns="45720" rIns="68580" bIns="45720" anchor="ctr"/>
          <a:lstStyle/>
          <a:p>
            <a:pPr algn="ctr"/>
            <a:r>
              <a:rPr lang="en-AU" sz="1400" b="1" dirty="0">
                <a:solidFill>
                  <a:srgbClr val="1A3A6B"/>
                </a:solidFill>
              </a:rPr>
              <a:t>Static</a:t>
            </a:r>
          </a:p>
        </p:txBody>
      </p:sp>
      <p:sp>
        <p:nvSpPr>
          <p:cNvPr id="41" name="R2C3"/>
          <p:cNvSpPr>
            <a:spLocks noGrp="1"/>
          </p:cNvSpPr>
          <p:nvPr/>
        </p:nvSpPr>
        <p:spPr>
          <a:xfrm>
            <a:off x="3010000" y="2863986"/>
            <a:ext cx="1502000" cy="845123"/>
          </a:xfrm>
          <a:prstGeom prst="rect">
            <a:avLst/>
          </a:prstGeom>
          <a:solidFill>
            <a:srgbClr val="F4F6FB"/>
          </a:solidFill>
          <a:ln w="6350">
            <a:solidFill>
              <a:srgbClr val="DDDDDD"/>
            </a:solidFill>
          </a:ln>
        </p:spPr>
        <p:txBody>
          <a:bodyPr wrap="square" lIns="68580" tIns="45720" rIns="68580" bIns="45720" anchor="t"/>
          <a:lstStyle/>
          <a:p>
            <a:pPr algn="l"/>
            <a:r>
              <a:rPr lang="en-AU" sz="1200" dirty="0">
                <a:solidFill>
                  <a:srgbClr val="111111"/>
                </a:solidFill>
              </a:rPr>
              <a:t>Classes: User, Order, Product + links</a:t>
            </a:r>
          </a:p>
        </p:txBody>
      </p:sp>
      <p:sp>
        <p:nvSpPr>
          <p:cNvPr id="42" name="R3C0"/>
          <p:cNvSpPr>
            <a:spLocks noGrp="1"/>
          </p:cNvSpPr>
          <p:nvPr/>
        </p:nvSpPr>
        <p:spPr>
          <a:xfrm>
            <a:off x="30000" y="3709109"/>
            <a:ext cx="1150000" cy="845123"/>
          </a:xfrm>
          <a:prstGeom prst="rect">
            <a:avLst/>
          </a:prstGeom>
          <a:solidFill>
            <a:srgbClr val="FFFFFF"/>
          </a:solidFill>
          <a:ln w="6350">
            <a:solidFill>
              <a:srgbClr val="DDDDDD"/>
            </a:solidFill>
          </a:ln>
        </p:spPr>
        <p:txBody>
          <a:bodyPr wrap="square" lIns="68580" tIns="45720" rIns="68580" bIns="45720" anchor="ctr"/>
          <a:lstStyle/>
          <a:p>
            <a:pPr algn="ctr"/>
            <a:r>
              <a:rPr lang="en-AU" sz="1400" dirty="0">
                <a:solidFill>
                  <a:srgbClr val="111111"/>
                </a:solidFill>
              </a:rPr>
              <a:t>🔄 Software</a:t>
            </a:r>
          </a:p>
        </p:txBody>
      </p:sp>
      <p:sp>
        <p:nvSpPr>
          <p:cNvPr id="43" name="R3C1"/>
          <p:cNvSpPr>
            <a:spLocks noGrp="1"/>
          </p:cNvSpPr>
          <p:nvPr/>
        </p:nvSpPr>
        <p:spPr>
          <a:xfrm>
            <a:off x="1180000" y="3709109"/>
            <a:ext cx="1050000" cy="845123"/>
          </a:xfrm>
          <a:prstGeom prst="rect">
            <a:avLst/>
          </a:prstGeom>
          <a:solidFill>
            <a:srgbClr val="FFFFFF"/>
          </a:solidFill>
          <a:ln w="6350">
            <a:solidFill>
              <a:srgbClr val="DDDDDD"/>
            </a:solidFill>
          </a:ln>
        </p:spPr>
        <p:txBody>
          <a:bodyPr wrap="square" lIns="68580" tIns="45720" rIns="68580" bIns="45720" anchor="ctr"/>
          <a:lstStyle/>
          <a:p>
            <a:pPr algn="ctr"/>
            <a:r>
              <a:rPr lang="en-AU" sz="1400" dirty="0">
                <a:solidFill>
                  <a:srgbClr val="111111"/>
                </a:solidFill>
              </a:rPr>
              <a:t>Sequence Diagram</a:t>
            </a:r>
          </a:p>
        </p:txBody>
      </p:sp>
      <p:sp>
        <p:nvSpPr>
          <p:cNvPr id="44" name="R3C2"/>
          <p:cNvSpPr>
            <a:spLocks noGrp="1"/>
          </p:cNvSpPr>
          <p:nvPr/>
        </p:nvSpPr>
        <p:spPr>
          <a:xfrm>
            <a:off x="2230000" y="3709109"/>
            <a:ext cx="780000" cy="845123"/>
          </a:xfrm>
          <a:prstGeom prst="rect">
            <a:avLst/>
          </a:prstGeom>
          <a:solidFill>
            <a:srgbClr val="FFFFFF"/>
          </a:solidFill>
          <a:ln w="6350">
            <a:solidFill>
              <a:srgbClr val="DDDDDD"/>
            </a:solidFill>
          </a:ln>
        </p:spPr>
        <p:txBody>
          <a:bodyPr wrap="square" lIns="68580" tIns="45720" rIns="68580" bIns="45720" anchor="ctr"/>
          <a:lstStyle/>
          <a:p>
            <a:pPr algn="ctr"/>
            <a:r>
              <a:rPr lang="en-AU" sz="1400" b="1" dirty="0">
                <a:solidFill>
                  <a:srgbClr val="7F0101"/>
                </a:solidFill>
              </a:rPr>
              <a:t>Dynamic</a:t>
            </a:r>
          </a:p>
        </p:txBody>
      </p:sp>
      <p:sp>
        <p:nvSpPr>
          <p:cNvPr id="45" name="R3C3"/>
          <p:cNvSpPr>
            <a:spLocks noGrp="1"/>
          </p:cNvSpPr>
          <p:nvPr/>
        </p:nvSpPr>
        <p:spPr>
          <a:xfrm>
            <a:off x="3010000" y="3709109"/>
            <a:ext cx="1502000" cy="845123"/>
          </a:xfrm>
          <a:prstGeom prst="rect">
            <a:avLst/>
          </a:prstGeom>
          <a:solidFill>
            <a:srgbClr val="FFFFFF"/>
          </a:solidFill>
          <a:ln w="6350">
            <a:solidFill>
              <a:srgbClr val="DDDDDD"/>
            </a:solidFill>
          </a:ln>
        </p:spPr>
        <p:txBody>
          <a:bodyPr wrap="square" lIns="68580" tIns="45720" rIns="68580" bIns="45720" anchor="t"/>
          <a:lstStyle/>
          <a:p>
            <a:pPr algn="l"/>
            <a:r>
              <a:rPr lang="en-AU" sz="1200" dirty="0">
                <a:solidFill>
                  <a:srgbClr val="111111"/>
                </a:solidFill>
              </a:rPr>
              <a:t>User logs in → server validates → token issued</a:t>
            </a:r>
          </a:p>
        </p:txBody>
      </p:sp>
      <p:sp>
        <p:nvSpPr>
          <p:cNvPr id="46" name="R4C0"/>
          <p:cNvSpPr>
            <a:spLocks noGrp="1"/>
          </p:cNvSpPr>
          <p:nvPr/>
        </p:nvSpPr>
        <p:spPr>
          <a:xfrm>
            <a:off x="30000" y="4554232"/>
            <a:ext cx="1150000" cy="845123"/>
          </a:xfrm>
          <a:prstGeom prst="rect">
            <a:avLst/>
          </a:prstGeom>
          <a:solidFill>
            <a:srgbClr val="F4F6FB"/>
          </a:solidFill>
          <a:ln w="6350">
            <a:solidFill>
              <a:srgbClr val="DDDDDD"/>
            </a:solidFill>
          </a:ln>
        </p:spPr>
        <p:txBody>
          <a:bodyPr wrap="square" lIns="68580" tIns="45720" rIns="68580" bIns="45720" anchor="ctr"/>
          <a:lstStyle/>
          <a:p>
            <a:pPr algn="ctr"/>
            <a:r>
              <a:rPr lang="en-AU" sz="1400" dirty="0">
                <a:solidFill>
                  <a:srgbClr val="111111"/>
                </a:solidFill>
              </a:rPr>
              <a:t>🌐 Networking</a:t>
            </a:r>
          </a:p>
        </p:txBody>
      </p:sp>
      <p:sp>
        <p:nvSpPr>
          <p:cNvPr id="47" name="R4C1"/>
          <p:cNvSpPr>
            <a:spLocks noGrp="1"/>
          </p:cNvSpPr>
          <p:nvPr/>
        </p:nvSpPr>
        <p:spPr>
          <a:xfrm>
            <a:off x="1180000" y="4554232"/>
            <a:ext cx="1050000" cy="845123"/>
          </a:xfrm>
          <a:prstGeom prst="rect">
            <a:avLst/>
          </a:prstGeom>
          <a:solidFill>
            <a:srgbClr val="F4F6FB"/>
          </a:solidFill>
          <a:ln w="6350">
            <a:solidFill>
              <a:srgbClr val="DDDDDD"/>
            </a:solidFill>
          </a:ln>
        </p:spPr>
        <p:txBody>
          <a:bodyPr wrap="square" lIns="68580" tIns="45720" rIns="68580" bIns="45720" anchor="ctr"/>
          <a:lstStyle/>
          <a:p>
            <a:pPr algn="ctr"/>
            <a:r>
              <a:rPr lang="en-AU" sz="1400" dirty="0">
                <a:solidFill>
                  <a:srgbClr val="111111"/>
                </a:solidFill>
              </a:rPr>
              <a:t>Topology Diagram</a:t>
            </a:r>
          </a:p>
        </p:txBody>
      </p:sp>
      <p:sp>
        <p:nvSpPr>
          <p:cNvPr id="48" name="R4C2"/>
          <p:cNvSpPr>
            <a:spLocks noGrp="1"/>
          </p:cNvSpPr>
          <p:nvPr/>
        </p:nvSpPr>
        <p:spPr>
          <a:xfrm>
            <a:off x="2230000" y="4554232"/>
            <a:ext cx="780000" cy="845123"/>
          </a:xfrm>
          <a:prstGeom prst="rect">
            <a:avLst/>
          </a:prstGeom>
          <a:solidFill>
            <a:srgbClr val="F4F6FB"/>
          </a:solidFill>
          <a:ln w="6350">
            <a:solidFill>
              <a:srgbClr val="DDDDDD"/>
            </a:solidFill>
          </a:ln>
        </p:spPr>
        <p:txBody>
          <a:bodyPr wrap="square" lIns="68580" tIns="45720" rIns="68580" bIns="45720" anchor="ctr"/>
          <a:lstStyle/>
          <a:p>
            <a:pPr algn="ctr"/>
            <a:r>
              <a:rPr lang="en-AU" sz="1400" b="1" dirty="0">
                <a:solidFill>
                  <a:srgbClr val="1A3A6B"/>
                </a:solidFill>
              </a:rPr>
              <a:t>Static</a:t>
            </a:r>
          </a:p>
        </p:txBody>
      </p:sp>
      <p:sp>
        <p:nvSpPr>
          <p:cNvPr id="49" name="R4C3"/>
          <p:cNvSpPr>
            <a:spLocks noGrp="1"/>
          </p:cNvSpPr>
          <p:nvPr/>
        </p:nvSpPr>
        <p:spPr>
          <a:xfrm>
            <a:off x="3010000" y="4554232"/>
            <a:ext cx="1502000" cy="845123"/>
          </a:xfrm>
          <a:prstGeom prst="rect">
            <a:avLst/>
          </a:prstGeom>
          <a:solidFill>
            <a:srgbClr val="F4F6FB"/>
          </a:solidFill>
          <a:ln w="6350">
            <a:solidFill>
              <a:srgbClr val="DDDDDD"/>
            </a:solidFill>
          </a:ln>
        </p:spPr>
        <p:txBody>
          <a:bodyPr wrap="square" lIns="68580" tIns="45720" rIns="68580" bIns="45720" anchor="t"/>
          <a:lstStyle/>
          <a:p>
            <a:pPr algn="l"/>
            <a:r>
              <a:rPr lang="en-AU" sz="1200" dirty="0">
                <a:solidFill>
                  <a:srgbClr val="111111"/>
                </a:solidFill>
              </a:rPr>
              <a:t>Nodes: Router, Switch, Server, Clients</a:t>
            </a:r>
          </a:p>
        </p:txBody>
      </p:sp>
      <p:sp>
        <p:nvSpPr>
          <p:cNvPr id="50" name="R5C0"/>
          <p:cNvSpPr>
            <a:spLocks noGrp="1"/>
          </p:cNvSpPr>
          <p:nvPr/>
        </p:nvSpPr>
        <p:spPr>
          <a:xfrm>
            <a:off x="30000" y="5399355"/>
            <a:ext cx="1150000" cy="845123"/>
          </a:xfrm>
          <a:prstGeom prst="rect">
            <a:avLst/>
          </a:prstGeom>
          <a:solidFill>
            <a:srgbClr val="FFFFFF"/>
          </a:solidFill>
          <a:ln w="6350">
            <a:solidFill>
              <a:srgbClr val="DDDDDD"/>
            </a:solidFill>
          </a:ln>
        </p:spPr>
        <p:txBody>
          <a:bodyPr wrap="square" lIns="68580" tIns="45720" rIns="68580" bIns="45720" anchor="ctr"/>
          <a:lstStyle/>
          <a:p>
            <a:pPr algn="ctr"/>
            <a:r>
              <a:rPr lang="en-AU" sz="1400" dirty="0">
                <a:solidFill>
                  <a:srgbClr val="111111"/>
                </a:solidFill>
              </a:rPr>
              <a:t>💳 Banking App</a:t>
            </a:r>
          </a:p>
        </p:txBody>
      </p:sp>
      <p:sp>
        <p:nvSpPr>
          <p:cNvPr id="51" name="R5C1"/>
          <p:cNvSpPr>
            <a:spLocks noGrp="1"/>
          </p:cNvSpPr>
          <p:nvPr/>
        </p:nvSpPr>
        <p:spPr>
          <a:xfrm>
            <a:off x="1180000" y="5399355"/>
            <a:ext cx="1050000" cy="845123"/>
          </a:xfrm>
          <a:prstGeom prst="rect">
            <a:avLst/>
          </a:prstGeom>
          <a:solidFill>
            <a:srgbClr val="FFFFFF"/>
          </a:solidFill>
          <a:ln w="6350">
            <a:solidFill>
              <a:srgbClr val="DDDDDD"/>
            </a:solidFill>
          </a:ln>
        </p:spPr>
        <p:txBody>
          <a:bodyPr wrap="square" lIns="68580" tIns="45720" rIns="68580" bIns="45720" anchor="ctr"/>
          <a:lstStyle/>
          <a:p>
            <a:pPr algn="ctr"/>
            <a:r>
              <a:rPr lang="en-AU" sz="1400" dirty="0">
                <a:solidFill>
                  <a:srgbClr val="111111"/>
                </a:solidFill>
              </a:rPr>
              <a:t>State Machine</a:t>
            </a:r>
          </a:p>
        </p:txBody>
      </p:sp>
      <p:sp>
        <p:nvSpPr>
          <p:cNvPr id="52" name="R5C2"/>
          <p:cNvSpPr>
            <a:spLocks noGrp="1"/>
          </p:cNvSpPr>
          <p:nvPr/>
        </p:nvSpPr>
        <p:spPr>
          <a:xfrm>
            <a:off x="2230000" y="5399355"/>
            <a:ext cx="780000" cy="845123"/>
          </a:xfrm>
          <a:prstGeom prst="rect">
            <a:avLst/>
          </a:prstGeom>
          <a:solidFill>
            <a:srgbClr val="FFFFFF"/>
          </a:solidFill>
          <a:ln w="6350">
            <a:solidFill>
              <a:srgbClr val="DDDDDD"/>
            </a:solidFill>
          </a:ln>
        </p:spPr>
        <p:txBody>
          <a:bodyPr wrap="square" lIns="68580" tIns="45720" rIns="68580" bIns="45720" anchor="ctr"/>
          <a:lstStyle/>
          <a:p>
            <a:pPr algn="ctr"/>
            <a:r>
              <a:rPr lang="en-AU" sz="1400" b="1" dirty="0">
                <a:solidFill>
                  <a:srgbClr val="7F0101"/>
                </a:solidFill>
              </a:rPr>
              <a:t>Dynamic</a:t>
            </a:r>
          </a:p>
        </p:txBody>
      </p:sp>
      <p:sp>
        <p:nvSpPr>
          <p:cNvPr id="53" name="R5C3"/>
          <p:cNvSpPr>
            <a:spLocks noGrp="1"/>
          </p:cNvSpPr>
          <p:nvPr/>
        </p:nvSpPr>
        <p:spPr>
          <a:xfrm>
            <a:off x="3010000" y="5399355"/>
            <a:ext cx="1502000" cy="845123"/>
          </a:xfrm>
          <a:prstGeom prst="rect">
            <a:avLst/>
          </a:prstGeom>
          <a:solidFill>
            <a:srgbClr val="FFFFFF"/>
          </a:solidFill>
          <a:ln w="6350">
            <a:solidFill>
              <a:srgbClr val="DDDDDD"/>
            </a:solidFill>
          </a:ln>
        </p:spPr>
        <p:txBody>
          <a:bodyPr wrap="square" lIns="68580" tIns="45720" rIns="68580" bIns="45720" anchor="t"/>
          <a:lstStyle/>
          <a:p>
            <a:pPr algn="l"/>
            <a:r>
              <a:rPr lang="en-AU" sz="1200" dirty="0">
                <a:solidFill>
                  <a:srgbClr val="111111"/>
                </a:solidFill>
              </a:rPr>
              <a:t>ATM: Idle → Auth → Withdraw → Done</a:t>
            </a:r>
          </a:p>
        </p:txBody>
      </p:sp>
      <p:sp>
        <p:nvSpPr>
          <p:cNvPr id="100" name="RHdr"/>
          <p:cNvSpPr>
            <a:spLocks noGrp="1"/>
          </p:cNvSpPr>
          <p:nvPr/>
        </p:nvSpPr>
        <p:spPr>
          <a:xfrm>
            <a:off x="4662000" y="793740"/>
            <a:ext cx="4432000" cy="380000"/>
          </a:xfrm>
          <a:prstGeom prst="rect">
            <a:avLst/>
          </a:prstGeom>
          <a:solidFill>
            <a:srgbClr val="000000"/>
          </a:solidFill>
          <a:ln>
            <a:noFill/>
          </a:ln>
        </p:spPr>
        <p:txBody>
          <a:bodyPr wrap="square" lIns="68580" tIns="45720" rIns="68580" bIns="45720" anchor="ctr"/>
          <a:lstStyle/>
          <a:p>
            <a:pPr algn="ctr"/>
            <a:r>
              <a:rPr lang="en-AU" sz="1600" b="1" dirty="0">
                <a:solidFill>
                  <a:srgbClr val="FFFFFF"/>
                </a:solidFill>
              </a:rPr>
              <a:t>Static vs Dynamic – Side by Side</a:t>
            </a:r>
          </a:p>
        </p:txBody>
      </p:sp>
      <p:sp>
        <p:nvSpPr>
          <p:cNvPr id="101" name="SHdr"/>
          <p:cNvSpPr>
            <a:spLocks noGrp="1"/>
          </p:cNvSpPr>
          <p:nvPr/>
        </p:nvSpPr>
        <p:spPr>
          <a:xfrm>
            <a:off x="4662000" y="1233740"/>
            <a:ext cx="2196000" cy="320000"/>
          </a:xfrm>
          <a:prstGeom prst="rect">
            <a:avLst/>
          </a:prstGeom>
          <a:solidFill>
            <a:srgbClr val="1A3A6B"/>
          </a:solidFill>
          <a:ln w="9525">
            <a:solidFill>
              <a:srgbClr val="1A3A6B"/>
            </a:solidFill>
          </a:ln>
        </p:spPr>
        <p:txBody>
          <a:bodyPr wrap="square" lIns="68580" tIns="45720" rIns="68580" bIns="45720" anchor="ctr"/>
          <a:lstStyle/>
          <a:p>
            <a:pPr algn="ctr"/>
            <a:r>
              <a:rPr lang="en-AU" sz="1600" b="1" dirty="0">
                <a:solidFill>
                  <a:srgbClr val="FFFFFF"/>
                </a:solidFill>
              </a:rPr>
              <a:t>📐 Static Model</a:t>
            </a:r>
          </a:p>
        </p:txBody>
      </p:sp>
      <p:sp>
        <p:nvSpPr>
          <p:cNvPr id="102" name="SSubHdr"/>
          <p:cNvSpPr>
            <a:spLocks noGrp="1"/>
          </p:cNvSpPr>
          <p:nvPr/>
        </p:nvSpPr>
        <p:spPr>
          <a:xfrm>
            <a:off x="4662000" y="1553740"/>
            <a:ext cx="2196000" cy="240000"/>
          </a:xfrm>
          <a:prstGeom prst="rect">
            <a:avLst/>
          </a:prstGeom>
          <a:solidFill>
            <a:srgbClr val="EEF4FF"/>
          </a:solidFill>
          <a:ln w="6350">
            <a:solidFill>
              <a:srgbClr val="1A3A6B"/>
            </a:solidFill>
          </a:ln>
        </p:spPr>
        <p:txBody>
          <a:bodyPr wrap="square" lIns="68580" tIns="45720" rIns="68580" bIns="45720" anchor="ctr"/>
          <a:lstStyle/>
          <a:p>
            <a:pPr algn="ctr"/>
            <a:r>
              <a:rPr lang="en-AU" sz="1300" i="1" dirty="0">
                <a:solidFill>
                  <a:srgbClr val="1A3A6B"/>
                </a:solidFill>
              </a:rPr>
              <a:t>Captures STRUCTURE</a:t>
            </a:r>
          </a:p>
        </p:txBody>
      </p:sp>
      <p:sp>
        <p:nvSpPr>
          <p:cNvPr id="110" name="Cls0"/>
          <p:cNvSpPr>
            <a:spLocks noGrp="1"/>
          </p:cNvSpPr>
          <p:nvPr/>
        </p:nvSpPr>
        <p:spPr>
          <a:xfrm>
            <a:off x="4742000" y="1873740"/>
            <a:ext cx="2036000" cy="280000"/>
          </a:xfrm>
          <a:prstGeom prst="rect">
            <a:avLst/>
          </a:prstGeom>
          <a:solidFill>
            <a:srgbClr val="EEF4FF"/>
          </a:solidFill>
          <a:ln w="12700">
            <a:solidFill>
              <a:srgbClr val="1A3A6B"/>
            </a:solidFill>
          </a:ln>
        </p:spPr>
        <p:txBody>
          <a:bodyPr wrap="square" lIns="68580" tIns="45720" rIns="68580" bIns="45720" anchor="ctr"/>
          <a:lstStyle/>
          <a:p>
            <a:pPr algn="ctr"/>
            <a:r>
              <a:rPr lang="en-AU" sz="1400" b="1" dirty="0">
                <a:solidFill>
                  <a:srgbClr val="1A3A6B"/>
                </a:solidFill>
              </a:rPr>
              <a:t>«class» User</a:t>
            </a:r>
          </a:p>
        </p:txBody>
      </p:sp>
      <p:cxnSp>
        <p:nvCxnSpPr>
          <p:cNvPr id="300" name="C300"/>
          <p:cNvCxnSpPr/>
          <p:nvPr/>
        </p:nvCxnSpPr>
        <p:spPr>
          <a:xfrm>
            <a:off x="5760000" y="2153740"/>
            <a:ext cx="0" cy="80000"/>
          </a:xfrm>
          <a:prstGeom prst="line">
            <a:avLst/>
          </a:prstGeom>
          <a:noFill/>
          <a:ln w="19050">
            <a:solidFill>
              <a:srgbClr val="1A3A6B"/>
            </a:solidFill>
          </a:ln>
        </p:spPr>
      </p:cxnSp>
      <p:sp>
        <p:nvSpPr>
          <p:cNvPr id="111" name="Cls1"/>
          <p:cNvSpPr>
            <a:spLocks noGrp="1"/>
          </p:cNvSpPr>
          <p:nvPr/>
        </p:nvSpPr>
        <p:spPr>
          <a:xfrm>
            <a:off x="4742000" y="2233740"/>
            <a:ext cx="2036000" cy="280000"/>
          </a:xfrm>
          <a:prstGeom prst="rect">
            <a:avLst/>
          </a:prstGeom>
          <a:solidFill>
            <a:srgbClr val="EEF4FF"/>
          </a:solidFill>
          <a:ln w="12700">
            <a:solidFill>
              <a:srgbClr val="1A3A6B"/>
            </a:solidFill>
          </a:ln>
        </p:spPr>
        <p:txBody>
          <a:bodyPr wrap="square" lIns="68580" tIns="45720" rIns="68580" bIns="45720" anchor="ctr"/>
          <a:lstStyle/>
          <a:p>
            <a:pPr algn="ctr"/>
            <a:r>
              <a:rPr lang="en-AU" sz="1400" b="1" dirty="0">
                <a:solidFill>
                  <a:srgbClr val="1A3A6B"/>
                </a:solidFill>
              </a:rPr>
              <a:t>«class» Order</a:t>
            </a:r>
          </a:p>
        </p:txBody>
      </p:sp>
      <p:cxnSp>
        <p:nvCxnSpPr>
          <p:cNvPr id="301" name="C301"/>
          <p:cNvCxnSpPr/>
          <p:nvPr/>
        </p:nvCxnSpPr>
        <p:spPr>
          <a:xfrm>
            <a:off x="5760000" y="2513740"/>
            <a:ext cx="0" cy="80000"/>
          </a:xfrm>
          <a:prstGeom prst="line">
            <a:avLst/>
          </a:prstGeom>
          <a:noFill/>
          <a:ln w="19050">
            <a:solidFill>
              <a:srgbClr val="1A3A6B"/>
            </a:solidFill>
          </a:ln>
        </p:spPr>
      </p:cxnSp>
      <p:sp>
        <p:nvSpPr>
          <p:cNvPr id="112" name="Cls2"/>
          <p:cNvSpPr>
            <a:spLocks noGrp="1"/>
          </p:cNvSpPr>
          <p:nvPr/>
        </p:nvSpPr>
        <p:spPr>
          <a:xfrm>
            <a:off x="4742000" y="2593740"/>
            <a:ext cx="2036000" cy="280000"/>
          </a:xfrm>
          <a:prstGeom prst="rect">
            <a:avLst/>
          </a:prstGeom>
          <a:solidFill>
            <a:srgbClr val="EEF4FF"/>
          </a:solidFill>
          <a:ln w="12700">
            <a:solidFill>
              <a:srgbClr val="1A3A6B"/>
            </a:solidFill>
          </a:ln>
        </p:spPr>
        <p:txBody>
          <a:bodyPr wrap="square" lIns="68580" tIns="45720" rIns="68580" bIns="45720" anchor="ctr"/>
          <a:lstStyle/>
          <a:p>
            <a:pPr algn="ctr"/>
            <a:r>
              <a:rPr lang="en-AU" sz="1400" b="1" dirty="0">
                <a:solidFill>
                  <a:srgbClr val="1A3A6B"/>
                </a:solidFill>
              </a:rPr>
              <a:t>«class» Product</a:t>
            </a:r>
          </a:p>
        </p:txBody>
      </p:sp>
      <p:sp>
        <p:nvSpPr>
          <p:cNvPr id="113" name="SFoot"/>
          <p:cNvSpPr>
            <a:spLocks noGrp="1"/>
          </p:cNvSpPr>
          <p:nvPr/>
        </p:nvSpPr>
        <p:spPr>
          <a:xfrm>
            <a:off x="4662000" y="3013740"/>
            <a:ext cx="2196000" cy="240000"/>
          </a:xfrm>
          <a:prstGeom prst="rect">
            <a:avLst/>
          </a:prstGeom>
          <a:noFill/>
          <a:ln>
            <a:noFill/>
          </a:ln>
        </p:spPr>
        <p:txBody>
          <a:bodyPr wrap="square" lIns="68580" tIns="45720" rIns="68580" bIns="45720" anchor="ctr"/>
          <a:lstStyle/>
          <a:p>
            <a:pPr algn="ctr"/>
            <a:r>
              <a:rPr lang="en-AU" sz="1200" i="1" dirty="0">
                <a:solidFill>
                  <a:srgbClr val="555555"/>
                </a:solidFill>
              </a:rPr>
              <a:t>e.g. UML Class Diagram</a:t>
            </a:r>
          </a:p>
        </p:txBody>
      </p:sp>
      <p:sp>
        <p:nvSpPr>
          <p:cNvPr id="120" name="DHdr"/>
          <p:cNvSpPr>
            <a:spLocks noGrp="1"/>
          </p:cNvSpPr>
          <p:nvPr/>
        </p:nvSpPr>
        <p:spPr>
          <a:xfrm>
            <a:off x="6898000" y="1233740"/>
            <a:ext cx="2196000" cy="320000"/>
          </a:xfrm>
          <a:prstGeom prst="rect">
            <a:avLst/>
          </a:prstGeom>
          <a:solidFill>
            <a:srgbClr val="7F0101"/>
          </a:solidFill>
          <a:ln w="9525">
            <a:solidFill>
              <a:srgbClr val="7F0101"/>
            </a:solidFill>
          </a:ln>
        </p:spPr>
        <p:txBody>
          <a:bodyPr wrap="square" lIns="68580" tIns="45720" rIns="68580" bIns="45720" anchor="ctr"/>
          <a:lstStyle/>
          <a:p>
            <a:pPr algn="ctr"/>
            <a:r>
              <a:rPr lang="en-AU" sz="1600" b="1" dirty="0">
                <a:solidFill>
                  <a:srgbClr val="FFFFFF"/>
                </a:solidFill>
              </a:rPr>
              <a:t>▶ Dynamic Model</a:t>
            </a:r>
          </a:p>
        </p:txBody>
      </p:sp>
      <p:sp>
        <p:nvSpPr>
          <p:cNvPr id="121" name="DSubHdr"/>
          <p:cNvSpPr>
            <a:spLocks noGrp="1"/>
          </p:cNvSpPr>
          <p:nvPr/>
        </p:nvSpPr>
        <p:spPr>
          <a:xfrm>
            <a:off x="6898000" y="1553740"/>
            <a:ext cx="2196000" cy="240000"/>
          </a:xfrm>
          <a:prstGeom prst="rect">
            <a:avLst/>
          </a:prstGeom>
          <a:solidFill>
            <a:srgbClr val="FFF0F0"/>
          </a:solidFill>
          <a:ln w="6350">
            <a:solidFill>
              <a:srgbClr val="7F0101"/>
            </a:solidFill>
          </a:ln>
        </p:spPr>
        <p:txBody>
          <a:bodyPr wrap="square" lIns="68580" tIns="45720" rIns="68580" bIns="45720" anchor="ctr"/>
          <a:lstStyle/>
          <a:p>
            <a:pPr algn="ctr"/>
            <a:r>
              <a:rPr lang="en-AU" sz="1300" i="1" dirty="0">
                <a:solidFill>
                  <a:srgbClr val="7F0101"/>
                </a:solidFill>
              </a:rPr>
              <a:t>Captures BEHAVIOUR</a:t>
            </a:r>
          </a:p>
        </p:txBody>
      </p:sp>
      <p:sp>
        <p:nvSpPr>
          <p:cNvPr id="130" name="St0"/>
          <p:cNvSpPr>
            <a:spLocks noGrp="1"/>
          </p:cNvSpPr>
          <p:nvPr/>
        </p:nvSpPr>
        <p:spPr>
          <a:xfrm>
            <a:off x="6978000" y="1873740"/>
            <a:ext cx="2036000" cy="330000"/>
          </a:xfrm>
          <a:prstGeom prst="roundRect">
            <a:avLst>
              <a:gd name="adj" fmla="val 25000"/>
            </a:avLst>
          </a:prstGeom>
          <a:solidFill>
            <a:srgbClr val="FFF0F0"/>
          </a:solidFill>
          <a:ln w="12700">
            <a:solidFill>
              <a:srgbClr val="7F0101"/>
            </a:solidFill>
          </a:ln>
        </p:spPr>
        <p:txBody>
          <a:bodyPr wrap="square" lIns="68580" tIns="45720" rIns="68580" bIns="45720" anchor="ctr"/>
          <a:lstStyle/>
          <a:p>
            <a:pPr algn="ctr"/>
            <a:r>
              <a:rPr lang="en-AU" sz="1300" b="1" dirty="0">
                <a:solidFill>
                  <a:srgbClr val="7F0101"/>
                </a:solidFill>
              </a:rPr>
              <a:t>Idle 💤</a:t>
            </a:r>
          </a:p>
          <a:p>
            <a:pPr algn="ctr"/>
            <a:r>
              <a:rPr lang="en-AU" sz="1100" i="1" dirty="0">
                <a:solidFill>
                  <a:srgbClr val="AA3333"/>
                </a:solidFill>
              </a:rPr>
              <a:t>[ Insert Card ]</a:t>
            </a:r>
          </a:p>
        </p:txBody>
      </p:sp>
      <p:cxnSp>
        <p:nvCxnSpPr>
          <p:cNvPr id="310" name="C310"/>
          <p:cNvCxnSpPr/>
          <p:nvPr/>
        </p:nvCxnSpPr>
        <p:spPr>
          <a:xfrm>
            <a:off x="7996000" y="2203740"/>
            <a:ext cx="0" cy="70000"/>
          </a:xfrm>
          <a:prstGeom prst="line">
            <a:avLst/>
          </a:prstGeom>
          <a:noFill/>
          <a:ln w="19050">
            <a:solidFill>
              <a:srgbClr val="7F0101"/>
            </a:solidFill>
          </a:ln>
        </p:spPr>
      </p:cxnSp>
      <p:sp>
        <p:nvSpPr>
          <p:cNvPr id="131" name="St1"/>
          <p:cNvSpPr>
            <a:spLocks noGrp="1"/>
          </p:cNvSpPr>
          <p:nvPr/>
        </p:nvSpPr>
        <p:spPr>
          <a:xfrm>
            <a:off x="6978000" y="2273740"/>
            <a:ext cx="2036000" cy="330000"/>
          </a:xfrm>
          <a:prstGeom prst="roundRect">
            <a:avLst>
              <a:gd name="adj" fmla="val 25000"/>
            </a:avLst>
          </a:prstGeom>
          <a:solidFill>
            <a:srgbClr val="FFE0E0"/>
          </a:solidFill>
          <a:ln w="12700">
            <a:solidFill>
              <a:srgbClr val="7F0101"/>
            </a:solidFill>
          </a:ln>
        </p:spPr>
        <p:txBody>
          <a:bodyPr wrap="square" lIns="68580" tIns="45720" rIns="68580" bIns="45720" anchor="ctr"/>
          <a:lstStyle/>
          <a:p>
            <a:pPr algn="ctr"/>
            <a:r>
              <a:rPr lang="en-AU" sz="1300" b="1" dirty="0">
                <a:solidFill>
                  <a:srgbClr val="7F0101"/>
                </a:solidFill>
              </a:rPr>
              <a:t>Authenticate 🔐</a:t>
            </a:r>
          </a:p>
          <a:p>
            <a:pPr algn="ctr"/>
            <a:r>
              <a:rPr lang="en-AU" sz="1100" i="1" dirty="0">
                <a:solidFill>
                  <a:srgbClr val="AA3333"/>
                </a:solidFill>
              </a:rPr>
              <a:t>[ PIN Verified ]</a:t>
            </a:r>
          </a:p>
        </p:txBody>
      </p:sp>
      <p:cxnSp>
        <p:nvCxnSpPr>
          <p:cNvPr id="311" name="C311"/>
          <p:cNvCxnSpPr/>
          <p:nvPr/>
        </p:nvCxnSpPr>
        <p:spPr>
          <a:xfrm>
            <a:off x="7996000" y="2603740"/>
            <a:ext cx="0" cy="70000"/>
          </a:xfrm>
          <a:prstGeom prst="line">
            <a:avLst/>
          </a:prstGeom>
          <a:noFill/>
          <a:ln w="19050">
            <a:solidFill>
              <a:srgbClr val="7F0101"/>
            </a:solidFill>
          </a:ln>
        </p:spPr>
      </p:cxnSp>
      <p:sp>
        <p:nvSpPr>
          <p:cNvPr id="132" name="St2"/>
          <p:cNvSpPr>
            <a:spLocks noGrp="1"/>
          </p:cNvSpPr>
          <p:nvPr/>
        </p:nvSpPr>
        <p:spPr>
          <a:xfrm>
            <a:off x="6978000" y="2673740"/>
            <a:ext cx="2036000" cy="330000"/>
          </a:xfrm>
          <a:prstGeom prst="roundRect">
            <a:avLst>
              <a:gd name="adj" fmla="val 25000"/>
            </a:avLst>
          </a:prstGeom>
          <a:solidFill>
            <a:srgbClr val="FFD0D0"/>
          </a:solidFill>
          <a:ln w="12700">
            <a:solidFill>
              <a:srgbClr val="7F0101"/>
            </a:solidFill>
          </a:ln>
        </p:spPr>
        <p:txBody>
          <a:bodyPr wrap="square" lIns="68580" tIns="45720" rIns="68580" bIns="45720" anchor="ctr"/>
          <a:lstStyle/>
          <a:p>
            <a:pPr algn="ctr"/>
            <a:r>
              <a:rPr lang="en-AU" sz="1300" b="1" dirty="0">
                <a:solidFill>
                  <a:srgbClr val="7F0101"/>
                </a:solidFill>
              </a:rPr>
              <a:t>Withdraw 💵</a:t>
            </a:r>
          </a:p>
          <a:p>
            <a:pPr algn="ctr"/>
            <a:r>
              <a:rPr lang="en-AU" sz="1100" i="1" dirty="0">
                <a:solidFill>
                  <a:srgbClr val="AA3333"/>
                </a:solidFill>
              </a:rPr>
              <a:t>[ Amount OK ]</a:t>
            </a:r>
          </a:p>
        </p:txBody>
      </p:sp>
      <p:cxnSp>
        <p:nvCxnSpPr>
          <p:cNvPr id="312" name="C312"/>
          <p:cNvCxnSpPr/>
          <p:nvPr/>
        </p:nvCxnSpPr>
        <p:spPr>
          <a:xfrm>
            <a:off x="7996000" y="3003740"/>
            <a:ext cx="0" cy="70000"/>
          </a:xfrm>
          <a:prstGeom prst="line">
            <a:avLst/>
          </a:prstGeom>
          <a:noFill/>
          <a:ln w="19050">
            <a:solidFill>
              <a:srgbClr val="7F0101"/>
            </a:solidFill>
          </a:ln>
        </p:spPr>
      </p:cxnSp>
      <p:sp>
        <p:nvSpPr>
          <p:cNvPr id="133" name="St3"/>
          <p:cNvSpPr>
            <a:spLocks noGrp="1"/>
          </p:cNvSpPr>
          <p:nvPr/>
        </p:nvSpPr>
        <p:spPr>
          <a:xfrm>
            <a:off x="6978000" y="3073740"/>
            <a:ext cx="2036000" cy="330000"/>
          </a:xfrm>
          <a:prstGeom prst="roundRect">
            <a:avLst>
              <a:gd name="adj" fmla="val 25000"/>
            </a:avLst>
          </a:prstGeom>
          <a:solidFill>
            <a:srgbClr val="FFC0C0"/>
          </a:solidFill>
          <a:ln w="12700">
            <a:solidFill>
              <a:srgbClr val="7F0101"/>
            </a:solidFill>
          </a:ln>
        </p:spPr>
        <p:txBody>
          <a:bodyPr wrap="square" lIns="68580" tIns="45720" rIns="68580" bIns="45720" anchor="ctr"/>
          <a:lstStyle/>
          <a:p>
            <a:pPr algn="ctr"/>
            <a:r>
              <a:rPr lang="en-AU" sz="1300" b="1" dirty="0">
                <a:solidFill>
                  <a:srgbClr val="7F0101"/>
                </a:solidFill>
              </a:rPr>
              <a:t>Print Receipt 🧾</a:t>
            </a:r>
          </a:p>
        </p:txBody>
      </p:sp>
      <p:sp>
        <p:nvSpPr>
          <p:cNvPr id="134" name="DFoot"/>
          <p:cNvSpPr>
            <a:spLocks noGrp="1"/>
          </p:cNvSpPr>
          <p:nvPr/>
        </p:nvSpPr>
        <p:spPr>
          <a:xfrm>
            <a:off x="6898000" y="3453740"/>
            <a:ext cx="2196000" cy="240000"/>
          </a:xfrm>
          <a:prstGeom prst="rect">
            <a:avLst/>
          </a:prstGeom>
          <a:noFill/>
          <a:ln>
            <a:noFill/>
          </a:ln>
        </p:spPr>
        <p:txBody>
          <a:bodyPr wrap="square" lIns="68580" tIns="45720" rIns="68580" bIns="45720" anchor="ctr"/>
          <a:lstStyle/>
          <a:p>
            <a:pPr algn="ctr"/>
            <a:r>
              <a:rPr lang="en-AU" sz="1200" i="1" dirty="0">
                <a:solidFill>
                  <a:srgbClr val="555555"/>
                </a:solidFill>
              </a:rPr>
              <a:t>e.g. ATM State Machine Diagram</a:t>
            </a:r>
          </a:p>
        </p:txBody>
      </p:sp>
      <p:sp>
        <p:nvSpPr>
          <p:cNvPr id="198" name="PanelDiv"/>
          <p:cNvSpPr>
            <a:spLocks noGrp="1"/>
          </p:cNvSpPr>
          <p:nvPr/>
        </p:nvSpPr>
        <p:spPr>
          <a:xfrm>
            <a:off x="6868000" y="1233740"/>
            <a:ext cx="20000" cy="5010740"/>
          </a:xfrm>
          <a:prstGeom prst="rect">
            <a:avLst/>
          </a:prstGeom>
          <a:solidFill>
            <a:srgbClr val="CCCCCC"/>
          </a:solidFill>
          <a:ln>
            <a:noFill/>
          </a:ln>
        </p:spPr>
        <p:txBody>
          <a:bodyPr wrap="square" lIns="68580" tIns="45720" rIns="68580" bIns="45720" anchor="ctr"/>
          <a:lstStyle/>
          <a:p>
            <a:endParaRPr lang="en-AU" dirty="0"/>
          </a:p>
        </p:txBody>
      </p:sp>
    </p:spTree>
    <p:extLst>
      <p:ext uri="{BB962C8B-B14F-4D97-AF65-F5344CB8AC3E}">
        <p14:creationId xmlns:p14="http://schemas.microsoft.com/office/powerpoint/2010/main" val="39516787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a:extLst>
              <a:ext uri="{FF2B5EF4-FFF2-40B4-BE49-F238E27FC236}">
                <a16:creationId xmlns:a16="http://schemas.microsoft.com/office/drawing/2014/main" id="{9228A84F-BDDC-7C33-55DB-F68F77208668}"/>
              </a:ext>
            </a:extLst>
          </p:cNvPr>
          <p:cNvSpPr>
            <a:spLocks noGrp="1" noChangeArrowheads="1"/>
          </p:cNvSpPr>
          <p:nvPr>
            <p:ph type="title"/>
          </p:nvPr>
        </p:nvSpPr>
        <p:spPr/>
        <p:txBody>
          <a:bodyPr/>
          <a:lstStyle/>
          <a:p>
            <a:pPr>
              <a:defRPr/>
            </a:pPr>
            <a:endParaRPr lang="en-US">
              <a:ea typeface="+mj-ea"/>
              <a:cs typeface="+mj-cs"/>
            </a:endParaRPr>
          </a:p>
        </p:txBody>
      </p:sp>
      <p:sp>
        <p:nvSpPr>
          <p:cNvPr id="314371" name="Rectangle 3">
            <a:extLst>
              <a:ext uri="{FF2B5EF4-FFF2-40B4-BE49-F238E27FC236}">
                <a16:creationId xmlns:a16="http://schemas.microsoft.com/office/drawing/2014/main" id="{BC879B39-6F0C-B813-CE1C-636C6B176A44}"/>
              </a:ext>
            </a:extLst>
          </p:cNvPr>
          <p:cNvSpPr>
            <a:spLocks noGrp="1" noChangeArrowheads="1"/>
          </p:cNvSpPr>
          <p:nvPr>
            <p:ph type="body" idx="1"/>
          </p:nvPr>
        </p:nvSpPr>
        <p:spPr/>
        <p:txBody>
          <a:bodyPr/>
          <a:lstStyle/>
          <a:p>
            <a:pPr marL="98425" indent="-98425">
              <a:buFont typeface="Wingdings" charset="0"/>
              <a:buNone/>
              <a:defRPr/>
            </a:pPr>
            <a:endParaRPr lang="en-US" dirty="0">
              <a:ea typeface="+mn-ea"/>
              <a:cs typeface="+mn-cs"/>
            </a:endParaRPr>
          </a:p>
          <a:p>
            <a:pPr marL="98425" indent="-98425">
              <a:buFont typeface="Wingdings" charset="0"/>
              <a:buNone/>
              <a:defRPr/>
            </a:pPr>
            <a:r>
              <a:rPr lang="en-US" dirty="0">
                <a:ea typeface="+mn-ea"/>
                <a:cs typeface="+mn-cs"/>
              </a:rPr>
              <a:t>	</a:t>
            </a:r>
            <a:r>
              <a:rPr lang="en-US" sz="3200" dirty="0">
                <a:ea typeface="+mn-ea"/>
                <a:cs typeface="+mn-cs"/>
              </a:rPr>
              <a:t>Q: </a:t>
            </a:r>
            <a:r>
              <a:rPr lang="en-US" sz="3200" i="1" dirty="0">
                <a:ea typeface="+mn-ea"/>
                <a:cs typeface="+mn-cs"/>
              </a:rPr>
              <a:t>What has a bigger impact on the design structure of a software system: functional requirements or quality requirements?</a:t>
            </a:r>
          </a:p>
          <a:p>
            <a:pPr marL="98425" indent="-98425">
              <a:buFont typeface="Wingdings" charset="0"/>
              <a:buNone/>
              <a:defRPr/>
            </a:pPr>
            <a:r>
              <a:rPr lang="en-US" sz="3200" i="1" dirty="0">
                <a:ea typeface="+mn-ea"/>
                <a:cs typeface="+mn-cs"/>
              </a:rPr>
              <a:t>	</a:t>
            </a:r>
            <a:r>
              <a:rPr lang="en-US" sz="3200" dirty="0">
                <a:ea typeface="+mn-ea"/>
                <a:cs typeface="+mn-cs"/>
              </a:rPr>
              <a:t>A: </a:t>
            </a:r>
            <a:r>
              <a:rPr lang="en-US" sz="3200" i="1" u="sng" dirty="0">
                <a:solidFill>
                  <a:srgbClr val="083A7F"/>
                </a:solidFill>
                <a:ea typeface="+mn-ea"/>
                <a:cs typeface="+mn-cs"/>
              </a:rPr>
              <a:t>Quality requirements</a:t>
            </a:r>
            <a:r>
              <a:rPr lang="en-US" sz="3200" i="1" dirty="0">
                <a:solidFill>
                  <a:srgbClr val="083A7F"/>
                </a:solidFill>
                <a:ea typeface="+mn-ea"/>
                <a:cs typeface="+mn-cs"/>
              </a:rPr>
              <a:t> determine most structural design decisions</a:t>
            </a:r>
            <a:r>
              <a:rPr lang="en-US" sz="3200" i="1" dirty="0">
                <a:ea typeface="+mn-ea"/>
                <a:cs typeface="+mn-cs"/>
              </a:rPr>
              <a:t>, not functional requirements!</a:t>
            </a:r>
            <a:endParaRPr lang="en-US" sz="3200" dirty="0">
              <a:ea typeface="+mn-ea"/>
              <a:cs typeface="+mn-cs"/>
            </a:endParaRPr>
          </a:p>
        </p:txBody>
      </p:sp>
      <p:sp>
        <p:nvSpPr>
          <p:cNvPr id="2" name="Slide Number Placeholder 1">
            <a:extLst>
              <a:ext uri="{FF2B5EF4-FFF2-40B4-BE49-F238E27FC236}">
                <a16:creationId xmlns:a16="http://schemas.microsoft.com/office/drawing/2014/main" id="{7E50A835-9C4B-0862-67E2-ED1577CE8606}"/>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C71A892D-C387-4925-BC4A-0B6A38AFD1A3}" type="slidenum">
              <a:rPr lang="en-AU" altLang="en-US" sz="1400" smtClean="0">
                <a:latin typeface="Times New Roman" panose="02020603050405020304" pitchFamily="18" charset="0"/>
              </a:rPr>
              <a:pPr>
                <a:spcBef>
                  <a:spcPct val="0"/>
                </a:spcBef>
                <a:buSzTx/>
                <a:buFontTx/>
                <a:buNone/>
                <a:defRPr/>
              </a:pPr>
              <a:t>30</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a:extLst>
              <a:ext uri="{FF2B5EF4-FFF2-40B4-BE49-F238E27FC236}">
                <a16:creationId xmlns:a16="http://schemas.microsoft.com/office/drawing/2014/main" id="{51C1C513-709C-F8CD-52CB-9DA7CC7913B1}"/>
              </a:ext>
            </a:extLst>
          </p:cNvPr>
          <p:cNvSpPr>
            <a:spLocks noGrp="1" noChangeArrowheads="1"/>
          </p:cNvSpPr>
          <p:nvPr>
            <p:ph type="title"/>
          </p:nvPr>
        </p:nvSpPr>
        <p:spPr/>
        <p:txBody>
          <a:bodyPr/>
          <a:lstStyle/>
          <a:p>
            <a:pPr>
              <a:defRPr/>
            </a:pPr>
            <a:r>
              <a:rPr lang="en-US">
                <a:ea typeface="+mj-ea"/>
                <a:cs typeface="+mj-cs"/>
              </a:rPr>
              <a:t>Quality-Driven Design</a:t>
            </a:r>
          </a:p>
        </p:txBody>
      </p:sp>
      <p:sp>
        <p:nvSpPr>
          <p:cNvPr id="317443" name="Rectangle 3">
            <a:extLst>
              <a:ext uri="{FF2B5EF4-FFF2-40B4-BE49-F238E27FC236}">
                <a16:creationId xmlns:a16="http://schemas.microsoft.com/office/drawing/2014/main" id="{28936583-CB88-0B25-E4D6-9F4A1F8484B3}"/>
              </a:ext>
            </a:extLst>
          </p:cNvPr>
          <p:cNvSpPr>
            <a:spLocks noGrp="1" noChangeArrowheads="1"/>
          </p:cNvSpPr>
          <p:nvPr>
            <p:ph type="body" idx="1"/>
          </p:nvPr>
        </p:nvSpPr>
        <p:spPr/>
        <p:txBody>
          <a:bodyPr/>
          <a:lstStyle/>
          <a:p>
            <a:pPr>
              <a:buFont typeface="Wingdings" charset="0"/>
              <a:buChar char="n"/>
              <a:defRPr/>
            </a:pPr>
            <a:r>
              <a:rPr lang="en-US" sz="2400" dirty="0">
                <a:ea typeface="+mn-ea"/>
                <a:cs typeface="+mn-cs"/>
              </a:rPr>
              <a:t>Quality requirements are those that </a:t>
            </a:r>
            <a:r>
              <a:rPr lang="en-US" sz="2400" i="1" dirty="0">
                <a:solidFill>
                  <a:srgbClr val="083A7F"/>
                </a:solidFill>
                <a:ea typeface="+mn-ea"/>
                <a:cs typeface="+mn-cs"/>
              </a:rPr>
              <a:t>drive</a:t>
            </a:r>
            <a:r>
              <a:rPr lang="en-US" sz="2400" dirty="0">
                <a:solidFill>
                  <a:srgbClr val="083A7F"/>
                </a:solidFill>
                <a:ea typeface="+mn-ea"/>
                <a:cs typeface="+mn-cs"/>
              </a:rPr>
              <a:t> </a:t>
            </a:r>
            <a:r>
              <a:rPr lang="en-US" sz="2400" dirty="0">
                <a:ea typeface="+mn-ea"/>
                <a:cs typeface="+mn-cs"/>
              </a:rPr>
              <a:t>the structural design of the software system.</a:t>
            </a:r>
          </a:p>
          <a:p>
            <a:pPr>
              <a:buFont typeface="Wingdings" charset="0"/>
              <a:buChar char="n"/>
              <a:defRPr/>
            </a:pPr>
            <a:r>
              <a:rPr lang="en-US" sz="2400" dirty="0">
                <a:ea typeface="+mn-ea"/>
                <a:cs typeface="+mn-cs"/>
              </a:rPr>
              <a:t>Leads to several questions:</a:t>
            </a:r>
          </a:p>
          <a:p>
            <a:pPr lvl="1">
              <a:buFont typeface="Wingdings" charset="0"/>
              <a:buChar char="¨"/>
              <a:defRPr/>
            </a:pPr>
            <a:r>
              <a:rPr lang="en-US" sz="2000" dirty="0">
                <a:ea typeface="+mn-ea"/>
              </a:rPr>
              <a:t>How are quality requirements </a:t>
            </a:r>
            <a:r>
              <a:rPr lang="en-US" sz="2000" i="1" dirty="0">
                <a:solidFill>
                  <a:srgbClr val="7F0101"/>
                </a:solidFill>
                <a:ea typeface="+mn-ea"/>
              </a:rPr>
              <a:t>specified</a:t>
            </a:r>
            <a:r>
              <a:rPr lang="en-US" sz="2000" dirty="0">
                <a:ea typeface="+mn-ea"/>
              </a:rPr>
              <a:t>?</a:t>
            </a:r>
          </a:p>
          <a:p>
            <a:pPr lvl="1">
              <a:buFont typeface="Wingdings" charset="0"/>
              <a:buChar char="¨"/>
              <a:defRPr/>
            </a:pPr>
            <a:r>
              <a:rPr lang="en-US" sz="2000" dirty="0">
                <a:ea typeface="+mn-ea"/>
              </a:rPr>
              <a:t>How are quality requirements </a:t>
            </a:r>
            <a:r>
              <a:rPr lang="en-US" sz="2000" i="1" dirty="0">
                <a:solidFill>
                  <a:srgbClr val="7F0101"/>
                </a:solidFill>
                <a:ea typeface="+mn-ea"/>
              </a:rPr>
              <a:t>validated</a:t>
            </a:r>
            <a:r>
              <a:rPr lang="en-US" sz="2000" dirty="0">
                <a:ea typeface="+mn-ea"/>
              </a:rPr>
              <a:t>?</a:t>
            </a:r>
          </a:p>
          <a:p>
            <a:pPr lvl="2">
              <a:buFont typeface="Wingdings" charset="0"/>
              <a:buChar char="F"/>
              <a:defRPr/>
            </a:pPr>
            <a:r>
              <a:rPr lang="en-US" sz="1800" i="1" dirty="0">
                <a:ea typeface="+mn-ea"/>
              </a:rPr>
              <a:t>This is also important for functional requirements!</a:t>
            </a:r>
            <a:endParaRPr lang="en-US" sz="1800" dirty="0">
              <a:ea typeface="+mn-ea"/>
            </a:endParaRPr>
          </a:p>
          <a:p>
            <a:pPr lvl="1">
              <a:buFont typeface="Wingdings" charset="0"/>
              <a:buChar char="¨"/>
              <a:defRPr/>
            </a:pPr>
            <a:r>
              <a:rPr lang="en-US" sz="2000" dirty="0">
                <a:ea typeface="+mn-ea"/>
              </a:rPr>
              <a:t>How are quality requirements </a:t>
            </a:r>
            <a:r>
              <a:rPr lang="en-US" sz="2000" i="1" dirty="0">
                <a:solidFill>
                  <a:srgbClr val="7F0101"/>
                </a:solidFill>
                <a:ea typeface="+mn-ea"/>
              </a:rPr>
              <a:t>achieved</a:t>
            </a:r>
            <a:r>
              <a:rPr lang="en-US" sz="2000" dirty="0">
                <a:ea typeface="+mn-ea"/>
              </a:rPr>
              <a:t>?</a:t>
            </a:r>
          </a:p>
          <a:p>
            <a:pPr lvl="1">
              <a:buFont typeface="Wingdings" charset="0"/>
              <a:buChar char="¨"/>
              <a:defRPr/>
            </a:pPr>
            <a:r>
              <a:rPr lang="en-US" sz="2000" dirty="0">
                <a:ea typeface="+mn-ea"/>
              </a:rPr>
              <a:t>How can understanding of the impact of quality attributes be used during the design process?</a:t>
            </a:r>
          </a:p>
          <a:p>
            <a:pPr>
              <a:buFont typeface="Wingdings" charset="0"/>
              <a:buChar char="F"/>
              <a:defRPr/>
            </a:pPr>
            <a:r>
              <a:rPr lang="en-US" sz="2400" i="1" dirty="0">
                <a:ea typeface="+mn-ea"/>
                <a:cs typeface="+mn-cs"/>
              </a:rPr>
              <a:t>We will attempt to answer these questions over the next few weeks.</a:t>
            </a:r>
          </a:p>
        </p:txBody>
      </p:sp>
      <p:sp>
        <p:nvSpPr>
          <p:cNvPr id="2" name="Slide Number Placeholder 1">
            <a:extLst>
              <a:ext uri="{FF2B5EF4-FFF2-40B4-BE49-F238E27FC236}">
                <a16:creationId xmlns:a16="http://schemas.microsoft.com/office/drawing/2014/main" id="{248458B5-1285-EB0A-619B-76A81817D962}"/>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9827444B-E518-4A2C-9328-9C2332DCFA87}" type="slidenum">
              <a:rPr lang="en-AU" altLang="en-US" sz="1400" smtClean="0">
                <a:latin typeface="Times New Roman" panose="02020603050405020304" pitchFamily="18" charset="0"/>
              </a:rPr>
              <a:pPr>
                <a:spcBef>
                  <a:spcPct val="0"/>
                </a:spcBef>
                <a:buSzTx/>
                <a:buFontTx/>
                <a:buNone/>
                <a:defRPr/>
              </a:pPr>
              <a:t>31</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38658-EBC0-5A85-2860-723DCC89CCCA}"/>
              </a:ext>
            </a:extLst>
          </p:cNvPr>
          <p:cNvSpPr>
            <a:spLocks noGrp="1"/>
          </p:cNvSpPr>
          <p:nvPr>
            <p:ph type="title"/>
          </p:nvPr>
        </p:nvSpPr>
        <p:spPr/>
        <p:txBody>
          <a:bodyPr/>
          <a:lstStyle/>
          <a:p>
            <a:pPr>
              <a:defRPr/>
            </a:pPr>
            <a:r>
              <a:rPr lang="en-AU" dirty="0">
                <a:ea typeface="+mj-ea"/>
                <a:cs typeface="+mj-cs"/>
              </a:rPr>
              <a:t>Why Quality Requirements Matter</a:t>
            </a:r>
          </a:p>
        </p:txBody>
      </p:sp>
      <p:sp>
        <p:nvSpPr>
          <p:cNvPr id="4" name="Slide Number Placeholder 3">
            <a:extLst>
              <a:ext uri="{FF2B5EF4-FFF2-40B4-BE49-F238E27FC236}">
                <a16:creationId xmlns:a16="http://schemas.microsoft.com/office/drawing/2014/main" id="{408A2213-88D7-5A46-4882-1BB1A72560D0}"/>
              </a:ext>
            </a:extLst>
          </p:cNvPr>
          <p:cNvSpPr>
            <a:spLocks noGrp="1"/>
          </p:cNvSpPr>
          <p:nvPr>
            <p:ph type="sldNum" sz="quarter" idx="10"/>
          </p:nvPr>
        </p:nvSpPr>
        <p:spPr/>
        <p:txBody>
          <a:bodyPr/>
          <a:lstStyle/>
          <a:p>
            <a:pPr>
              <a:defRPr/>
            </a:pPr>
            <a:fld id="{19AFC9AC-318B-47A4-B03A-A49B78E7D95B}" type="slidenum">
              <a:rPr lang="en-AU" altLang="en-US" smtClean="0"/>
              <a:pPr>
                <a:defRPr/>
              </a:pPr>
              <a:t>32</a:t>
            </a:fld>
            <a:endParaRPr lang="en-AU" altLang="en-US"/>
          </a:p>
          <a:p>
            <a:pPr>
              <a:defRPr/>
            </a:pPr>
            <a:endParaRPr lang="en-AU" altLang="en-US"/>
          </a:p>
        </p:txBody>
      </p:sp>
      <p:sp>
        <p:nvSpPr>
          <p:cNvPr id="10" name="IntroText"/>
          <p:cNvSpPr>
            <a:spLocks noGrp="1"/>
          </p:cNvSpPr>
          <p:nvPr/>
        </p:nvSpPr>
        <p:spPr>
          <a:xfrm>
            <a:off x="395536" y="1268760"/>
            <a:ext cx="8433000" cy="646331"/>
          </a:xfrm>
          <a:prstGeom prst="rect">
            <a:avLst/>
          </a:prstGeom>
          <a:noFill/>
        </p:spPr>
        <p:txBody>
          <a:bodyPr wrap="square" lIns="91440" tIns="45720" rIns="91440" bIns="45720">
            <a:spAutoFit/>
          </a:bodyPr>
          <a:lstStyle/>
          <a:p>
            <a:pPr algn="ctr">
              <a:buNone/>
            </a:pPr>
            <a:r>
              <a:rPr lang="en-AU" sz="1800" b="1" dirty="0">
                <a:solidFill>
                  <a:srgbClr val="083A7F"/>
                </a:solidFill>
                <a:ea typeface="+mn-ea"/>
              </a:rPr>
              <a:t>Quality requirements determine WHAT we build for, functional requirements determine WHAT we build.</a:t>
            </a:r>
          </a:p>
        </p:txBody>
      </p:sp>
      <p:graphicFrame>
        <p:nvGraphicFramePr>
          <p:cNvPr id="20" name="ComparisonTable"/>
          <p:cNvGraphicFramePr>
            <a:graphicFrameLocks noGrp="1"/>
          </p:cNvGraphicFramePr>
          <p:nvPr>
            <p:extLst>
              <p:ext uri="{D42A27DB-BD31-4B8C-83A1-F6EECF244321}">
                <p14:modId xmlns:p14="http://schemas.microsoft.com/office/powerpoint/2010/main" val="1579723245"/>
              </p:ext>
            </p:extLst>
          </p:nvPr>
        </p:nvGraphicFramePr>
        <p:xfrm>
          <a:off x="428815" y="2060848"/>
          <a:ext cx="8433000" cy="4040265"/>
        </p:xfrm>
        <a:graphic>
          <a:graphicData uri="http://schemas.openxmlformats.org/drawingml/2006/table">
            <a:tbl>
              <a:tblPr firstRow="1" bandRow="1">
                <a:tableStyleId>{5C22544A-7EE6-4342-B048-85BDC9FD1C3A}</a:tableStyleId>
              </a:tblPr>
              <a:tblGrid>
                <a:gridCol w="2200000">
                  <a:extLst>
                    <a:ext uri="{9D8B030D-6E8A-4147-A177-3AD203B41FA5}">
                      <a16:colId xmlns:a16="http://schemas.microsoft.com/office/drawing/2014/main" val="20000"/>
                    </a:ext>
                  </a:extLst>
                </a:gridCol>
                <a:gridCol w="3116500">
                  <a:extLst>
                    <a:ext uri="{9D8B030D-6E8A-4147-A177-3AD203B41FA5}">
                      <a16:colId xmlns:a16="http://schemas.microsoft.com/office/drawing/2014/main" val="20001"/>
                    </a:ext>
                  </a:extLst>
                </a:gridCol>
                <a:gridCol w="3116500">
                  <a:extLst>
                    <a:ext uri="{9D8B030D-6E8A-4147-A177-3AD203B41FA5}">
                      <a16:colId xmlns:a16="http://schemas.microsoft.com/office/drawing/2014/main" val="20002"/>
                    </a:ext>
                  </a:extLst>
                </a:gridCol>
              </a:tblGrid>
              <a:tr h="713061">
                <a:tc>
                  <a:txBody>
                    <a:bodyPr/>
                    <a:lstStyle/>
                    <a:p>
                      <a:pPr algn="ctr">
                        <a:buNone/>
                      </a:pPr>
                      <a:r>
                        <a:rPr lang="en-AU" sz="2000" b="1" dirty="0">
                          <a:solidFill>
                            <a:srgbClr val="FFFFFF"/>
                          </a:solidFill>
                        </a:rPr>
                        <a:t>Quality Requirement</a:t>
                      </a:r>
                    </a:p>
                  </a:txBody>
                  <a:tcPr anchor="ctr">
                    <a:solidFill>
                      <a:srgbClr val="083A7F"/>
                    </a:solidFill>
                  </a:tcPr>
                </a:tc>
                <a:tc>
                  <a:txBody>
                    <a:bodyPr/>
                    <a:lstStyle/>
                    <a:p>
                      <a:pPr algn="ctr">
                        <a:buNone/>
                      </a:pPr>
                      <a:r>
                        <a:rPr lang="en-AU" sz="2000" b="1" dirty="0">
                          <a:solidFill>
                            <a:srgbClr val="FFFFFF"/>
                          </a:solidFill>
                        </a:rPr>
                        <a:t>Without It — What Goes Wrong</a:t>
                      </a:r>
                    </a:p>
                  </a:txBody>
                  <a:tcPr anchor="ctr">
                    <a:solidFill>
                      <a:srgbClr val="083A7F"/>
                    </a:solidFill>
                  </a:tcPr>
                </a:tc>
                <a:tc>
                  <a:txBody>
                    <a:bodyPr/>
                    <a:lstStyle/>
                    <a:p>
                      <a:pPr algn="ctr">
                        <a:buNone/>
                      </a:pPr>
                      <a:r>
                        <a:rPr lang="en-AU" sz="2000" b="1" dirty="0">
                          <a:solidFill>
                            <a:srgbClr val="FFFFFF"/>
                          </a:solidFill>
                        </a:rPr>
                        <a:t>With It — What You Gain</a:t>
                      </a:r>
                    </a:p>
                  </a:txBody>
                  <a:tcPr anchor="ctr">
                    <a:solidFill>
                      <a:srgbClr val="083A7F"/>
                    </a:solidFill>
                  </a:tcPr>
                </a:tc>
                <a:extLst>
                  <a:ext uri="{0D108BD9-81ED-4DB2-BD59-A6C34878D82A}">
                    <a16:rowId xmlns:a16="http://schemas.microsoft.com/office/drawing/2014/main" val="10000"/>
                  </a:ext>
                </a:extLst>
              </a:tr>
              <a:tr h="671781">
                <a:tc>
                  <a:txBody>
                    <a:bodyPr/>
                    <a:lstStyle/>
                    <a:p>
                      <a:pPr algn="ctr">
                        <a:buNone/>
                      </a:pPr>
                      <a:r>
                        <a:rPr lang="en-AU" sz="1800" b="1" dirty="0">
                          <a:solidFill>
                            <a:srgbClr val="083A7F"/>
                          </a:solidFill>
                        </a:rPr>
                        <a:t>Performance</a:t>
                      </a:r>
                    </a:p>
                    <a:p>
                      <a:pPr algn="ctr">
                        <a:buNone/>
                      </a:pPr>
                      <a:r>
                        <a:rPr lang="en-AU" sz="1600" b="1" i="1" dirty="0">
                          <a:solidFill>
                            <a:srgbClr val="00CC99"/>
                          </a:solidFill>
                        </a:rPr>
                        <a:t>(e.g. respond &lt; 2s)</a:t>
                      </a:r>
                    </a:p>
                  </a:txBody>
                  <a:tcPr anchor="ctr">
                    <a:solidFill>
                      <a:srgbClr val="FFFFFF"/>
                    </a:solidFill>
                  </a:tcPr>
                </a:tc>
                <a:tc>
                  <a:txBody>
                    <a:bodyPr/>
                    <a:lstStyle/>
                    <a:p>
                      <a:pPr algn="ctr">
                        <a:buNone/>
                      </a:pPr>
                      <a:r>
                        <a:rPr lang="en-AU" sz="1800" dirty="0">
                          <a:solidFill>
                            <a:srgbClr val="000000"/>
                          </a:solidFill>
                        </a:rPr>
                        <a:t>Page loads slowly → users abandon the site</a:t>
                      </a:r>
                    </a:p>
                  </a:txBody>
                  <a:tcPr anchor="ctr">
                    <a:solidFill>
                      <a:srgbClr val="FFFFFF"/>
                    </a:solidFill>
                  </a:tcPr>
                </a:tc>
                <a:tc>
                  <a:txBody>
                    <a:bodyPr/>
                    <a:lstStyle/>
                    <a:p>
                      <a:pPr algn="ctr">
                        <a:buNone/>
                      </a:pPr>
                      <a:r>
                        <a:rPr lang="en-AU" sz="1800" dirty="0">
                          <a:solidFill>
                            <a:srgbClr val="000000"/>
                          </a:solidFill>
                        </a:rPr>
                        <a:t>Users stay engaged; business retains customers</a:t>
                      </a:r>
                    </a:p>
                  </a:txBody>
                  <a:tcPr anchor="ctr">
                    <a:solidFill>
                      <a:srgbClr val="FFFFFF"/>
                    </a:solidFill>
                  </a:tcPr>
                </a:tc>
                <a:extLst>
                  <a:ext uri="{0D108BD9-81ED-4DB2-BD59-A6C34878D82A}">
                    <a16:rowId xmlns:a16="http://schemas.microsoft.com/office/drawing/2014/main" val="10001"/>
                  </a:ext>
                </a:extLst>
              </a:tr>
              <a:tr h="632264">
                <a:tc>
                  <a:txBody>
                    <a:bodyPr/>
                    <a:lstStyle/>
                    <a:p>
                      <a:pPr algn="ctr">
                        <a:buNone/>
                      </a:pPr>
                      <a:r>
                        <a:rPr lang="en-AU" sz="1800" b="1" dirty="0">
                          <a:solidFill>
                            <a:srgbClr val="083A7F"/>
                          </a:solidFill>
                        </a:rPr>
                        <a:t>Security</a:t>
                      </a:r>
                    </a:p>
                    <a:p>
                      <a:pPr algn="ctr">
                        <a:buNone/>
                      </a:pPr>
                      <a:r>
                        <a:rPr lang="en-AU" sz="1600" b="1" i="1" dirty="0">
                          <a:solidFill>
                            <a:srgbClr val="00CC99"/>
                          </a:solidFill>
                        </a:rPr>
                        <a:t>(e.g. encrypt passwords)</a:t>
                      </a:r>
                    </a:p>
                  </a:txBody>
                  <a:tcPr anchor="ctr">
                    <a:solidFill>
                      <a:srgbClr val="E8F4FF"/>
                    </a:solidFill>
                  </a:tcPr>
                </a:tc>
                <a:tc>
                  <a:txBody>
                    <a:bodyPr/>
                    <a:lstStyle/>
                    <a:p>
                      <a:pPr algn="ctr">
                        <a:buNone/>
                      </a:pPr>
                      <a:r>
                        <a:rPr lang="en-AU" sz="1800" dirty="0">
                          <a:solidFill>
                            <a:srgbClr val="000000"/>
                          </a:solidFill>
                        </a:rPr>
                        <a:t>Data breach exposes user passwords</a:t>
                      </a:r>
                    </a:p>
                  </a:txBody>
                  <a:tcPr anchor="ctr">
                    <a:solidFill>
                      <a:srgbClr val="E8F4FF"/>
                    </a:solidFill>
                  </a:tcPr>
                </a:tc>
                <a:tc>
                  <a:txBody>
                    <a:bodyPr/>
                    <a:lstStyle/>
                    <a:p>
                      <a:pPr algn="ctr">
                        <a:buNone/>
                      </a:pPr>
                      <a:r>
                        <a:rPr lang="en-AU" sz="1800" dirty="0">
                          <a:solidFill>
                            <a:srgbClr val="000000"/>
                          </a:solidFill>
                        </a:rPr>
                        <a:t>User data is protected; legal compliance met</a:t>
                      </a:r>
                    </a:p>
                  </a:txBody>
                  <a:tcPr anchor="ctr">
                    <a:solidFill>
                      <a:srgbClr val="E8F4FF"/>
                    </a:solidFill>
                  </a:tcPr>
                </a:tc>
                <a:extLst>
                  <a:ext uri="{0D108BD9-81ED-4DB2-BD59-A6C34878D82A}">
                    <a16:rowId xmlns:a16="http://schemas.microsoft.com/office/drawing/2014/main" val="10002"/>
                  </a:ext>
                </a:extLst>
              </a:tr>
              <a:tr h="671781">
                <a:tc>
                  <a:txBody>
                    <a:bodyPr/>
                    <a:lstStyle/>
                    <a:p>
                      <a:pPr algn="ctr">
                        <a:buNone/>
                      </a:pPr>
                      <a:r>
                        <a:rPr lang="en-AU" sz="1800" b="1" dirty="0">
                          <a:solidFill>
                            <a:srgbClr val="083A7F"/>
                          </a:solidFill>
                        </a:rPr>
                        <a:t>Reliability</a:t>
                      </a:r>
                    </a:p>
                    <a:p>
                      <a:pPr algn="ctr">
                        <a:buNone/>
                      </a:pPr>
                      <a:r>
                        <a:rPr lang="en-AU" sz="1600" b="1" i="1" dirty="0">
                          <a:solidFill>
                            <a:srgbClr val="00CC99"/>
                          </a:solidFill>
                        </a:rPr>
                        <a:t>(e.g. 99.9% uptime)</a:t>
                      </a:r>
                    </a:p>
                  </a:txBody>
                  <a:tcPr anchor="ctr">
                    <a:solidFill>
                      <a:srgbClr val="FFFFFF"/>
                    </a:solidFill>
                  </a:tcPr>
                </a:tc>
                <a:tc>
                  <a:txBody>
                    <a:bodyPr/>
                    <a:lstStyle/>
                    <a:p>
                      <a:pPr algn="ctr">
                        <a:buNone/>
                      </a:pPr>
                      <a:r>
                        <a:rPr lang="en-AU" sz="1800" dirty="0">
                          <a:solidFill>
                            <a:srgbClr val="000000"/>
                          </a:solidFill>
                        </a:rPr>
                        <a:t>System crashes during peak hours → lost revenue</a:t>
                      </a:r>
                    </a:p>
                  </a:txBody>
                  <a:tcPr anchor="ctr">
                    <a:solidFill>
                      <a:srgbClr val="FFFFFF"/>
                    </a:solidFill>
                  </a:tcPr>
                </a:tc>
                <a:tc>
                  <a:txBody>
                    <a:bodyPr/>
                    <a:lstStyle/>
                    <a:p>
                      <a:pPr algn="ctr">
                        <a:buNone/>
                      </a:pPr>
                      <a:r>
                        <a:rPr lang="en-AU" sz="1800" dirty="0">
                          <a:solidFill>
                            <a:srgbClr val="000000"/>
                          </a:solidFill>
                        </a:rPr>
                        <a:t>Consistent service; trust &amp; SLA compliance</a:t>
                      </a:r>
                    </a:p>
                  </a:txBody>
                  <a:tcPr anchor="ctr">
                    <a:solidFill>
                      <a:srgbClr val="FFFFFF"/>
                    </a:solidFill>
                  </a:tcPr>
                </a:tc>
                <a:extLst>
                  <a:ext uri="{0D108BD9-81ED-4DB2-BD59-A6C34878D82A}">
                    <a16:rowId xmlns:a16="http://schemas.microsoft.com/office/drawing/2014/main" val="10003"/>
                  </a:ext>
                </a:extLst>
              </a:tr>
              <a:tr h="671781">
                <a:tc>
                  <a:txBody>
                    <a:bodyPr/>
                    <a:lstStyle/>
                    <a:p>
                      <a:pPr algn="ctr">
                        <a:buNone/>
                      </a:pPr>
                      <a:r>
                        <a:rPr lang="en-AU" sz="1800" b="1" dirty="0">
                          <a:solidFill>
                            <a:srgbClr val="083A7F"/>
                          </a:solidFill>
                        </a:rPr>
                        <a:t>Scalability</a:t>
                      </a:r>
                    </a:p>
                    <a:p>
                      <a:pPr algn="ctr">
                        <a:buNone/>
                      </a:pPr>
                      <a:r>
                        <a:rPr lang="en-AU" sz="1600" b="1" i="1" dirty="0">
                          <a:solidFill>
                            <a:srgbClr val="00CC99"/>
                          </a:solidFill>
                        </a:rPr>
                        <a:t>(e.g. handle 10× load)</a:t>
                      </a:r>
                    </a:p>
                  </a:txBody>
                  <a:tcPr anchor="ctr">
                    <a:solidFill>
                      <a:srgbClr val="E8F4FF"/>
                    </a:solidFill>
                  </a:tcPr>
                </a:tc>
                <a:tc>
                  <a:txBody>
                    <a:bodyPr/>
                    <a:lstStyle/>
                    <a:p>
                      <a:pPr algn="ctr">
                        <a:buNone/>
                      </a:pPr>
                      <a:r>
                        <a:rPr lang="en-AU" sz="1800" dirty="0">
                          <a:solidFill>
                            <a:srgbClr val="000000"/>
                          </a:solidFill>
                        </a:rPr>
                        <a:t>System collapses under high traffic (e.g. Black Friday)</a:t>
                      </a:r>
                    </a:p>
                  </a:txBody>
                  <a:tcPr anchor="ctr">
                    <a:solidFill>
                      <a:srgbClr val="E8F4FF"/>
                    </a:solidFill>
                  </a:tcPr>
                </a:tc>
                <a:tc>
                  <a:txBody>
                    <a:bodyPr/>
                    <a:lstStyle/>
                    <a:p>
                      <a:pPr algn="ctr">
                        <a:buNone/>
                      </a:pPr>
                      <a:r>
                        <a:rPr lang="en-AU" sz="1800" dirty="0">
                          <a:solidFill>
                            <a:srgbClr val="000000"/>
                          </a:solidFill>
                        </a:rPr>
                        <a:t>Architecture grows with demand; no rewrites needed</a:t>
                      </a:r>
                    </a:p>
                  </a:txBody>
                  <a:tcPr anchor="ctr">
                    <a:solidFill>
                      <a:srgbClr val="E8F4FF"/>
                    </a:solidFill>
                  </a:tcPr>
                </a:tc>
                <a:extLst>
                  <a:ext uri="{0D108BD9-81ED-4DB2-BD59-A6C34878D82A}">
                    <a16:rowId xmlns:a16="http://schemas.microsoft.com/office/drawing/2014/main" val="10004"/>
                  </a:ext>
                </a:extLst>
              </a:tr>
              <a:tr h="671781">
                <a:tc>
                  <a:txBody>
                    <a:bodyPr/>
                    <a:lstStyle/>
                    <a:p>
                      <a:pPr algn="ctr">
                        <a:buNone/>
                      </a:pPr>
                      <a:r>
                        <a:rPr lang="en-AU" sz="1800" b="1" dirty="0">
                          <a:solidFill>
                            <a:srgbClr val="083A7F"/>
                          </a:solidFill>
                        </a:rPr>
                        <a:t>Maintainability</a:t>
                      </a:r>
                    </a:p>
                    <a:p>
                      <a:pPr algn="ctr">
                        <a:buNone/>
                      </a:pPr>
                      <a:r>
                        <a:rPr lang="en-AU" sz="1600" b="1" i="1" dirty="0">
                          <a:solidFill>
                            <a:srgbClr val="00CC99"/>
                          </a:solidFill>
                        </a:rPr>
                        <a:t>(e.g. modular code)</a:t>
                      </a:r>
                    </a:p>
                  </a:txBody>
                  <a:tcPr anchor="ctr">
                    <a:solidFill>
                      <a:srgbClr val="FFFFFF"/>
                    </a:solidFill>
                  </a:tcPr>
                </a:tc>
                <a:tc>
                  <a:txBody>
                    <a:bodyPr/>
                    <a:lstStyle/>
                    <a:p>
                      <a:pPr algn="ctr">
                        <a:buNone/>
                      </a:pPr>
                      <a:r>
                        <a:rPr lang="en-AU" sz="1800" dirty="0">
                          <a:solidFill>
                            <a:srgbClr val="000000"/>
                          </a:solidFill>
                        </a:rPr>
                        <a:t>Changing one feature breaks unrelated parts</a:t>
                      </a:r>
                    </a:p>
                  </a:txBody>
                  <a:tcPr anchor="ctr">
                    <a:solidFill>
                      <a:srgbClr val="FFFFFF"/>
                    </a:solidFill>
                  </a:tcPr>
                </a:tc>
                <a:tc>
                  <a:txBody>
                    <a:bodyPr/>
                    <a:lstStyle/>
                    <a:p>
                      <a:pPr algn="ctr">
                        <a:buNone/>
                      </a:pPr>
                      <a:r>
                        <a:rPr lang="en-AU" sz="1800" dirty="0">
                          <a:solidFill>
                            <a:srgbClr val="000000"/>
                          </a:solidFill>
                        </a:rPr>
                        <a:t>New features ship faster; bugs are isolated quickly</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7688199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8E27E9-FF94-606C-196D-1A22691F300B}"/>
              </a:ext>
            </a:extLst>
          </p:cNvPr>
          <p:cNvSpPr>
            <a:spLocks noGrp="1"/>
          </p:cNvSpPr>
          <p:nvPr>
            <p:ph type="sldNum" sz="quarter" idx="10"/>
          </p:nvPr>
        </p:nvSpPr>
        <p:spPr/>
        <p:txBody>
          <a:bodyPr/>
          <a:lstStyle/>
          <a:p>
            <a:pPr>
              <a:defRPr/>
            </a:pPr>
            <a:fld id="{906E9BCC-0CF0-4440-BE86-162B99888615}" type="slidenum">
              <a:rPr lang="en-AU" altLang="en-US" smtClean="0"/>
              <a:pPr>
                <a:defRPr/>
              </a:pPr>
              <a:t>33</a:t>
            </a:fld>
            <a:endParaRPr lang="en-AU" altLang="en-US"/>
          </a:p>
          <a:p>
            <a:pPr>
              <a:defRPr/>
            </a:pPr>
            <a:endParaRPr lang="en-AU" altLang="en-US"/>
          </a:p>
        </p:txBody>
      </p:sp>
      <p:sp>
        <p:nvSpPr>
          <p:cNvPr id="50" name="TitleBanner"/>
          <p:cNvSpPr>
            <a:spLocks noGrp="1"/>
          </p:cNvSpPr>
          <p:nvPr/>
        </p:nvSpPr>
        <p:spPr>
          <a:xfrm>
            <a:off x="514000" y="342900"/>
            <a:ext cx="8116000" cy="570000"/>
          </a:xfrm>
          <a:prstGeom prst="rect">
            <a:avLst/>
          </a:prstGeom>
          <a:solidFill>
            <a:srgbClr val="083A7F"/>
          </a:solidFill>
          <a:ln w="0">
            <a:noFill/>
          </a:ln>
        </p:spPr>
        <p:txBody>
          <a:bodyPr wrap="square" lIns="91440" tIns="45720" rIns="91440" bIns="45720" anchor="ctr"/>
          <a:lstStyle/>
          <a:p>
            <a:pPr>
              <a:buNone/>
            </a:pPr>
            <a:r>
              <a:rPr lang="en-AU" sz="2000" b="1" dirty="0">
                <a:solidFill>
                  <a:srgbClr val="FFFFFF"/>
                </a:solidFill>
              </a:rPr>
              <a:t>Quality Requirements in Practice — Real-World Examples</a:t>
            </a:r>
          </a:p>
        </p:txBody>
      </p:sp>
      <p:sp>
        <p:nvSpPr>
          <p:cNvPr id="51" name="Subtitle"/>
          <p:cNvSpPr>
            <a:spLocks noGrp="1"/>
          </p:cNvSpPr>
          <p:nvPr/>
        </p:nvSpPr>
        <p:spPr>
          <a:xfrm>
            <a:off x="514000" y="970000"/>
            <a:ext cx="8116000" cy="380000"/>
          </a:xfrm>
          <a:prstGeom prst="rect">
            <a:avLst/>
          </a:prstGeom>
          <a:noFill/>
          <a:ln w="0">
            <a:noFill/>
          </a:ln>
        </p:spPr>
        <p:txBody>
          <a:bodyPr wrap="square" lIns="91440" tIns="45720" rIns="91440" bIns="45720" anchor="ctr"/>
          <a:lstStyle/>
          <a:p>
            <a:pPr>
              <a:buNone/>
            </a:pPr>
            <a:r>
              <a:rPr lang="en-AU" sz="1400" i="1" dirty="0">
                <a:solidFill>
                  <a:srgbClr val="444444"/>
                </a:solidFill>
              </a:rPr>
              <a:t>Each example shows how ONE quality requirement drives architecture and design decisions</a:t>
            </a:r>
          </a:p>
        </p:txBody>
      </p:sp>
      <p:sp>
        <p:nvSpPr>
          <p:cNvPr id="100" name="CardBg0"/>
          <p:cNvSpPr>
            <a:spLocks noGrp="1"/>
          </p:cNvSpPr>
          <p:nvPr/>
        </p:nvSpPr>
        <p:spPr>
          <a:xfrm>
            <a:off x="514000" y="1440000"/>
            <a:ext cx="2612000" cy="5080000"/>
          </a:xfrm>
          <a:prstGeom prst="roundRect">
            <a:avLst>
              <a:gd name="adj" fmla="val 20000"/>
            </a:avLst>
          </a:prstGeom>
          <a:solidFill>
            <a:srgbClr val="EEF4FF"/>
          </a:solidFill>
          <a:ln w="19050">
            <a:solidFill>
              <a:srgbClr val="083A7F"/>
            </a:solidFill>
          </a:ln>
        </p:spPr>
        <p:txBody>
          <a:bodyPr wrap="square" lIns="91440" tIns="45720" rIns="91440" bIns="45720" anchor="ctr"/>
          <a:lstStyle/>
          <a:p>
            <a:pPr>
              <a:buNone/>
            </a:pPr>
            <a:r>
              <a:rPr lang="en-AU" sz="1400" dirty="0">
                <a:solidFill>
                  <a:srgbClr val="000000"/>
                </a:solidFill>
              </a:rPr>
              <a:t> </a:t>
            </a:r>
          </a:p>
        </p:txBody>
      </p:sp>
      <p:sp>
        <p:nvSpPr>
          <p:cNvPr id="101" name="Hdr0"/>
          <p:cNvSpPr>
            <a:spLocks noGrp="1"/>
          </p:cNvSpPr>
          <p:nvPr/>
        </p:nvSpPr>
        <p:spPr>
          <a:xfrm>
            <a:off x="584000" y="1520000"/>
            <a:ext cx="2472000" cy="400000"/>
          </a:xfrm>
          <a:prstGeom prst="roundRect">
            <a:avLst>
              <a:gd name="adj" fmla="val 20000"/>
            </a:avLst>
          </a:prstGeom>
          <a:solidFill>
            <a:srgbClr val="FFFFFF"/>
          </a:solidFill>
          <a:ln w="19050">
            <a:solidFill>
              <a:srgbClr val="083A7F"/>
            </a:solidFill>
          </a:ln>
        </p:spPr>
        <p:txBody>
          <a:bodyPr wrap="square" lIns="91440" tIns="45720" rIns="91440" bIns="45720" anchor="ctr"/>
          <a:lstStyle/>
          <a:p>
            <a:pPr>
              <a:buNone/>
            </a:pPr>
            <a:r>
              <a:rPr lang="en-AU" sz="1400" b="1" dirty="0">
                <a:solidFill>
                  <a:srgbClr val="083A7F"/>
                </a:solidFill>
              </a:rPr>
              <a:t>Online Banking App</a:t>
            </a:r>
          </a:p>
        </p:txBody>
      </p:sp>
      <p:sp>
        <p:nvSpPr>
          <p:cNvPr id="102" name="QRLbl0"/>
          <p:cNvSpPr>
            <a:spLocks noGrp="1"/>
          </p:cNvSpPr>
          <p:nvPr/>
        </p:nvSpPr>
        <p:spPr>
          <a:xfrm>
            <a:off x="584000" y="2020000"/>
            <a:ext cx="2472000" cy="250000"/>
          </a:xfrm>
          <a:prstGeom prst="rect">
            <a:avLst/>
          </a:prstGeom>
          <a:solidFill>
            <a:srgbClr val="083A7F"/>
          </a:solidFill>
          <a:ln w="0">
            <a:noFill/>
          </a:ln>
        </p:spPr>
        <p:txBody>
          <a:bodyPr wrap="square" lIns="91440" tIns="45720" rIns="91440" bIns="45720" anchor="ctr"/>
          <a:lstStyle/>
          <a:p>
            <a:pPr>
              <a:buNone/>
            </a:pPr>
            <a:r>
              <a:rPr lang="en-AU" sz="1100" b="1" dirty="0">
                <a:solidFill>
                  <a:srgbClr val="FFFFFF"/>
                </a:solidFill>
              </a:rPr>
              <a:t>QUALITY REQUIREMENT</a:t>
            </a:r>
          </a:p>
        </p:txBody>
      </p:sp>
      <p:sp>
        <p:nvSpPr>
          <p:cNvPr id="103" name="QRTxt0"/>
          <p:cNvSpPr>
            <a:spLocks noGrp="1"/>
          </p:cNvSpPr>
          <p:nvPr/>
        </p:nvSpPr>
        <p:spPr>
          <a:xfrm>
            <a:off x="584000" y="2310000"/>
            <a:ext cx="2472000" cy="600000"/>
          </a:xfrm>
          <a:prstGeom prst="rect">
            <a:avLst/>
          </a:prstGeom>
          <a:noFill/>
          <a:ln w="0">
            <a:noFill/>
          </a:ln>
        </p:spPr>
        <p:txBody>
          <a:bodyPr wrap="square" lIns="91440" tIns="45720" rIns="91440" bIns="45720" anchor="ctr"/>
          <a:lstStyle/>
          <a:p>
            <a:pPr>
              <a:buNone/>
            </a:pPr>
            <a:r>
              <a:rPr lang="en-AU" sz="1300" dirty="0">
                <a:solidFill>
                  <a:srgbClr val="000000"/>
                </a:solidFill>
              </a:rPr>
              <a:t>Security: All data encrypted; 2FA required</a:t>
            </a:r>
          </a:p>
        </p:txBody>
      </p:sp>
      <p:sp>
        <p:nvSpPr>
          <p:cNvPr id="104" name="Arr1_0"/>
          <p:cNvSpPr/>
          <p:nvPr/>
        </p:nvSpPr>
        <p:spPr>
          <a:xfrm>
            <a:off x="1715000" y="2960000"/>
            <a:ext cx="210000" cy="240000"/>
          </a:xfrm>
          <a:prstGeom prst="downArrow">
            <a:avLst/>
          </a:prstGeom>
          <a:solidFill>
            <a:srgbClr val="00CC99"/>
          </a:solidFill>
          <a:ln w="0">
            <a:noFill/>
          </a:ln>
        </p:spPr>
        <p:txBody>
          <a:bodyPr/>
          <a:lstStyle/>
          <a:p>
            <a:endParaRPr/>
          </a:p>
        </p:txBody>
      </p:sp>
      <p:sp>
        <p:nvSpPr>
          <p:cNvPr id="105" name="DDLbl0"/>
          <p:cNvSpPr>
            <a:spLocks noGrp="1"/>
          </p:cNvSpPr>
          <p:nvPr/>
        </p:nvSpPr>
        <p:spPr>
          <a:xfrm>
            <a:off x="584000" y="3260000"/>
            <a:ext cx="2472000" cy="250000"/>
          </a:xfrm>
          <a:prstGeom prst="rect">
            <a:avLst/>
          </a:prstGeom>
          <a:solidFill>
            <a:srgbClr val="555555"/>
          </a:solidFill>
          <a:ln w="0">
            <a:noFill/>
          </a:ln>
        </p:spPr>
        <p:txBody>
          <a:bodyPr wrap="square" lIns="91440" tIns="45720" rIns="91440" bIns="45720" anchor="ctr"/>
          <a:lstStyle/>
          <a:p>
            <a:pPr>
              <a:buNone/>
            </a:pPr>
            <a:r>
              <a:rPr lang="en-AU" sz="1100" b="1" dirty="0">
                <a:solidFill>
                  <a:srgbClr val="FFFFFF"/>
                </a:solidFill>
              </a:rPr>
              <a:t>DESIGN DECISION</a:t>
            </a:r>
          </a:p>
        </p:txBody>
      </p:sp>
      <p:sp>
        <p:nvSpPr>
          <p:cNvPr id="106" name="DDTxt0"/>
          <p:cNvSpPr>
            <a:spLocks noGrp="1"/>
          </p:cNvSpPr>
          <p:nvPr/>
        </p:nvSpPr>
        <p:spPr>
          <a:xfrm>
            <a:off x="584000" y="3550000"/>
            <a:ext cx="2472000" cy="680000"/>
          </a:xfrm>
          <a:prstGeom prst="rect">
            <a:avLst/>
          </a:prstGeom>
          <a:noFill/>
          <a:ln w="0">
            <a:noFill/>
          </a:ln>
        </p:spPr>
        <p:txBody>
          <a:bodyPr wrap="square" lIns="91440" tIns="45720" rIns="91440" bIns="45720" anchor="ctr"/>
          <a:lstStyle/>
          <a:p>
            <a:pPr>
              <a:buNone/>
            </a:pPr>
            <a:r>
              <a:rPr lang="en-AU" sz="1300" dirty="0">
                <a:solidFill>
                  <a:srgbClr val="000000"/>
                </a:solidFill>
              </a:rPr>
              <a:t>Separate auth service; HTTPS; salted password hashes</a:t>
            </a:r>
          </a:p>
        </p:txBody>
      </p:sp>
      <p:sp>
        <p:nvSpPr>
          <p:cNvPr id="107" name="Arr2_0"/>
          <p:cNvSpPr/>
          <p:nvPr/>
        </p:nvSpPr>
        <p:spPr>
          <a:xfrm>
            <a:off x="1715000" y="4290000"/>
            <a:ext cx="210000" cy="240000"/>
          </a:xfrm>
          <a:prstGeom prst="downArrow">
            <a:avLst/>
          </a:prstGeom>
          <a:solidFill>
            <a:srgbClr val="00CC99"/>
          </a:solidFill>
          <a:ln w="0">
            <a:noFill/>
          </a:ln>
        </p:spPr>
        <p:txBody>
          <a:bodyPr/>
          <a:lstStyle/>
          <a:p>
            <a:endParaRPr/>
          </a:p>
        </p:txBody>
      </p:sp>
      <p:sp>
        <p:nvSpPr>
          <p:cNvPr id="108" name="OutLbl0"/>
          <p:cNvSpPr>
            <a:spLocks noGrp="1"/>
          </p:cNvSpPr>
          <p:nvPr/>
        </p:nvSpPr>
        <p:spPr>
          <a:xfrm>
            <a:off x="584000" y="4590000"/>
            <a:ext cx="2472000" cy="250000"/>
          </a:xfrm>
          <a:prstGeom prst="rect">
            <a:avLst/>
          </a:prstGeom>
          <a:solidFill>
            <a:srgbClr val="00AA77"/>
          </a:solidFill>
          <a:ln w="0">
            <a:noFill/>
          </a:ln>
        </p:spPr>
        <p:txBody>
          <a:bodyPr wrap="square" lIns="91440" tIns="45720" rIns="91440" bIns="45720" anchor="ctr"/>
          <a:lstStyle/>
          <a:p>
            <a:pPr>
              <a:buNone/>
            </a:pPr>
            <a:r>
              <a:rPr lang="en-AU" sz="1100" b="1" dirty="0">
                <a:solidFill>
                  <a:srgbClr val="FFFFFF"/>
                </a:solidFill>
              </a:rPr>
              <a:t>OUTCOME</a:t>
            </a:r>
          </a:p>
        </p:txBody>
      </p:sp>
      <p:sp>
        <p:nvSpPr>
          <p:cNvPr id="109" name="OutTxt0"/>
          <p:cNvSpPr>
            <a:spLocks noGrp="1"/>
          </p:cNvSpPr>
          <p:nvPr/>
        </p:nvSpPr>
        <p:spPr>
          <a:xfrm>
            <a:off x="584000" y="4890000"/>
            <a:ext cx="2472000" cy="680000"/>
          </a:xfrm>
          <a:prstGeom prst="rect">
            <a:avLst/>
          </a:prstGeom>
          <a:noFill/>
          <a:ln w="0">
            <a:noFill/>
          </a:ln>
        </p:spPr>
        <p:txBody>
          <a:bodyPr wrap="square" lIns="91440" tIns="45720" rIns="91440" bIns="45720" anchor="ctr"/>
          <a:lstStyle/>
          <a:p>
            <a:pPr>
              <a:buNone/>
            </a:pPr>
            <a:r>
              <a:rPr lang="en-AU" sz="1300" dirty="0">
                <a:solidFill>
                  <a:srgbClr val="000000"/>
                </a:solidFill>
              </a:rPr>
              <a:t>Breaches blocked; PCI-DSS compliance met</a:t>
            </a:r>
          </a:p>
        </p:txBody>
      </p:sp>
      <p:sp>
        <p:nvSpPr>
          <p:cNvPr id="120" name="CardBg1"/>
          <p:cNvSpPr>
            <a:spLocks noGrp="1"/>
          </p:cNvSpPr>
          <p:nvPr/>
        </p:nvSpPr>
        <p:spPr>
          <a:xfrm>
            <a:off x="3266000" y="1440000"/>
            <a:ext cx="2612000" cy="5080000"/>
          </a:xfrm>
          <a:prstGeom prst="roundRect">
            <a:avLst>
              <a:gd name="adj" fmla="val 20000"/>
            </a:avLst>
          </a:prstGeom>
          <a:solidFill>
            <a:srgbClr val="EDFFF7"/>
          </a:solidFill>
          <a:ln w="19050">
            <a:solidFill>
              <a:srgbClr val="007755"/>
            </a:solidFill>
          </a:ln>
        </p:spPr>
        <p:txBody>
          <a:bodyPr wrap="square" lIns="91440" tIns="45720" rIns="91440" bIns="45720" anchor="ctr"/>
          <a:lstStyle/>
          <a:p>
            <a:pPr>
              <a:buNone/>
            </a:pPr>
            <a:r>
              <a:rPr lang="en-AU" sz="1400" dirty="0">
                <a:solidFill>
                  <a:srgbClr val="000000"/>
                </a:solidFill>
              </a:rPr>
              <a:t> </a:t>
            </a:r>
          </a:p>
        </p:txBody>
      </p:sp>
      <p:sp>
        <p:nvSpPr>
          <p:cNvPr id="121" name="Hdr1"/>
          <p:cNvSpPr>
            <a:spLocks noGrp="1"/>
          </p:cNvSpPr>
          <p:nvPr/>
        </p:nvSpPr>
        <p:spPr>
          <a:xfrm>
            <a:off x="3336000" y="1520000"/>
            <a:ext cx="2472000" cy="400000"/>
          </a:xfrm>
          <a:prstGeom prst="roundRect">
            <a:avLst>
              <a:gd name="adj" fmla="val 20000"/>
            </a:avLst>
          </a:prstGeom>
          <a:solidFill>
            <a:srgbClr val="FFFFFF"/>
          </a:solidFill>
          <a:ln w="19050">
            <a:solidFill>
              <a:srgbClr val="007755"/>
            </a:solidFill>
          </a:ln>
        </p:spPr>
        <p:txBody>
          <a:bodyPr wrap="square" lIns="91440" tIns="45720" rIns="91440" bIns="45720" anchor="ctr"/>
          <a:lstStyle/>
          <a:p>
            <a:pPr>
              <a:buNone/>
            </a:pPr>
            <a:r>
              <a:rPr lang="en-AU" sz="1400" b="1" dirty="0">
                <a:solidFill>
                  <a:srgbClr val="007755"/>
                </a:solidFill>
              </a:rPr>
              <a:t>E-Commerce Platform (eBay)</a:t>
            </a:r>
          </a:p>
        </p:txBody>
      </p:sp>
      <p:sp>
        <p:nvSpPr>
          <p:cNvPr id="122" name="QRLbl1"/>
          <p:cNvSpPr>
            <a:spLocks noGrp="1"/>
          </p:cNvSpPr>
          <p:nvPr/>
        </p:nvSpPr>
        <p:spPr>
          <a:xfrm>
            <a:off x="3336000" y="2020000"/>
            <a:ext cx="2472000" cy="250000"/>
          </a:xfrm>
          <a:prstGeom prst="rect">
            <a:avLst/>
          </a:prstGeom>
          <a:solidFill>
            <a:srgbClr val="007755"/>
          </a:solidFill>
          <a:ln w="0">
            <a:noFill/>
          </a:ln>
        </p:spPr>
        <p:txBody>
          <a:bodyPr wrap="square" lIns="91440" tIns="45720" rIns="91440" bIns="45720" anchor="ctr"/>
          <a:lstStyle/>
          <a:p>
            <a:pPr>
              <a:buNone/>
            </a:pPr>
            <a:r>
              <a:rPr lang="en-AU" sz="1100" b="1" dirty="0">
                <a:solidFill>
                  <a:srgbClr val="FFFFFF"/>
                </a:solidFill>
              </a:rPr>
              <a:t>QUALITY REQUIREMENT</a:t>
            </a:r>
          </a:p>
        </p:txBody>
      </p:sp>
      <p:sp>
        <p:nvSpPr>
          <p:cNvPr id="123" name="QRTxt1"/>
          <p:cNvSpPr>
            <a:spLocks noGrp="1"/>
          </p:cNvSpPr>
          <p:nvPr/>
        </p:nvSpPr>
        <p:spPr>
          <a:xfrm>
            <a:off x="3336000" y="2310000"/>
            <a:ext cx="2472000" cy="600000"/>
          </a:xfrm>
          <a:prstGeom prst="rect">
            <a:avLst/>
          </a:prstGeom>
          <a:noFill/>
          <a:ln w="0">
            <a:noFill/>
          </a:ln>
        </p:spPr>
        <p:txBody>
          <a:bodyPr wrap="square" lIns="91440" tIns="45720" rIns="91440" bIns="45720" anchor="ctr"/>
          <a:lstStyle/>
          <a:p>
            <a:pPr>
              <a:buNone/>
            </a:pPr>
            <a:r>
              <a:rPr lang="en-AU" sz="1300" dirty="0">
                <a:solidFill>
                  <a:srgbClr val="000000"/>
                </a:solidFill>
              </a:rPr>
              <a:t>Scalability: Handle 10x traffic spikes on peak days</a:t>
            </a:r>
          </a:p>
        </p:txBody>
      </p:sp>
      <p:sp>
        <p:nvSpPr>
          <p:cNvPr id="124" name="Arr1_1"/>
          <p:cNvSpPr/>
          <p:nvPr/>
        </p:nvSpPr>
        <p:spPr>
          <a:xfrm>
            <a:off x="4467000" y="2960000"/>
            <a:ext cx="210000" cy="240000"/>
          </a:xfrm>
          <a:prstGeom prst="downArrow">
            <a:avLst/>
          </a:prstGeom>
          <a:solidFill>
            <a:srgbClr val="00CC99"/>
          </a:solidFill>
          <a:ln w="0">
            <a:noFill/>
          </a:ln>
        </p:spPr>
        <p:txBody>
          <a:bodyPr/>
          <a:lstStyle/>
          <a:p>
            <a:endParaRPr/>
          </a:p>
        </p:txBody>
      </p:sp>
      <p:sp>
        <p:nvSpPr>
          <p:cNvPr id="125" name="DDLbl1"/>
          <p:cNvSpPr>
            <a:spLocks noGrp="1"/>
          </p:cNvSpPr>
          <p:nvPr/>
        </p:nvSpPr>
        <p:spPr>
          <a:xfrm>
            <a:off x="3336000" y="3260000"/>
            <a:ext cx="2472000" cy="250000"/>
          </a:xfrm>
          <a:prstGeom prst="rect">
            <a:avLst/>
          </a:prstGeom>
          <a:solidFill>
            <a:srgbClr val="555555"/>
          </a:solidFill>
          <a:ln w="0">
            <a:noFill/>
          </a:ln>
        </p:spPr>
        <p:txBody>
          <a:bodyPr wrap="square" lIns="91440" tIns="45720" rIns="91440" bIns="45720" anchor="ctr"/>
          <a:lstStyle/>
          <a:p>
            <a:pPr>
              <a:buNone/>
            </a:pPr>
            <a:r>
              <a:rPr lang="en-AU" sz="1100" b="1" dirty="0">
                <a:solidFill>
                  <a:srgbClr val="FFFFFF"/>
                </a:solidFill>
              </a:rPr>
              <a:t>DESIGN DECISION</a:t>
            </a:r>
          </a:p>
        </p:txBody>
      </p:sp>
      <p:sp>
        <p:nvSpPr>
          <p:cNvPr id="126" name="DDTxt1"/>
          <p:cNvSpPr>
            <a:spLocks noGrp="1"/>
          </p:cNvSpPr>
          <p:nvPr/>
        </p:nvSpPr>
        <p:spPr>
          <a:xfrm>
            <a:off x="3336000" y="3550000"/>
            <a:ext cx="2472000" cy="680000"/>
          </a:xfrm>
          <a:prstGeom prst="rect">
            <a:avLst/>
          </a:prstGeom>
          <a:noFill/>
          <a:ln w="0">
            <a:noFill/>
          </a:ln>
        </p:spPr>
        <p:txBody>
          <a:bodyPr wrap="square" lIns="91440" tIns="45720" rIns="91440" bIns="45720" anchor="ctr"/>
          <a:lstStyle/>
          <a:p>
            <a:pPr>
              <a:buNone/>
            </a:pPr>
            <a:r>
              <a:rPr lang="en-AU" sz="1300" dirty="0">
                <a:solidFill>
                  <a:srgbClr val="000000"/>
                </a:solidFill>
              </a:rPr>
              <a:t>Microservices + load balancer + CDN + auto-scaling</a:t>
            </a:r>
          </a:p>
        </p:txBody>
      </p:sp>
      <p:sp>
        <p:nvSpPr>
          <p:cNvPr id="127" name="Arr2_1"/>
          <p:cNvSpPr/>
          <p:nvPr/>
        </p:nvSpPr>
        <p:spPr>
          <a:xfrm>
            <a:off x="4467000" y="4290000"/>
            <a:ext cx="210000" cy="240000"/>
          </a:xfrm>
          <a:prstGeom prst="downArrow">
            <a:avLst/>
          </a:prstGeom>
          <a:solidFill>
            <a:srgbClr val="00CC99"/>
          </a:solidFill>
          <a:ln w="0">
            <a:noFill/>
          </a:ln>
        </p:spPr>
        <p:txBody>
          <a:bodyPr/>
          <a:lstStyle/>
          <a:p>
            <a:endParaRPr/>
          </a:p>
        </p:txBody>
      </p:sp>
      <p:sp>
        <p:nvSpPr>
          <p:cNvPr id="128" name="OutLbl1"/>
          <p:cNvSpPr>
            <a:spLocks noGrp="1"/>
          </p:cNvSpPr>
          <p:nvPr/>
        </p:nvSpPr>
        <p:spPr>
          <a:xfrm>
            <a:off x="3336000" y="4590000"/>
            <a:ext cx="2472000" cy="250000"/>
          </a:xfrm>
          <a:prstGeom prst="rect">
            <a:avLst/>
          </a:prstGeom>
          <a:solidFill>
            <a:srgbClr val="00AA77"/>
          </a:solidFill>
          <a:ln w="0">
            <a:noFill/>
          </a:ln>
        </p:spPr>
        <p:txBody>
          <a:bodyPr wrap="square" lIns="91440" tIns="45720" rIns="91440" bIns="45720" anchor="ctr"/>
          <a:lstStyle/>
          <a:p>
            <a:pPr>
              <a:buNone/>
            </a:pPr>
            <a:r>
              <a:rPr lang="en-AU" sz="1100" b="1" dirty="0">
                <a:solidFill>
                  <a:srgbClr val="FFFFFF"/>
                </a:solidFill>
              </a:rPr>
              <a:t>OUTCOME</a:t>
            </a:r>
          </a:p>
        </p:txBody>
      </p:sp>
      <p:sp>
        <p:nvSpPr>
          <p:cNvPr id="129" name="OutTxt1"/>
          <p:cNvSpPr>
            <a:spLocks noGrp="1"/>
          </p:cNvSpPr>
          <p:nvPr/>
        </p:nvSpPr>
        <p:spPr>
          <a:xfrm>
            <a:off x="3336000" y="4890000"/>
            <a:ext cx="2472000" cy="680000"/>
          </a:xfrm>
          <a:prstGeom prst="rect">
            <a:avLst/>
          </a:prstGeom>
          <a:noFill/>
          <a:ln w="0">
            <a:noFill/>
          </a:ln>
        </p:spPr>
        <p:txBody>
          <a:bodyPr wrap="square" lIns="91440" tIns="45720" rIns="91440" bIns="45720" anchor="ctr"/>
          <a:lstStyle/>
          <a:p>
            <a:pPr>
              <a:buNone/>
            </a:pPr>
            <a:r>
              <a:rPr lang="en-AU" sz="1300" dirty="0">
                <a:solidFill>
                  <a:srgbClr val="000000"/>
                </a:solidFill>
              </a:rPr>
              <a:t>Black Friday handled; no downtime; scales on demand</a:t>
            </a:r>
          </a:p>
        </p:txBody>
      </p:sp>
      <p:sp>
        <p:nvSpPr>
          <p:cNvPr id="140" name="CardBg2"/>
          <p:cNvSpPr>
            <a:spLocks noGrp="1"/>
          </p:cNvSpPr>
          <p:nvPr/>
        </p:nvSpPr>
        <p:spPr>
          <a:xfrm>
            <a:off x="6018000" y="1440000"/>
            <a:ext cx="2612000" cy="5080000"/>
          </a:xfrm>
          <a:prstGeom prst="roundRect">
            <a:avLst>
              <a:gd name="adj" fmla="val 20000"/>
            </a:avLst>
          </a:prstGeom>
          <a:solidFill>
            <a:srgbClr val="FFF5E8"/>
          </a:solidFill>
          <a:ln w="19050">
            <a:solidFill>
              <a:srgbClr val="CC5500"/>
            </a:solidFill>
          </a:ln>
        </p:spPr>
        <p:txBody>
          <a:bodyPr wrap="square" lIns="91440" tIns="45720" rIns="91440" bIns="45720" anchor="ctr"/>
          <a:lstStyle/>
          <a:p>
            <a:pPr>
              <a:buNone/>
            </a:pPr>
            <a:r>
              <a:rPr lang="en-AU" sz="1400" dirty="0">
                <a:solidFill>
                  <a:srgbClr val="000000"/>
                </a:solidFill>
              </a:rPr>
              <a:t> </a:t>
            </a:r>
          </a:p>
        </p:txBody>
      </p:sp>
      <p:sp>
        <p:nvSpPr>
          <p:cNvPr id="141" name="Hdr2"/>
          <p:cNvSpPr>
            <a:spLocks noGrp="1"/>
          </p:cNvSpPr>
          <p:nvPr/>
        </p:nvSpPr>
        <p:spPr>
          <a:xfrm>
            <a:off x="6088000" y="1520000"/>
            <a:ext cx="2472000" cy="400000"/>
          </a:xfrm>
          <a:prstGeom prst="roundRect">
            <a:avLst>
              <a:gd name="adj" fmla="val 20000"/>
            </a:avLst>
          </a:prstGeom>
          <a:solidFill>
            <a:srgbClr val="FFFFFF"/>
          </a:solidFill>
          <a:ln w="19050">
            <a:solidFill>
              <a:srgbClr val="CC5500"/>
            </a:solidFill>
          </a:ln>
        </p:spPr>
        <p:txBody>
          <a:bodyPr wrap="square" lIns="91440" tIns="45720" rIns="91440" bIns="45720" anchor="ctr"/>
          <a:lstStyle/>
          <a:p>
            <a:pPr>
              <a:buNone/>
            </a:pPr>
            <a:r>
              <a:rPr lang="en-AU" sz="1400" b="1" dirty="0">
                <a:solidFill>
                  <a:srgbClr val="CC5500"/>
                </a:solidFill>
              </a:rPr>
              <a:t>Hospital Patient Monitor</a:t>
            </a:r>
          </a:p>
        </p:txBody>
      </p:sp>
      <p:sp>
        <p:nvSpPr>
          <p:cNvPr id="142" name="QRLbl2"/>
          <p:cNvSpPr>
            <a:spLocks noGrp="1"/>
          </p:cNvSpPr>
          <p:nvPr/>
        </p:nvSpPr>
        <p:spPr>
          <a:xfrm>
            <a:off x="6088000" y="2020000"/>
            <a:ext cx="2472000" cy="250000"/>
          </a:xfrm>
          <a:prstGeom prst="rect">
            <a:avLst/>
          </a:prstGeom>
          <a:solidFill>
            <a:srgbClr val="CC5500"/>
          </a:solidFill>
          <a:ln w="0">
            <a:noFill/>
          </a:ln>
        </p:spPr>
        <p:txBody>
          <a:bodyPr wrap="square" lIns="91440" tIns="45720" rIns="91440" bIns="45720" anchor="ctr"/>
          <a:lstStyle/>
          <a:p>
            <a:pPr>
              <a:buNone/>
            </a:pPr>
            <a:r>
              <a:rPr lang="en-AU" sz="1100" b="1" dirty="0">
                <a:solidFill>
                  <a:srgbClr val="FFFFFF"/>
                </a:solidFill>
              </a:rPr>
              <a:t>QUALITY REQUIREMENT</a:t>
            </a:r>
          </a:p>
        </p:txBody>
      </p:sp>
      <p:sp>
        <p:nvSpPr>
          <p:cNvPr id="143" name="QRTxt2"/>
          <p:cNvSpPr>
            <a:spLocks noGrp="1"/>
          </p:cNvSpPr>
          <p:nvPr/>
        </p:nvSpPr>
        <p:spPr>
          <a:xfrm>
            <a:off x="6088000" y="2310000"/>
            <a:ext cx="2472000" cy="600000"/>
          </a:xfrm>
          <a:prstGeom prst="rect">
            <a:avLst/>
          </a:prstGeom>
          <a:noFill/>
          <a:ln w="0">
            <a:noFill/>
          </a:ln>
        </p:spPr>
        <p:txBody>
          <a:bodyPr wrap="square" lIns="91440" tIns="45720" rIns="91440" bIns="45720" anchor="ctr"/>
          <a:lstStyle/>
          <a:p>
            <a:pPr>
              <a:buNone/>
            </a:pPr>
            <a:r>
              <a:rPr lang="en-AU" sz="1300" dirty="0">
                <a:solidFill>
                  <a:srgbClr val="000000"/>
                </a:solidFill>
              </a:rPr>
              <a:t>Reliability: 99.99% uptime; no single point of failure</a:t>
            </a:r>
          </a:p>
        </p:txBody>
      </p:sp>
      <p:sp>
        <p:nvSpPr>
          <p:cNvPr id="144" name="Arr1_2"/>
          <p:cNvSpPr/>
          <p:nvPr/>
        </p:nvSpPr>
        <p:spPr>
          <a:xfrm>
            <a:off x="7219000" y="2960000"/>
            <a:ext cx="210000" cy="240000"/>
          </a:xfrm>
          <a:prstGeom prst="downArrow">
            <a:avLst/>
          </a:prstGeom>
          <a:solidFill>
            <a:srgbClr val="00CC99"/>
          </a:solidFill>
          <a:ln w="0">
            <a:noFill/>
          </a:ln>
        </p:spPr>
        <p:txBody>
          <a:bodyPr/>
          <a:lstStyle/>
          <a:p>
            <a:endParaRPr/>
          </a:p>
        </p:txBody>
      </p:sp>
      <p:sp>
        <p:nvSpPr>
          <p:cNvPr id="145" name="DDLbl2"/>
          <p:cNvSpPr>
            <a:spLocks noGrp="1"/>
          </p:cNvSpPr>
          <p:nvPr/>
        </p:nvSpPr>
        <p:spPr>
          <a:xfrm>
            <a:off x="6088000" y="3260000"/>
            <a:ext cx="2472000" cy="250000"/>
          </a:xfrm>
          <a:prstGeom prst="rect">
            <a:avLst/>
          </a:prstGeom>
          <a:solidFill>
            <a:srgbClr val="555555"/>
          </a:solidFill>
          <a:ln w="0">
            <a:noFill/>
          </a:ln>
        </p:spPr>
        <p:txBody>
          <a:bodyPr wrap="square" lIns="91440" tIns="45720" rIns="91440" bIns="45720" anchor="ctr"/>
          <a:lstStyle/>
          <a:p>
            <a:pPr>
              <a:buNone/>
            </a:pPr>
            <a:r>
              <a:rPr lang="en-AU" sz="1100" b="1" dirty="0">
                <a:solidFill>
                  <a:srgbClr val="FFFFFF"/>
                </a:solidFill>
              </a:rPr>
              <a:t>DESIGN DECISION</a:t>
            </a:r>
          </a:p>
        </p:txBody>
      </p:sp>
      <p:sp>
        <p:nvSpPr>
          <p:cNvPr id="146" name="DDTxt2"/>
          <p:cNvSpPr>
            <a:spLocks noGrp="1"/>
          </p:cNvSpPr>
          <p:nvPr/>
        </p:nvSpPr>
        <p:spPr>
          <a:xfrm>
            <a:off x="6088000" y="3550000"/>
            <a:ext cx="2472000" cy="680000"/>
          </a:xfrm>
          <a:prstGeom prst="rect">
            <a:avLst/>
          </a:prstGeom>
          <a:noFill/>
          <a:ln w="0">
            <a:noFill/>
          </a:ln>
        </p:spPr>
        <p:txBody>
          <a:bodyPr wrap="square" lIns="91440" tIns="45720" rIns="91440" bIns="45720" anchor="ctr"/>
          <a:lstStyle/>
          <a:p>
            <a:pPr>
              <a:buNone/>
            </a:pPr>
            <a:r>
              <a:rPr lang="en-AU" sz="1300" dirty="0">
                <a:solidFill>
                  <a:srgbClr val="000000"/>
                </a:solidFill>
              </a:rPr>
              <a:t>Redundant servers; failover clustering; offline-capable cache</a:t>
            </a:r>
          </a:p>
        </p:txBody>
      </p:sp>
      <p:sp>
        <p:nvSpPr>
          <p:cNvPr id="147" name="Arr2_2"/>
          <p:cNvSpPr/>
          <p:nvPr/>
        </p:nvSpPr>
        <p:spPr>
          <a:xfrm>
            <a:off x="7219000" y="4290000"/>
            <a:ext cx="210000" cy="240000"/>
          </a:xfrm>
          <a:prstGeom prst="downArrow">
            <a:avLst/>
          </a:prstGeom>
          <a:solidFill>
            <a:srgbClr val="00CC99"/>
          </a:solidFill>
          <a:ln w="0">
            <a:noFill/>
          </a:ln>
        </p:spPr>
        <p:txBody>
          <a:bodyPr/>
          <a:lstStyle/>
          <a:p>
            <a:endParaRPr/>
          </a:p>
        </p:txBody>
      </p:sp>
      <p:sp>
        <p:nvSpPr>
          <p:cNvPr id="148" name="OutLbl2"/>
          <p:cNvSpPr>
            <a:spLocks noGrp="1"/>
          </p:cNvSpPr>
          <p:nvPr/>
        </p:nvSpPr>
        <p:spPr>
          <a:xfrm>
            <a:off x="6088000" y="4590000"/>
            <a:ext cx="2472000" cy="250000"/>
          </a:xfrm>
          <a:prstGeom prst="rect">
            <a:avLst/>
          </a:prstGeom>
          <a:solidFill>
            <a:srgbClr val="00AA77"/>
          </a:solidFill>
          <a:ln w="0">
            <a:noFill/>
          </a:ln>
        </p:spPr>
        <p:txBody>
          <a:bodyPr wrap="square" lIns="91440" tIns="45720" rIns="91440" bIns="45720" anchor="ctr"/>
          <a:lstStyle/>
          <a:p>
            <a:pPr>
              <a:buNone/>
            </a:pPr>
            <a:r>
              <a:rPr lang="en-AU" sz="1100" b="1" dirty="0">
                <a:solidFill>
                  <a:srgbClr val="FFFFFF"/>
                </a:solidFill>
              </a:rPr>
              <a:t>OUTCOME</a:t>
            </a:r>
          </a:p>
        </p:txBody>
      </p:sp>
      <p:sp>
        <p:nvSpPr>
          <p:cNvPr id="149" name="OutTxt2"/>
          <p:cNvSpPr>
            <a:spLocks noGrp="1"/>
          </p:cNvSpPr>
          <p:nvPr/>
        </p:nvSpPr>
        <p:spPr>
          <a:xfrm>
            <a:off x="6088000" y="4890000"/>
            <a:ext cx="2472000" cy="680000"/>
          </a:xfrm>
          <a:prstGeom prst="rect">
            <a:avLst/>
          </a:prstGeom>
          <a:noFill/>
          <a:ln w="0">
            <a:noFill/>
          </a:ln>
        </p:spPr>
        <p:txBody>
          <a:bodyPr wrap="square" lIns="91440" tIns="45720" rIns="91440" bIns="45720" anchor="ctr"/>
          <a:lstStyle/>
          <a:p>
            <a:pPr>
              <a:buNone/>
            </a:pPr>
            <a:r>
              <a:rPr lang="en-AU" sz="1300" dirty="0">
                <a:solidFill>
                  <a:srgbClr val="000000"/>
                </a:solidFill>
              </a:rPr>
              <a:t>Critical alerts never missed; patients safe during outages</a:t>
            </a:r>
          </a:p>
        </p:txBody>
      </p:sp>
      <p:sp>
        <p:nvSpPr>
          <p:cNvPr id="200" name="Takeaway"/>
          <p:cNvSpPr/>
          <p:nvPr/>
        </p:nvSpPr>
        <p:spPr>
          <a:xfrm>
            <a:off x="514000" y="6420000"/>
            <a:ext cx="8116000" cy="390000"/>
          </a:xfrm>
          <a:prstGeom prst="rect">
            <a:avLst/>
          </a:prstGeom>
          <a:solidFill>
            <a:srgbClr val="083A7F"/>
          </a:solidFill>
          <a:ln w="0">
            <a:noFill/>
          </a:ln>
        </p:spPr>
        <p:txBody>
          <a:bodyPr wrap="square" lIns="91440" tIns="45720" rIns="91440" bIns="45720" anchor="ctr"/>
          <a:lstStyle/>
          <a:p>
            <a:pPr>
              <a:buNone/>
            </a:pPr>
            <a:r>
              <a:rPr lang="en-AU" sz="1400" b="1" dirty="0">
                <a:solidFill>
                  <a:srgbClr val="FFFFFF"/>
                </a:solidFill>
              </a:rPr>
              <a:t>Key Takeaway: </a:t>
            </a:r>
            <a:r>
              <a:rPr lang="en-AU" sz="1400" dirty="0">
                <a:solidFill>
                  <a:srgbClr val="FFFFFF"/>
                </a:solidFill>
              </a:rPr>
              <a:t>Ignoring quality requirements early forces expensive redesigns later — get them right from the start!</a:t>
            </a:r>
          </a:p>
        </p:txBody>
      </p:sp>
    </p:spTree>
    <p:extLst>
      <p:ext uri="{BB962C8B-B14F-4D97-AF65-F5344CB8AC3E}">
        <p14:creationId xmlns:p14="http://schemas.microsoft.com/office/powerpoint/2010/main" val="3257864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a:extLst>
              <a:ext uri="{FF2B5EF4-FFF2-40B4-BE49-F238E27FC236}">
                <a16:creationId xmlns:a16="http://schemas.microsoft.com/office/drawing/2014/main" id="{C4F4EE57-D1C4-D83D-D149-EBC7F6B6322E}"/>
              </a:ext>
            </a:extLst>
          </p:cNvPr>
          <p:cNvSpPr>
            <a:spLocks noGrp="1" noChangeArrowheads="1"/>
          </p:cNvSpPr>
          <p:nvPr>
            <p:ph type="title"/>
          </p:nvPr>
        </p:nvSpPr>
        <p:spPr/>
        <p:txBody>
          <a:bodyPr/>
          <a:lstStyle/>
          <a:p>
            <a:pPr>
              <a:defRPr/>
            </a:pPr>
            <a:r>
              <a:rPr lang="en-US">
                <a:ea typeface="+mj-ea"/>
                <a:cs typeface="+mj-cs"/>
              </a:rPr>
              <a:t>Forces in Software Projects</a:t>
            </a:r>
          </a:p>
        </p:txBody>
      </p:sp>
      <p:pic>
        <p:nvPicPr>
          <p:cNvPr id="62467" name="Picture 3" descr="ED00281_[1]">
            <a:extLst>
              <a:ext uri="{FF2B5EF4-FFF2-40B4-BE49-F238E27FC236}">
                <a16:creationId xmlns:a16="http://schemas.microsoft.com/office/drawing/2014/main" id="{959317CE-5FA8-E8E0-71A1-E5B8072247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676400"/>
            <a:ext cx="4953000" cy="340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sp>
        <p:nvSpPr>
          <p:cNvPr id="263172" name="Text Box 4">
            <a:extLst>
              <a:ext uri="{FF2B5EF4-FFF2-40B4-BE49-F238E27FC236}">
                <a16:creationId xmlns:a16="http://schemas.microsoft.com/office/drawing/2014/main" id="{57C5DBCF-D22F-E215-F671-EDA44A4A4115}"/>
              </a:ext>
            </a:extLst>
          </p:cNvPr>
          <p:cNvSpPr txBox="1">
            <a:spLocks noChangeArrowheads="1"/>
          </p:cNvSpPr>
          <p:nvPr/>
        </p:nvSpPr>
        <p:spPr bwMode="auto">
          <a:xfrm>
            <a:off x="1905000" y="2743200"/>
            <a:ext cx="1177925" cy="579438"/>
          </a:xfrm>
          <a:prstGeom prst="rect">
            <a:avLst/>
          </a:prstGeom>
          <a:noFill/>
          <a:ln>
            <a:noFill/>
          </a:ln>
          <a:effectLst/>
        </p:spPr>
        <p:txBody>
          <a:bodyPr wrap="none">
            <a:spAutoFit/>
          </a:bodyPr>
          <a:lstStyle/>
          <a:p>
            <a:pPr eaLnBrk="1" hangingPunct="1">
              <a:defRPr/>
            </a:pPr>
            <a:r>
              <a:rPr lang="en-AU" sz="3200">
                <a:latin typeface="Times New Roman" charset="0"/>
                <a:ea typeface="ＭＳ Ｐゴシック" charset="0"/>
              </a:rPr>
              <a:t>Scope</a:t>
            </a:r>
            <a:endParaRPr lang="en-US">
              <a:latin typeface="Times New Roman" charset="0"/>
              <a:ea typeface="ＭＳ Ｐゴシック" charset="0"/>
            </a:endParaRPr>
          </a:p>
        </p:txBody>
      </p:sp>
      <p:sp>
        <p:nvSpPr>
          <p:cNvPr id="263173" name="Text Box 5">
            <a:extLst>
              <a:ext uri="{FF2B5EF4-FFF2-40B4-BE49-F238E27FC236}">
                <a16:creationId xmlns:a16="http://schemas.microsoft.com/office/drawing/2014/main" id="{6EBF377B-D99E-1CEE-9D8E-830F48971274}"/>
              </a:ext>
            </a:extLst>
          </p:cNvPr>
          <p:cNvSpPr txBox="1">
            <a:spLocks noChangeArrowheads="1"/>
          </p:cNvSpPr>
          <p:nvPr/>
        </p:nvSpPr>
        <p:spPr bwMode="auto">
          <a:xfrm>
            <a:off x="5562600" y="2057400"/>
            <a:ext cx="1041400" cy="579438"/>
          </a:xfrm>
          <a:prstGeom prst="rect">
            <a:avLst/>
          </a:prstGeom>
          <a:noFill/>
          <a:ln>
            <a:noFill/>
          </a:ln>
          <a:effectLst/>
        </p:spPr>
        <p:txBody>
          <a:bodyPr wrap="none">
            <a:spAutoFit/>
          </a:bodyPr>
          <a:lstStyle/>
          <a:p>
            <a:pPr eaLnBrk="1" hangingPunct="1">
              <a:defRPr/>
            </a:pPr>
            <a:r>
              <a:rPr lang="en-AU" sz="3200">
                <a:latin typeface="Times New Roman" charset="0"/>
                <a:ea typeface="ＭＳ Ｐゴシック" charset="0"/>
              </a:rPr>
              <a:t>Time</a:t>
            </a:r>
            <a:endParaRPr lang="en-US">
              <a:latin typeface="Times New Roman" charset="0"/>
              <a:ea typeface="ＭＳ Ｐゴシック" charset="0"/>
            </a:endParaRPr>
          </a:p>
        </p:txBody>
      </p:sp>
      <p:sp>
        <p:nvSpPr>
          <p:cNvPr id="263174" name="Text Box 6">
            <a:extLst>
              <a:ext uri="{FF2B5EF4-FFF2-40B4-BE49-F238E27FC236}">
                <a16:creationId xmlns:a16="http://schemas.microsoft.com/office/drawing/2014/main" id="{4B0016AE-B1A4-EDA3-C53E-551552A28589}"/>
              </a:ext>
            </a:extLst>
          </p:cNvPr>
          <p:cNvSpPr txBox="1">
            <a:spLocks noChangeArrowheads="1"/>
          </p:cNvSpPr>
          <p:nvPr/>
        </p:nvSpPr>
        <p:spPr bwMode="auto">
          <a:xfrm>
            <a:off x="4191000" y="5334000"/>
            <a:ext cx="930275" cy="579438"/>
          </a:xfrm>
          <a:prstGeom prst="rect">
            <a:avLst/>
          </a:prstGeom>
          <a:noFill/>
          <a:ln>
            <a:noFill/>
          </a:ln>
          <a:effectLst/>
        </p:spPr>
        <p:txBody>
          <a:bodyPr wrap="none">
            <a:spAutoFit/>
          </a:bodyPr>
          <a:lstStyle/>
          <a:p>
            <a:pPr eaLnBrk="1" hangingPunct="1">
              <a:defRPr/>
            </a:pPr>
            <a:r>
              <a:rPr lang="en-AU" sz="3200">
                <a:latin typeface="Times New Roman" charset="0"/>
                <a:ea typeface="ＭＳ Ｐゴシック" charset="0"/>
              </a:rPr>
              <a:t>Cost</a:t>
            </a:r>
            <a:endParaRPr lang="en-US" sz="3200">
              <a:latin typeface="Times New Roman" charset="0"/>
              <a:ea typeface="ＭＳ Ｐゴシック" charset="0"/>
            </a:endParaRPr>
          </a:p>
        </p:txBody>
      </p:sp>
      <p:sp>
        <p:nvSpPr>
          <p:cNvPr id="263175" name="Text Box 7">
            <a:extLst>
              <a:ext uri="{FF2B5EF4-FFF2-40B4-BE49-F238E27FC236}">
                <a16:creationId xmlns:a16="http://schemas.microsoft.com/office/drawing/2014/main" id="{0408B73C-C0B8-5465-09A8-6A936F5A5464}"/>
              </a:ext>
            </a:extLst>
          </p:cNvPr>
          <p:cNvSpPr txBox="1">
            <a:spLocks noChangeArrowheads="1"/>
          </p:cNvSpPr>
          <p:nvPr/>
        </p:nvSpPr>
        <p:spPr bwMode="auto">
          <a:xfrm>
            <a:off x="3886200" y="3810000"/>
            <a:ext cx="1403350" cy="579438"/>
          </a:xfrm>
          <a:prstGeom prst="rect">
            <a:avLst/>
          </a:prstGeom>
          <a:noFill/>
          <a:ln>
            <a:noFill/>
          </a:ln>
          <a:effectLst/>
        </p:spPr>
        <p:txBody>
          <a:bodyPr wrap="none">
            <a:spAutoFit/>
          </a:bodyPr>
          <a:lstStyle/>
          <a:p>
            <a:pPr eaLnBrk="1" hangingPunct="1">
              <a:defRPr/>
            </a:pPr>
            <a:r>
              <a:rPr lang="en-AU" sz="3200">
                <a:latin typeface="Times New Roman" charset="0"/>
                <a:ea typeface="ＭＳ Ｐゴシック" charset="0"/>
              </a:rPr>
              <a:t>Quality</a:t>
            </a:r>
            <a:endParaRPr lang="en-US" sz="3200">
              <a:latin typeface="Times New Roman" charset="0"/>
              <a:ea typeface="ＭＳ Ｐゴシック" charset="0"/>
            </a:endParaRPr>
          </a:p>
        </p:txBody>
      </p:sp>
      <p:sp>
        <p:nvSpPr>
          <p:cNvPr id="2" name="Slide Number Placeholder 1">
            <a:extLst>
              <a:ext uri="{FF2B5EF4-FFF2-40B4-BE49-F238E27FC236}">
                <a16:creationId xmlns:a16="http://schemas.microsoft.com/office/drawing/2014/main" id="{B7A3A31E-D011-4F46-EFA7-8284C5C689FE}"/>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EF2531A2-A07F-4C88-B36A-6FC626B0B9F3}" type="slidenum">
              <a:rPr lang="en-AU" altLang="en-US" sz="1400" smtClean="0">
                <a:latin typeface="Times New Roman" panose="02020603050405020304" pitchFamily="18" charset="0"/>
              </a:rPr>
              <a:pPr>
                <a:spcBef>
                  <a:spcPct val="0"/>
                </a:spcBef>
                <a:buSzTx/>
                <a:buFontTx/>
                <a:buNone/>
                <a:defRPr/>
              </a:pPr>
              <a:t>34</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a:extLst>
              <a:ext uri="{FF2B5EF4-FFF2-40B4-BE49-F238E27FC236}">
                <a16:creationId xmlns:a16="http://schemas.microsoft.com/office/drawing/2014/main" id="{B9AD3E20-D504-A929-59A8-CBC7919B09FA}"/>
              </a:ext>
            </a:extLst>
          </p:cNvPr>
          <p:cNvSpPr>
            <a:spLocks noGrp="1" noChangeArrowheads="1"/>
          </p:cNvSpPr>
          <p:nvPr>
            <p:ph type="title"/>
          </p:nvPr>
        </p:nvSpPr>
        <p:spPr/>
        <p:txBody>
          <a:bodyPr/>
          <a:lstStyle/>
          <a:p>
            <a:pPr>
              <a:defRPr/>
            </a:pPr>
            <a:r>
              <a:rPr lang="en-US">
                <a:ea typeface="+mj-ea"/>
                <a:cs typeface="+mj-cs"/>
              </a:rPr>
              <a:t>Question to Answer Week 1</a:t>
            </a:r>
          </a:p>
        </p:txBody>
      </p:sp>
      <p:sp>
        <p:nvSpPr>
          <p:cNvPr id="258051" name="Rectangle 3">
            <a:extLst>
              <a:ext uri="{FF2B5EF4-FFF2-40B4-BE49-F238E27FC236}">
                <a16:creationId xmlns:a16="http://schemas.microsoft.com/office/drawing/2014/main" id="{34BA336A-48F0-D889-A87C-A05B0F00D30F}"/>
              </a:ext>
            </a:extLst>
          </p:cNvPr>
          <p:cNvSpPr>
            <a:spLocks noGrp="1" noChangeArrowheads="1"/>
          </p:cNvSpPr>
          <p:nvPr>
            <p:ph type="body" idx="1"/>
          </p:nvPr>
        </p:nvSpPr>
        <p:spPr/>
        <p:txBody>
          <a:bodyPr/>
          <a:lstStyle/>
          <a:p>
            <a:pPr>
              <a:buFont typeface="Wingdings" charset="0"/>
              <a:buNone/>
              <a:defRPr/>
            </a:pPr>
            <a:endParaRPr lang="en-AU" i="1" dirty="0">
              <a:ea typeface="+mn-ea"/>
              <a:cs typeface="+mn-cs"/>
            </a:endParaRPr>
          </a:p>
          <a:p>
            <a:pPr>
              <a:buFont typeface="Wingdings" charset="0"/>
              <a:buNone/>
              <a:defRPr/>
            </a:pPr>
            <a:r>
              <a:rPr lang="en-AU" i="1" dirty="0">
                <a:ea typeface="+mn-ea"/>
                <a:cs typeface="+mn-cs"/>
              </a:rPr>
              <a:t>	In your own words, characterize the difference between </a:t>
            </a:r>
            <a:r>
              <a:rPr lang="en-AU" i="1" dirty="0">
                <a:solidFill>
                  <a:srgbClr val="083A7F"/>
                </a:solidFill>
                <a:ea typeface="+mn-ea"/>
                <a:cs typeface="+mn-cs"/>
              </a:rPr>
              <a:t>verification</a:t>
            </a:r>
            <a:r>
              <a:rPr lang="en-AU" i="1" dirty="0">
                <a:ea typeface="+mn-ea"/>
                <a:cs typeface="+mn-cs"/>
              </a:rPr>
              <a:t> and </a:t>
            </a:r>
            <a:r>
              <a:rPr lang="en-AU" i="1" dirty="0">
                <a:solidFill>
                  <a:srgbClr val="083A7F"/>
                </a:solidFill>
                <a:ea typeface="+mn-ea"/>
                <a:cs typeface="+mn-cs"/>
              </a:rPr>
              <a:t>validation</a:t>
            </a:r>
            <a:r>
              <a:rPr lang="en-AU" i="1" dirty="0">
                <a:ea typeface="+mn-ea"/>
                <a:cs typeface="+mn-cs"/>
              </a:rPr>
              <a:t> and discuss where in the software development lifecycle (SDLC) verification and validation activities should be conducted, respectively.</a:t>
            </a:r>
          </a:p>
          <a:p>
            <a:pPr>
              <a:buFont typeface="Wingdings" charset="0"/>
              <a:buNone/>
              <a:defRPr/>
            </a:pPr>
            <a:endParaRPr lang="en-AU" dirty="0">
              <a:latin typeface="Arial" charset="0"/>
              <a:ea typeface="+mn-ea"/>
              <a:cs typeface="+mn-cs"/>
            </a:endParaRPr>
          </a:p>
        </p:txBody>
      </p:sp>
      <p:sp>
        <p:nvSpPr>
          <p:cNvPr id="2" name="Slide Number Placeholder 1">
            <a:extLst>
              <a:ext uri="{FF2B5EF4-FFF2-40B4-BE49-F238E27FC236}">
                <a16:creationId xmlns:a16="http://schemas.microsoft.com/office/drawing/2014/main" id="{AEDDCEB9-DE9F-D997-4227-760727B3F15C}"/>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7FC810B2-E5A5-47EF-B242-64C257E537B9}" type="slidenum">
              <a:rPr lang="en-AU" altLang="en-US" sz="1400" smtClean="0">
                <a:latin typeface="Times New Roman" panose="02020603050405020304" pitchFamily="18" charset="0"/>
              </a:rPr>
              <a:pPr>
                <a:spcBef>
                  <a:spcPct val="0"/>
                </a:spcBef>
                <a:buSzTx/>
                <a:buFontTx/>
                <a:buNone/>
                <a:defRPr/>
              </a:pPr>
              <a:t>35</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8" name="Rectangle 4">
            <a:extLst>
              <a:ext uri="{FF2B5EF4-FFF2-40B4-BE49-F238E27FC236}">
                <a16:creationId xmlns:a16="http://schemas.microsoft.com/office/drawing/2014/main" id="{376EC43C-C033-47BB-174B-9811E624FF02}"/>
              </a:ext>
            </a:extLst>
          </p:cNvPr>
          <p:cNvSpPr>
            <a:spLocks noGrp="1" noChangeArrowheads="1"/>
          </p:cNvSpPr>
          <p:nvPr>
            <p:ph type="title"/>
          </p:nvPr>
        </p:nvSpPr>
        <p:spPr/>
        <p:txBody>
          <a:bodyPr/>
          <a:lstStyle/>
          <a:p>
            <a:pPr>
              <a:defRPr/>
            </a:pPr>
            <a:r>
              <a:rPr lang="en-AU">
                <a:ea typeface="+mj-ea"/>
                <a:cs typeface="+mj-cs"/>
              </a:rPr>
              <a:t>Catch-up Reading </a:t>
            </a:r>
            <a:r>
              <a:rPr lang="en-AU" dirty="0">
                <a:ea typeface="+mj-ea"/>
                <a:cs typeface="+mj-cs"/>
              </a:rPr>
              <a:t>Lecture 1</a:t>
            </a:r>
            <a:endParaRPr lang="en-US" dirty="0">
              <a:ea typeface="+mj-ea"/>
              <a:cs typeface="+mj-cs"/>
            </a:endParaRPr>
          </a:p>
        </p:txBody>
      </p:sp>
      <p:sp>
        <p:nvSpPr>
          <p:cNvPr id="190469" name="Rectangle 5">
            <a:extLst>
              <a:ext uri="{FF2B5EF4-FFF2-40B4-BE49-F238E27FC236}">
                <a16:creationId xmlns:a16="http://schemas.microsoft.com/office/drawing/2014/main" id="{143B47DE-59A1-BF52-7B4E-58ED90D95D84}"/>
              </a:ext>
            </a:extLst>
          </p:cNvPr>
          <p:cNvSpPr>
            <a:spLocks noGrp="1" noChangeArrowheads="1"/>
          </p:cNvSpPr>
          <p:nvPr>
            <p:ph type="body" idx="1"/>
          </p:nvPr>
        </p:nvSpPr>
        <p:spPr/>
        <p:txBody>
          <a:bodyPr/>
          <a:lstStyle/>
          <a:p>
            <a:pPr>
              <a:buFont typeface="Wingdings" charset="0"/>
              <a:buNone/>
              <a:defRPr/>
            </a:pPr>
            <a:endParaRPr lang="en-AU" sz="1600" dirty="0">
              <a:ea typeface="+mn-ea"/>
              <a:cs typeface="+mn-cs"/>
            </a:endParaRPr>
          </a:p>
          <a:p>
            <a:pPr>
              <a:buFont typeface="Wingdings" charset="0"/>
              <a:buNone/>
              <a:defRPr/>
            </a:pPr>
            <a:endParaRPr lang="en-AU" sz="1600" dirty="0">
              <a:ea typeface="+mn-ea"/>
              <a:cs typeface="+mn-cs"/>
            </a:endParaRPr>
          </a:p>
          <a:p>
            <a:pPr>
              <a:buFont typeface="Wingdings" charset="0"/>
              <a:buChar char="n"/>
              <a:defRPr/>
            </a:pPr>
            <a:r>
              <a:rPr lang="en-US" sz="3200" dirty="0"/>
              <a:t>Len Bass, Paul Clements, Rick </a:t>
            </a:r>
            <a:r>
              <a:rPr lang="en-US" sz="3200" dirty="0" err="1"/>
              <a:t>Kazman</a:t>
            </a:r>
            <a:r>
              <a:rPr lang="en-US" sz="3200" dirty="0"/>
              <a:t>, </a:t>
            </a:r>
            <a:r>
              <a:rPr lang="en-US" sz="3200" i="1" dirty="0">
                <a:solidFill>
                  <a:srgbClr val="7F0101"/>
                </a:solidFill>
              </a:rPr>
              <a:t>Software Architecture in Practice</a:t>
            </a:r>
            <a:r>
              <a:rPr lang="en-US" sz="3200" dirty="0">
                <a:solidFill>
                  <a:srgbClr val="7F0101"/>
                </a:solidFill>
              </a:rPr>
              <a:t> (</a:t>
            </a:r>
            <a:r>
              <a:rPr lang="en-US" sz="3200" b="1" dirty="0">
                <a:solidFill>
                  <a:srgbClr val="7F0101"/>
                </a:solidFill>
              </a:rPr>
              <a:t>2</a:t>
            </a:r>
            <a:r>
              <a:rPr lang="en-US" sz="3200" b="1" baseline="30000" dirty="0">
                <a:solidFill>
                  <a:srgbClr val="7F0101"/>
                </a:solidFill>
              </a:rPr>
              <a:t>nd</a:t>
            </a:r>
            <a:r>
              <a:rPr lang="en-US" sz="3200" b="1" dirty="0">
                <a:solidFill>
                  <a:srgbClr val="7F0101"/>
                </a:solidFill>
              </a:rPr>
              <a:t> Edition</a:t>
            </a:r>
            <a:r>
              <a:rPr lang="en-US" sz="3200" dirty="0">
                <a:solidFill>
                  <a:srgbClr val="7F0101"/>
                </a:solidFill>
              </a:rPr>
              <a:t>), Addison-Wesley, 2003, Chapter 1 </a:t>
            </a:r>
            <a:r>
              <a:rPr lang="en-US" sz="3200" dirty="0"/>
              <a:t>(available electronically through the Swinburne Library)</a:t>
            </a:r>
            <a:endParaRPr lang="en-AU" sz="3200" dirty="0">
              <a:ea typeface="+mn-ea"/>
              <a:cs typeface="+mn-cs"/>
            </a:endParaRPr>
          </a:p>
        </p:txBody>
      </p:sp>
      <p:sp>
        <p:nvSpPr>
          <p:cNvPr id="2" name="Slide Number Placeholder 1">
            <a:extLst>
              <a:ext uri="{FF2B5EF4-FFF2-40B4-BE49-F238E27FC236}">
                <a16:creationId xmlns:a16="http://schemas.microsoft.com/office/drawing/2014/main" id="{FB357C2A-EED0-BD18-D5CF-2AD957E4D802}"/>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5737022A-E7F0-446B-9D64-491398947206}" type="slidenum">
              <a:rPr lang="en-AU" altLang="en-US" sz="1400" smtClean="0">
                <a:latin typeface="Times New Roman" panose="02020603050405020304" pitchFamily="18" charset="0"/>
              </a:rPr>
              <a:pPr>
                <a:spcBef>
                  <a:spcPct val="0"/>
                </a:spcBef>
                <a:buSzTx/>
                <a:buFontTx/>
                <a:buNone/>
                <a:defRPr/>
              </a:pPr>
              <a:t>36</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8" name="Rectangle 4">
            <a:extLst>
              <a:ext uri="{FF2B5EF4-FFF2-40B4-BE49-F238E27FC236}">
                <a16:creationId xmlns:a16="http://schemas.microsoft.com/office/drawing/2014/main" id="{247903AE-455C-6DC8-1A6D-1EAE09F08B15}"/>
              </a:ext>
            </a:extLst>
          </p:cNvPr>
          <p:cNvSpPr>
            <a:spLocks noGrp="1" noChangeArrowheads="1"/>
          </p:cNvSpPr>
          <p:nvPr>
            <p:ph type="title"/>
          </p:nvPr>
        </p:nvSpPr>
        <p:spPr/>
        <p:txBody>
          <a:bodyPr/>
          <a:lstStyle/>
          <a:p>
            <a:pPr>
              <a:defRPr/>
            </a:pPr>
            <a:r>
              <a:rPr lang="en-AU" dirty="0">
                <a:ea typeface="+mj-ea"/>
                <a:cs typeface="+mj-cs"/>
              </a:rPr>
              <a:t>Required Pre-Reading for Lecture 2</a:t>
            </a:r>
            <a:endParaRPr lang="en-US" dirty="0">
              <a:ea typeface="+mj-ea"/>
              <a:cs typeface="+mj-cs"/>
            </a:endParaRPr>
          </a:p>
        </p:txBody>
      </p:sp>
      <p:sp>
        <p:nvSpPr>
          <p:cNvPr id="190469" name="Rectangle 5">
            <a:extLst>
              <a:ext uri="{FF2B5EF4-FFF2-40B4-BE49-F238E27FC236}">
                <a16:creationId xmlns:a16="http://schemas.microsoft.com/office/drawing/2014/main" id="{D278CC1A-DB77-8C96-960E-7DDF9931D457}"/>
              </a:ext>
            </a:extLst>
          </p:cNvPr>
          <p:cNvSpPr>
            <a:spLocks noGrp="1" noChangeArrowheads="1"/>
          </p:cNvSpPr>
          <p:nvPr>
            <p:ph type="body" idx="1"/>
          </p:nvPr>
        </p:nvSpPr>
        <p:spPr/>
        <p:txBody>
          <a:bodyPr/>
          <a:lstStyle/>
          <a:p>
            <a:pPr>
              <a:buFont typeface="Wingdings" charset="0"/>
              <a:buNone/>
              <a:defRPr/>
            </a:pPr>
            <a:endParaRPr lang="en-AU" sz="1600" dirty="0">
              <a:ea typeface="+mn-ea"/>
              <a:cs typeface="+mn-cs"/>
            </a:endParaRPr>
          </a:p>
          <a:p>
            <a:pPr>
              <a:buFont typeface="Wingdings" charset="0"/>
              <a:buNone/>
              <a:defRPr/>
            </a:pPr>
            <a:endParaRPr lang="en-AU" sz="1600" dirty="0">
              <a:ea typeface="+mn-ea"/>
              <a:cs typeface="+mn-cs"/>
            </a:endParaRPr>
          </a:p>
          <a:p>
            <a:pPr>
              <a:buFont typeface="Wingdings" charset="0"/>
              <a:buChar char="n"/>
              <a:defRPr/>
            </a:pPr>
            <a:r>
              <a:rPr lang="en-AU" sz="3200" dirty="0" err="1">
                <a:ea typeface="+mn-ea"/>
                <a:cs typeface="+mn-cs"/>
              </a:rPr>
              <a:t>Soren</a:t>
            </a:r>
            <a:r>
              <a:rPr lang="en-AU" sz="3200" dirty="0">
                <a:ea typeface="+mn-ea"/>
                <a:cs typeface="+mn-cs"/>
              </a:rPr>
              <a:t> </a:t>
            </a:r>
            <a:r>
              <a:rPr lang="en-AU" sz="3200" dirty="0" err="1">
                <a:ea typeface="+mn-ea"/>
                <a:cs typeface="+mn-cs"/>
              </a:rPr>
              <a:t>Lauesen</a:t>
            </a:r>
            <a:r>
              <a:rPr lang="en-AU" sz="3200" dirty="0">
                <a:ea typeface="+mn-ea"/>
                <a:cs typeface="+mn-cs"/>
              </a:rPr>
              <a:t>, </a:t>
            </a:r>
            <a:r>
              <a:rPr lang="en-US" sz="3200" i="1" dirty="0">
                <a:solidFill>
                  <a:srgbClr val="7F0101"/>
                </a:solidFill>
                <a:ea typeface="+mn-ea"/>
                <a:cs typeface="+mn-cs"/>
              </a:rPr>
              <a:t>Task Descriptions as Functional Requirements</a:t>
            </a:r>
            <a:r>
              <a:rPr lang="en-US" sz="3200" dirty="0">
                <a:ea typeface="+mn-ea"/>
                <a:cs typeface="+mn-cs"/>
              </a:rPr>
              <a:t>, IEEE Software, March 2003. (on Canvas, under week 2)</a:t>
            </a:r>
            <a:endParaRPr lang="en-AU" sz="2400" dirty="0">
              <a:ea typeface="+mn-ea"/>
              <a:cs typeface="+mn-cs"/>
            </a:endParaRPr>
          </a:p>
        </p:txBody>
      </p:sp>
      <p:sp>
        <p:nvSpPr>
          <p:cNvPr id="2" name="Slide Number Placeholder 1">
            <a:extLst>
              <a:ext uri="{FF2B5EF4-FFF2-40B4-BE49-F238E27FC236}">
                <a16:creationId xmlns:a16="http://schemas.microsoft.com/office/drawing/2014/main" id="{80C3F7F3-61A8-87D8-39E7-B982ACBDE56B}"/>
              </a:ext>
            </a:extLst>
          </p:cNvPr>
          <p:cNvSpPr>
            <a:spLocks noGrp="1"/>
          </p:cNvSpPr>
          <p:nvPr>
            <p:ph type="sldNum" sz="quarter" idx="10"/>
          </p:nvPr>
        </p:nvSpPr>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defRPr/>
            </a:pPr>
            <a:fld id="{53323DD4-D640-46E4-8F2F-E6330D424CCE}" type="slidenum">
              <a:rPr lang="en-AU" altLang="en-US" sz="1400" smtClean="0">
                <a:latin typeface="Times New Roman" panose="02020603050405020304" pitchFamily="18" charset="0"/>
              </a:rPr>
              <a:pPr>
                <a:spcBef>
                  <a:spcPct val="0"/>
                </a:spcBef>
                <a:buSzTx/>
                <a:buFontTx/>
                <a:buNone/>
                <a:defRPr/>
              </a:pPr>
              <a:t>37</a:t>
            </a:fld>
            <a:endParaRPr lang="en-AU" altLang="en-US" sz="1400">
              <a:latin typeface="Times New Roman" panose="02020603050405020304" pitchFamily="18" charset="0"/>
            </a:endParaRPr>
          </a:p>
          <a:p>
            <a:pPr>
              <a:spcBef>
                <a:spcPct val="0"/>
              </a:spcBef>
              <a:buSzTx/>
              <a:buFontTx/>
              <a:buNone/>
              <a:defRPr/>
            </a:pPr>
            <a:endParaRPr lang="en-AU" altLang="en-US" sz="1400">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00CC99"/>
      </a:accent1>
      <a:accent2>
        <a:srgbClr val="FF0000"/>
      </a:accent2>
      <a:accent3>
        <a:srgbClr val="FFFFFF"/>
      </a:accent3>
      <a:accent4>
        <a:srgbClr val="000000"/>
      </a:accent4>
      <a:accent5>
        <a:srgbClr val="AAE2CA"/>
      </a:accent5>
      <a:accent6>
        <a:srgbClr val="E70000"/>
      </a:accent6>
      <a:hlink>
        <a:srgbClr val="5F5F5F"/>
      </a:hlink>
      <a:folHlink>
        <a:srgbClr val="B2B2B2"/>
      </a:folHlink>
    </a:clrScheme>
    <a:fontScheme name="Default Design">
      <a:majorFont>
        <a:latin typeface="Arial Narrow"/>
        <a:ea typeface="ＭＳ Ｐゴシック"/>
        <a:cs typeface=""/>
      </a:majorFont>
      <a:minorFont>
        <a:latin typeface="Arial Narrow"/>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400" b="0" i="0" u="none" strike="noStrike" cap="none" normalizeH="0" baseline="0">
            <a:ln>
              <a:noFill/>
            </a:ln>
            <a:solidFill>
              <a:srgbClr val="000000"/>
            </a:solidFill>
            <a:effectLst/>
            <a:latin typeface="Arial Narrow" charset="0"/>
            <a:ea typeface="ＭＳ Ｐゴシック"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400" b="0" i="0" u="none" strike="noStrike" cap="none" normalizeH="0" baseline="0">
            <a:ln>
              <a:noFill/>
            </a:ln>
            <a:solidFill>
              <a:srgbClr val="000000"/>
            </a:solidFill>
            <a:effectLst/>
            <a:latin typeface="Arial Narrow" charset="0"/>
            <a:ea typeface="ＭＳ Ｐゴシック"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2AE15F9-1BF8-448B-B844-30FC5785E078}">
  <we:reference id="wa200010001" version="1.0.0.1" store="en-US" storeType="OMEX"/>
  <we:alternateReferences>
    <we:reference id="wa200010001" version="1.0.0.1" store="" storeType="OMEX"/>
  </we:alternateReferences>
  <we:properties>
    <we:property name="claude.fileId" value="&quot;3fa29daf-bfa6-404b-8c18-090a8370e663&quot;"/>
  </we:properties>
  <we:bindings/>
  <we:snapshot xmlns:r="http://schemas.openxmlformats.org/officeDocument/2006/relationships"/>
</we:webextension>
</file>

<file path=docMetadata/LabelInfo.xml><?xml version="1.0" encoding="utf-8"?>
<clbl:labelList xmlns:clbl="http://schemas.microsoft.com/office/2020/mipLabelMetadata">
  <clbl:label id="{5583b3fa-365b-4fa2-9885-a560b35483b3}" enabled="1" method="Standard" siteId="{df7f7579-3e9c-4a7e-b844-420280f53859}" removed="0"/>
</clbl:labelList>
</file>

<file path=docProps/app.xml><?xml version="1.0" encoding="utf-8"?>
<Properties xmlns="http://schemas.openxmlformats.org/officeDocument/2006/extended-properties" xmlns:vt="http://schemas.openxmlformats.org/officeDocument/2006/docPropsVTypes">
  <Template/>
  <TotalTime>3066</TotalTime>
  <Words>3199</Words>
  <Application>Microsoft Office PowerPoint</Application>
  <PresentationFormat>On-screen Show (4:3)</PresentationFormat>
  <Paragraphs>552</Paragraphs>
  <Slides>37</Slides>
  <Notes>32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37</vt:i4>
      </vt:variant>
    </vt:vector>
  </HeadingPairs>
  <TitlesOfParts>
    <vt:vector size="50" baseType="lpstr">
      <vt:lpstr>MS PGothic</vt:lpstr>
      <vt:lpstr>Aptos</vt:lpstr>
      <vt:lpstr>Arial</vt:lpstr>
      <vt:lpstr>Arial Narrow</vt:lpstr>
      <vt:lpstr>Courier</vt:lpstr>
      <vt:lpstr>Gill Sans</vt:lpstr>
      <vt:lpstr>Helvetica</vt:lpstr>
      <vt:lpstr>Helvetica CE</vt:lpstr>
      <vt:lpstr>Tahoma</vt:lpstr>
      <vt:lpstr>Times New Roman</vt:lpstr>
      <vt:lpstr>Wingdings</vt:lpstr>
      <vt:lpstr>ヒラギノ角ゴ ProN W3</vt:lpstr>
      <vt:lpstr>Default Design</vt:lpstr>
      <vt:lpstr>SWE30003 Software Architectures and Design</vt:lpstr>
      <vt:lpstr>Outline</vt:lpstr>
      <vt:lpstr>Software Development Activities</vt:lpstr>
      <vt:lpstr>Focus of Unit of Study</vt:lpstr>
      <vt:lpstr>What we will be talking about…</vt:lpstr>
      <vt:lpstr>Outline</vt:lpstr>
      <vt:lpstr>Why do we build Software Systems?</vt:lpstr>
      <vt:lpstr>Categories of Business Goals</vt:lpstr>
      <vt:lpstr>Views of Stakeholders</vt:lpstr>
      <vt:lpstr>Business Goals (cont.)</vt:lpstr>
      <vt:lpstr>Outline</vt:lpstr>
      <vt:lpstr>PowerPoint Presentation</vt:lpstr>
      <vt:lpstr>Outline</vt:lpstr>
      <vt:lpstr>Functional and Non-functional Requirements</vt:lpstr>
      <vt:lpstr>Non-functional Requirements</vt:lpstr>
      <vt:lpstr>Examples of Non-functional Requirements</vt:lpstr>
      <vt:lpstr>Outline</vt:lpstr>
      <vt:lpstr>Impedance Mismatches</vt:lpstr>
      <vt:lpstr>Verification and Validation</vt:lpstr>
      <vt:lpstr>Requirements Verifiability</vt:lpstr>
      <vt:lpstr>PowerPoint Presentation</vt:lpstr>
      <vt:lpstr>Outline</vt:lpstr>
      <vt:lpstr>Software Design – a “Definition”</vt:lpstr>
      <vt:lpstr>Design vs. Design</vt:lpstr>
      <vt:lpstr>Design Process</vt:lpstr>
      <vt:lpstr>The Process of Decomposition</vt:lpstr>
      <vt:lpstr>PowerPoint Presentation</vt:lpstr>
      <vt:lpstr>Models</vt:lpstr>
      <vt:lpstr>PowerPoint Presentation</vt:lpstr>
      <vt:lpstr>PowerPoint Presentation</vt:lpstr>
      <vt:lpstr>Quality-Driven Design</vt:lpstr>
      <vt:lpstr>Why Quality Requirements Matter</vt:lpstr>
      <vt:lpstr>PowerPoint Presentation</vt:lpstr>
      <vt:lpstr>Forces in Software Projects</vt:lpstr>
      <vt:lpstr>Question to Answer Week 1</vt:lpstr>
      <vt:lpstr>Catch-up Reading Lecture 1</vt:lpstr>
      <vt:lpstr>Required Pre-Reading for Lecture 2</vt:lpstr>
    </vt:vector>
  </TitlesOfParts>
  <Company>Swinburne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Swinburne Marketing Strategy</dc:title>
  <dc:creator>Swinburne University</dc:creator>
  <cp:lastModifiedBy>Nhu Vinh Hoang</cp:lastModifiedBy>
  <cp:revision>255</cp:revision>
  <cp:lastPrinted>2022-02-15T05:53:59Z</cp:lastPrinted>
  <dcterms:created xsi:type="dcterms:W3CDTF">1999-08-10T04:13:56Z</dcterms:created>
  <dcterms:modified xsi:type="dcterms:W3CDTF">2026-05-13T13:02:56Z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Default Design:3</vt:lpwstr>
  </property>
  <property fmtid="{D5CDD505-2E9C-101B-9397-08002B2CF9AE}" pid="3" name="ClassificationContentMarkingHeaderText">
    <vt:lpwstr>Internal</vt:lpwstr>
  </property>
</Properties>
</file>