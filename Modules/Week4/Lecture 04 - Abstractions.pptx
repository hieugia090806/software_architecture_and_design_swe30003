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7"/>
  </p:notesMasterIdLst>
  <p:handoutMasterIdLst>
    <p:handoutMasterId r:id="rId48"/>
  </p:handoutMasterIdLst>
  <p:sldIdLst>
    <p:sldId id="329" r:id="rId2"/>
    <p:sldId id="419" r:id="rId3"/>
    <p:sldId id="420" r:id="rId4"/>
    <p:sldId id="353" r:id="rId5"/>
    <p:sldId id="354" r:id="rId6"/>
    <p:sldId id="356" r:id="rId7"/>
    <p:sldId id="427" r:id="rId8"/>
    <p:sldId id="373" r:id="rId9"/>
    <p:sldId id="379" r:id="rId10"/>
    <p:sldId id="359" r:id="rId11"/>
    <p:sldId id="374" r:id="rId12"/>
    <p:sldId id="377" r:id="rId13"/>
    <p:sldId id="380" r:id="rId14"/>
    <p:sldId id="381" r:id="rId15"/>
    <p:sldId id="378" r:id="rId16"/>
    <p:sldId id="382" r:id="rId17"/>
    <p:sldId id="384" r:id="rId18"/>
    <p:sldId id="399" r:id="rId19"/>
    <p:sldId id="385" r:id="rId20"/>
    <p:sldId id="424" r:id="rId21"/>
    <p:sldId id="386" r:id="rId22"/>
    <p:sldId id="387" r:id="rId23"/>
    <p:sldId id="422" r:id="rId24"/>
    <p:sldId id="361" r:id="rId25"/>
    <p:sldId id="391" r:id="rId26"/>
    <p:sldId id="390" r:id="rId27"/>
    <p:sldId id="392" r:id="rId28"/>
    <p:sldId id="421" r:id="rId29"/>
    <p:sldId id="393" r:id="rId30"/>
    <p:sldId id="395" r:id="rId31"/>
    <p:sldId id="425" r:id="rId32"/>
    <p:sldId id="396" r:id="rId33"/>
    <p:sldId id="397" r:id="rId34"/>
    <p:sldId id="423" r:id="rId35"/>
    <p:sldId id="398" r:id="rId36"/>
    <p:sldId id="394" r:id="rId37"/>
    <p:sldId id="365" r:id="rId38"/>
    <p:sldId id="426" r:id="rId39"/>
    <p:sldId id="368" r:id="rId40"/>
    <p:sldId id="371" r:id="rId41"/>
    <p:sldId id="372" r:id="rId42"/>
    <p:sldId id="400" r:id="rId43"/>
    <p:sldId id="355" r:id="rId44"/>
    <p:sldId id="418" r:id="rId45"/>
    <p:sldId id="389" r:id="rId46"/>
  </p:sldIdLst>
  <p:sldSz cx="9144000" cy="6858000" type="screen4x3"/>
  <p:notesSz cx="7099300" cy="10234613"/>
  <p:defaultTextStyle>
    <a:defPPr>
      <a:defRPr lang="en-AU"/>
    </a:defPPr>
    <a:lvl1pPr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3" frameSlides="1"/>
  <p:clrMru>
    <a:srgbClr val="7F0101"/>
    <a:srgbClr val="083A7F"/>
    <a:srgbClr val="4D4D4D"/>
    <a:srgbClr val="808080"/>
    <a:srgbClr val="FFFFFF"/>
    <a:srgbClr val="00A479"/>
    <a:srgbClr val="C0C0C0"/>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409" autoAdjust="0"/>
  </p:normalViewPr>
  <p:slideViewPr>
    <p:cSldViewPr>
      <p:cViewPr varScale="1">
        <p:scale>
          <a:sx n="69" d="100"/>
          <a:sy n="69" d="100"/>
        </p:scale>
        <p:origin x="1858" y="77"/>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54" d="100"/>
          <a:sy n="54" d="100"/>
        </p:scale>
        <p:origin x="-1776" y="-84"/>
      </p:cViewPr>
      <p:guideLst>
        <p:guide orient="horz" pos="3224"/>
        <p:guide pos="223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1"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1CBDD71-4616-CE65-8A2D-739BCF93A35A}"/>
              </a:ext>
            </a:extLst>
          </p:cNvPr>
          <p:cNvSpPr>
            <a:spLocks noGrp="1" noChangeArrowheads="1"/>
          </p:cNvSpPr>
          <p:nvPr>
            <p:ph type="hdr" sz="quarter"/>
          </p:nvPr>
        </p:nvSpPr>
        <p:spPr bwMode="auto">
          <a:xfrm>
            <a:off x="0" y="0"/>
            <a:ext cx="4005263" cy="549275"/>
          </a:xfrm>
          <a:prstGeom prst="rect">
            <a:avLst/>
          </a:prstGeom>
          <a:noFill/>
          <a:ln w="9525">
            <a:noFill/>
            <a:miter lim="800000"/>
            <a:headEnd/>
            <a:tailEnd/>
          </a:ln>
          <a:effectLst/>
        </p:spPr>
        <p:txBody>
          <a:bodyPr vert="horz" wrap="square" lIns="95137" tIns="47569" rIns="95137" bIns="47569" numCol="1" anchor="t"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r>
              <a:rPr lang="en-AU"/>
              <a:t>SWE30003 Software Architectures and Design</a:t>
            </a:r>
          </a:p>
        </p:txBody>
      </p:sp>
      <p:sp>
        <p:nvSpPr>
          <p:cNvPr id="10243" name="Rectangle 3">
            <a:extLst>
              <a:ext uri="{FF2B5EF4-FFF2-40B4-BE49-F238E27FC236}">
                <a16:creationId xmlns:a16="http://schemas.microsoft.com/office/drawing/2014/main" id="{B285426C-4A02-8F25-7F73-431732E580D2}"/>
              </a:ext>
            </a:extLst>
          </p:cNvPr>
          <p:cNvSpPr>
            <a:spLocks noGrp="1" noChangeArrowheads="1"/>
          </p:cNvSpPr>
          <p:nvPr>
            <p:ph type="dt" sz="quarter" idx="1"/>
          </p:nvPr>
        </p:nvSpPr>
        <p:spPr bwMode="auto">
          <a:xfrm>
            <a:off x="4019550" y="0"/>
            <a:ext cx="3054350" cy="549275"/>
          </a:xfrm>
          <a:prstGeom prst="rect">
            <a:avLst/>
          </a:prstGeom>
          <a:noFill/>
          <a:ln w="9525">
            <a:noFill/>
            <a:miter lim="800000"/>
            <a:headEnd/>
            <a:tailEnd/>
          </a:ln>
          <a:effectLst/>
        </p:spPr>
        <p:txBody>
          <a:bodyPr vert="horz" wrap="square" lIns="95137" tIns="47569" rIns="95137" bIns="47569" numCol="1" anchor="t" anchorCtr="0" compatLnSpc="1">
            <a:prstTxWarp prst="textNoShape">
              <a:avLst/>
            </a:prstTxWarp>
          </a:bodyPr>
          <a:lstStyle>
            <a:lvl1pPr algn="r">
              <a:defRPr sz="1200">
                <a:latin typeface="Times New Roman" charset="0"/>
                <a:ea typeface="ＭＳ Ｐゴシック" charset="0"/>
                <a:cs typeface="ＭＳ Ｐゴシック" charset="0"/>
              </a:defRPr>
            </a:lvl1pPr>
          </a:lstStyle>
          <a:p>
            <a:pPr>
              <a:defRPr/>
            </a:pPr>
            <a:r>
              <a:rPr lang="en-US"/>
              <a:t>S1 2023</a:t>
            </a:r>
            <a:endParaRPr lang="en-AU"/>
          </a:p>
        </p:txBody>
      </p:sp>
      <p:sp>
        <p:nvSpPr>
          <p:cNvPr id="10244" name="Rectangle 4">
            <a:extLst>
              <a:ext uri="{FF2B5EF4-FFF2-40B4-BE49-F238E27FC236}">
                <a16:creationId xmlns:a16="http://schemas.microsoft.com/office/drawing/2014/main" id="{1D3928F1-1F5B-2400-87F3-8EC1F61877C9}"/>
              </a:ext>
            </a:extLst>
          </p:cNvPr>
          <p:cNvSpPr>
            <a:spLocks noGrp="1" noChangeArrowheads="1"/>
          </p:cNvSpPr>
          <p:nvPr>
            <p:ph type="ftr" sz="quarter" idx="2"/>
          </p:nvPr>
        </p:nvSpPr>
        <p:spPr bwMode="auto">
          <a:xfrm>
            <a:off x="0" y="9742488"/>
            <a:ext cx="3054350" cy="471487"/>
          </a:xfrm>
          <a:prstGeom prst="rect">
            <a:avLst/>
          </a:prstGeom>
          <a:noFill/>
          <a:ln w="9525">
            <a:noFill/>
            <a:miter lim="800000"/>
            <a:headEnd/>
            <a:tailEnd/>
          </a:ln>
          <a:effectLst/>
        </p:spPr>
        <p:txBody>
          <a:bodyPr vert="horz" wrap="square" lIns="95137" tIns="47569" rIns="95137" bIns="47569" numCol="1" anchor="b" anchorCtr="0" compatLnSpc="1">
            <a:prstTxWarp prst="textNoShape">
              <a:avLst/>
            </a:prstTxWarp>
          </a:bodyPr>
          <a:lstStyle>
            <a:lvl1pPr>
              <a:defRPr sz="1200">
                <a:latin typeface="Times New Roman" pitchFamily="18" charset="0"/>
              </a:defRPr>
            </a:lvl1pPr>
          </a:lstStyle>
          <a:p>
            <a:pPr>
              <a:defRPr/>
            </a:pPr>
            <a:r>
              <a:rPr lang="en-AU"/>
              <a:t>© Swinburne University of Technology</a:t>
            </a:r>
          </a:p>
        </p:txBody>
      </p:sp>
      <p:sp>
        <p:nvSpPr>
          <p:cNvPr id="10245" name="Rectangle 5">
            <a:extLst>
              <a:ext uri="{FF2B5EF4-FFF2-40B4-BE49-F238E27FC236}">
                <a16:creationId xmlns:a16="http://schemas.microsoft.com/office/drawing/2014/main" id="{12101D95-B3A5-2F3B-1C72-A6BECBEB971A}"/>
              </a:ext>
            </a:extLst>
          </p:cNvPr>
          <p:cNvSpPr>
            <a:spLocks noGrp="1" noChangeArrowheads="1"/>
          </p:cNvSpPr>
          <p:nvPr>
            <p:ph type="sldNum" sz="quarter" idx="3"/>
          </p:nvPr>
        </p:nvSpPr>
        <p:spPr bwMode="auto">
          <a:xfrm>
            <a:off x="4019550" y="9742488"/>
            <a:ext cx="3054350" cy="471487"/>
          </a:xfrm>
          <a:prstGeom prst="rect">
            <a:avLst/>
          </a:prstGeom>
          <a:noFill/>
          <a:ln w="9525">
            <a:noFill/>
            <a:miter lim="800000"/>
            <a:headEnd/>
            <a:tailEnd/>
          </a:ln>
          <a:effectLst/>
        </p:spPr>
        <p:txBody>
          <a:bodyPr vert="horz" wrap="square" lIns="95137" tIns="47569" rIns="95137" bIns="47569" numCol="1" anchor="b" anchorCtr="0" compatLnSpc="1">
            <a:prstTxWarp prst="textNoShape">
              <a:avLst/>
            </a:prstTxWarp>
          </a:bodyPr>
          <a:lstStyle>
            <a:lvl1pPr algn="r">
              <a:defRPr sz="1200">
                <a:latin typeface="Times New Roman" panose="02020603050405020304" pitchFamily="18" charset="0"/>
              </a:defRPr>
            </a:lvl1pPr>
          </a:lstStyle>
          <a:p>
            <a:pPr>
              <a:defRPr/>
            </a:pPr>
            <a:fld id="{1D85555C-E9B5-40EF-804A-47E7748A7852}"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075DE2BF-A00E-FA10-094A-E39B3116FAB2}"/>
              </a:ext>
            </a:extLst>
          </p:cNvPr>
          <p:cNvSpPr>
            <a:spLocks noGrp="1" noChangeArrowheads="1"/>
          </p:cNvSpPr>
          <p:nvPr>
            <p:ph type="hdr" sz="quarter"/>
          </p:nvPr>
        </p:nvSpPr>
        <p:spPr bwMode="auto">
          <a:xfrm>
            <a:off x="0" y="0"/>
            <a:ext cx="3054350" cy="549275"/>
          </a:xfrm>
          <a:prstGeom prst="rect">
            <a:avLst/>
          </a:prstGeom>
          <a:noFill/>
          <a:ln w="9525">
            <a:noFill/>
            <a:miter lim="800000"/>
            <a:headEnd/>
            <a:tailEnd/>
          </a:ln>
          <a:effectLst/>
        </p:spPr>
        <p:txBody>
          <a:bodyPr vert="horz" wrap="square" lIns="95137" tIns="47569" rIns="95137" bIns="47569" numCol="1" anchor="t"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r>
              <a:rPr lang="en-AU"/>
              <a:t>SWE30003 Software Architectures and Design</a:t>
            </a:r>
          </a:p>
        </p:txBody>
      </p:sp>
      <p:sp>
        <p:nvSpPr>
          <p:cNvPr id="9219" name="Rectangle 3">
            <a:extLst>
              <a:ext uri="{FF2B5EF4-FFF2-40B4-BE49-F238E27FC236}">
                <a16:creationId xmlns:a16="http://schemas.microsoft.com/office/drawing/2014/main" id="{BD06A31E-830E-4661-39D8-26DC7C07332F}"/>
              </a:ext>
            </a:extLst>
          </p:cNvPr>
          <p:cNvSpPr>
            <a:spLocks noGrp="1" noChangeArrowheads="1"/>
          </p:cNvSpPr>
          <p:nvPr>
            <p:ph type="dt" idx="1"/>
          </p:nvPr>
        </p:nvSpPr>
        <p:spPr bwMode="auto">
          <a:xfrm>
            <a:off x="4019550" y="0"/>
            <a:ext cx="3054350" cy="549275"/>
          </a:xfrm>
          <a:prstGeom prst="rect">
            <a:avLst/>
          </a:prstGeom>
          <a:noFill/>
          <a:ln w="9525">
            <a:noFill/>
            <a:miter lim="800000"/>
            <a:headEnd/>
            <a:tailEnd/>
          </a:ln>
          <a:effectLst/>
        </p:spPr>
        <p:txBody>
          <a:bodyPr vert="horz" wrap="square" lIns="95137" tIns="47569" rIns="95137" bIns="47569" numCol="1" anchor="t" anchorCtr="0" compatLnSpc="1">
            <a:prstTxWarp prst="textNoShape">
              <a:avLst/>
            </a:prstTxWarp>
          </a:bodyPr>
          <a:lstStyle>
            <a:lvl1pPr algn="r">
              <a:defRPr sz="1200">
                <a:latin typeface="Times New Roman" charset="0"/>
                <a:ea typeface="ＭＳ Ｐゴシック" charset="0"/>
                <a:cs typeface="ＭＳ Ｐゴシック" charset="0"/>
              </a:defRPr>
            </a:lvl1pPr>
          </a:lstStyle>
          <a:p>
            <a:pPr>
              <a:defRPr/>
            </a:pPr>
            <a:r>
              <a:rPr lang="en-US"/>
              <a:t>S1 2023</a:t>
            </a:r>
            <a:endParaRPr lang="en-AU"/>
          </a:p>
        </p:txBody>
      </p:sp>
      <p:sp>
        <p:nvSpPr>
          <p:cNvPr id="3076" name="Rectangle 4">
            <a:extLst>
              <a:ext uri="{FF2B5EF4-FFF2-40B4-BE49-F238E27FC236}">
                <a16:creationId xmlns:a16="http://schemas.microsoft.com/office/drawing/2014/main" id="{5C3CBDD8-3D1F-2EB3-0B3F-0FB66E030182}"/>
              </a:ext>
            </a:extLst>
          </p:cNvPr>
          <p:cNvSpPr>
            <a:spLocks noChangeArrowheads="1" noTextEdit="1"/>
          </p:cNvSpPr>
          <p:nvPr>
            <p:ph type="sldImg" idx="2"/>
          </p:nvPr>
        </p:nvSpPr>
        <p:spPr bwMode="auto">
          <a:xfrm>
            <a:off x="1012825" y="785813"/>
            <a:ext cx="5132388" cy="3849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a:extLst>
              <a:ext uri="{FF2B5EF4-FFF2-40B4-BE49-F238E27FC236}">
                <a16:creationId xmlns:a16="http://schemas.microsoft.com/office/drawing/2014/main" id="{6E4500D7-617D-23FD-C6E9-B09F25585CCA}"/>
              </a:ext>
            </a:extLst>
          </p:cNvPr>
          <p:cNvSpPr>
            <a:spLocks noGrp="1" noChangeArrowheads="1"/>
          </p:cNvSpPr>
          <p:nvPr>
            <p:ph type="body" sz="quarter" idx="3"/>
          </p:nvPr>
        </p:nvSpPr>
        <p:spPr bwMode="auto">
          <a:xfrm>
            <a:off x="965200" y="4870450"/>
            <a:ext cx="5224463" cy="4635500"/>
          </a:xfrm>
          <a:prstGeom prst="rect">
            <a:avLst/>
          </a:prstGeom>
          <a:noFill/>
          <a:ln w="9525">
            <a:noFill/>
            <a:miter lim="800000"/>
            <a:headEnd/>
            <a:tailEnd/>
          </a:ln>
          <a:effectLst/>
        </p:spPr>
        <p:txBody>
          <a:bodyPr vert="horz" wrap="square" lIns="95137" tIns="47569" rIns="95137" bIns="47569"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9222" name="Rectangle 6">
            <a:extLst>
              <a:ext uri="{FF2B5EF4-FFF2-40B4-BE49-F238E27FC236}">
                <a16:creationId xmlns:a16="http://schemas.microsoft.com/office/drawing/2014/main" id="{057EB473-CF5E-6C0D-964B-0D0ACBE1ACC5}"/>
              </a:ext>
            </a:extLst>
          </p:cNvPr>
          <p:cNvSpPr>
            <a:spLocks noGrp="1" noChangeArrowheads="1"/>
          </p:cNvSpPr>
          <p:nvPr>
            <p:ph type="ftr" sz="quarter" idx="4"/>
          </p:nvPr>
        </p:nvSpPr>
        <p:spPr bwMode="auto">
          <a:xfrm>
            <a:off x="0" y="9742488"/>
            <a:ext cx="3054350" cy="471487"/>
          </a:xfrm>
          <a:prstGeom prst="rect">
            <a:avLst/>
          </a:prstGeom>
          <a:noFill/>
          <a:ln w="9525">
            <a:noFill/>
            <a:miter lim="800000"/>
            <a:headEnd/>
            <a:tailEnd/>
          </a:ln>
          <a:effectLst/>
        </p:spPr>
        <p:txBody>
          <a:bodyPr vert="horz" wrap="square" lIns="95137" tIns="47569" rIns="95137" bIns="47569" numCol="1" anchor="b" anchorCtr="0" compatLnSpc="1">
            <a:prstTxWarp prst="textNoShape">
              <a:avLst/>
            </a:prstTxWarp>
          </a:bodyPr>
          <a:lstStyle>
            <a:lvl1pPr>
              <a:defRPr sz="1200">
                <a:latin typeface="Times New Roman" pitchFamily="18" charset="0"/>
              </a:defRPr>
            </a:lvl1pPr>
          </a:lstStyle>
          <a:p>
            <a:pPr>
              <a:defRPr/>
            </a:pPr>
            <a:r>
              <a:rPr lang="en-AU"/>
              <a:t>© Swinburne University of Technology</a:t>
            </a:r>
          </a:p>
        </p:txBody>
      </p:sp>
      <p:sp>
        <p:nvSpPr>
          <p:cNvPr id="9223" name="Rectangle 7">
            <a:extLst>
              <a:ext uri="{FF2B5EF4-FFF2-40B4-BE49-F238E27FC236}">
                <a16:creationId xmlns:a16="http://schemas.microsoft.com/office/drawing/2014/main" id="{C7441975-0B0E-68D5-D516-3C9EB79B6FC7}"/>
              </a:ext>
            </a:extLst>
          </p:cNvPr>
          <p:cNvSpPr>
            <a:spLocks noGrp="1" noChangeArrowheads="1"/>
          </p:cNvSpPr>
          <p:nvPr>
            <p:ph type="sldNum" sz="quarter" idx="5"/>
          </p:nvPr>
        </p:nvSpPr>
        <p:spPr bwMode="auto">
          <a:xfrm>
            <a:off x="4019550" y="9742488"/>
            <a:ext cx="3054350" cy="471487"/>
          </a:xfrm>
          <a:prstGeom prst="rect">
            <a:avLst/>
          </a:prstGeom>
          <a:noFill/>
          <a:ln w="9525">
            <a:noFill/>
            <a:miter lim="800000"/>
            <a:headEnd/>
            <a:tailEnd/>
          </a:ln>
          <a:effectLst/>
        </p:spPr>
        <p:txBody>
          <a:bodyPr vert="horz" wrap="square" lIns="95137" tIns="47569" rIns="95137" bIns="47569" numCol="1" anchor="b" anchorCtr="0" compatLnSpc="1">
            <a:prstTxWarp prst="textNoShape">
              <a:avLst/>
            </a:prstTxWarp>
          </a:bodyPr>
          <a:lstStyle>
            <a:lvl1pPr algn="r">
              <a:defRPr sz="1200">
                <a:latin typeface="Times New Roman" panose="02020603050405020304" pitchFamily="18" charset="0"/>
              </a:defRPr>
            </a:lvl1pPr>
          </a:lstStyle>
          <a:p>
            <a:pPr>
              <a:defRPr/>
            </a:pPr>
            <a:fld id="{53B64CC5-A879-4426-8B64-20DA58AA0DB1}"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pitchFamily="1"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72F07BF-4578-C9F4-63D5-72149D0DB25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6147" name="Rectangle 3">
            <a:extLst>
              <a:ext uri="{FF2B5EF4-FFF2-40B4-BE49-F238E27FC236}">
                <a16:creationId xmlns:a16="http://schemas.microsoft.com/office/drawing/2014/main" id="{A8D658BE-887D-770B-43D9-EB725B6E398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148" name="Rectangle 6">
            <a:extLst>
              <a:ext uri="{FF2B5EF4-FFF2-40B4-BE49-F238E27FC236}">
                <a16:creationId xmlns:a16="http://schemas.microsoft.com/office/drawing/2014/main" id="{1C2BCE18-0510-23EF-BC52-546B463A77F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149" name="Rectangle 7">
            <a:extLst>
              <a:ext uri="{FF2B5EF4-FFF2-40B4-BE49-F238E27FC236}">
                <a16:creationId xmlns:a16="http://schemas.microsoft.com/office/drawing/2014/main" id="{56E28FAC-08FA-8A8C-3FB5-EA5861AC1D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3E2210D-16AB-4456-9551-887C88A573D1}" type="slidenum">
              <a:rPr lang="en-AU" altLang="en-US" sz="1200" smtClean="0">
                <a:latin typeface="Times New Roman" panose="02020603050405020304" pitchFamily="18" charset="0"/>
              </a:rPr>
              <a:pPr/>
              <a:t>1</a:t>
            </a:fld>
            <a:endParaRPr lang="en-AU" altLang="en-US" sz="1200">
              <a:latin typeface="Times New Roman" panose="02020603050405020304" pitchFamily="18" charset="0"/>
            </a:endParaRPr>
          </a:p>
        </p:txBody>
      </p:sp>
      <p:sp>
        <p:nvSpPr>
          <p:cNvPr id="6150" name="Rectangle 2">
            <a:extLst>
              <a:ext uri="{FF2B5EF4-FFF2-40B4-BE49-F238E27FC236}">
                <a16:creationId xmlns:a16="http://schemas.microsoft.com/office/drawing/2014/main" id="{790116C2-1BBE-F05F-498F-208F8B1C3F1A}"/>
              </a:ext>
            </a:extLst>
          </p:cNvPr>
          <p:cNvSpPr>
            <a:spLocks noChangeArrowheads="1" noTextEdit="1"/>
          </p:cNvSpPr>
          <p:nvPr>
            <p:ph type="sldImg"/>
          </p:nvPr>
        </p:nvSpPr>
        <p:spPr>
          <a:solidFill>
            <a:srgbClr val="FFFFFF"/>
          </a:solidFill>
          <a:ln/>
        </p:spPr>
      </p:sp>
      <p:sp>
        <p:nvSpPr>
          <p:cNvPr id="6151" name="Rectangle 3">
            <a:extLst>
              <a:ext uri="{FF2B5EF4-FFF2-40B4-BE49-F238E27FC236}">
                <a16:creationId xmlns:a16="http://schemas.microsoft.com/office/drawing/2014/main" id="{039C6358-F5F9-4BB7-D93D-13A1614A56B2}"/>
              </a:ext>
            </a:extLst>
          </p:cNvPr>
          <p:cNvSpPr>
            <a:spLocks noChangeArrowheads="1"/>
          </p:cNvSpPr>
          <p:nvPr>
            <p:ph type="body" idx="1"/>
          </p:nvPr>
        </p:nvSpPr>
        <p:spPr>
          <a:solidFill>
            <a:srgbClr val="FFFFFF"/>
          </a:solidFill>
          <a:ln>
            <a:solidFill>
              <a:srgbClr val="000000"/>
            </a:solidFill>
          </a:ln>
        </p:spPr>
        <p:txBody>
          <a:bodyPr lIns="91425" tIns="45712" rIns="91425" bIns="45712"/>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CE184F0A-DFD6-5C5D-CA28-E48CC489426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8195" name="Rectangle 3">
            <a:extLst>
              <a:ext uri="{FF2B5EF4-FFF2-40B4-BE49-F238E27FC236}">
                <a16:creationId xmlns:a16="http://schemas.microsoft.com/office/drawing/2014/main" id="{467E899F-A428-E1EC-4E59-DF805C44913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196" name="Rectangle 6">
            <a:extLst>
              <a:ext uri="{FF2B5EF4-FFF2-40B4-BE49-F238E27FC236}">
                <a16:creationId xmlns:a16="http://schemas.microsoft.com/office/drawing/2014/main" id="{0D8673AE-703B-C925-EFC2-1F7A6854B88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197" name="Rectangle 7">
            <a:extLst>
              <a:ext uri="{FF2B5EF4-FFF2-40B4-BE49-F238E27FC236}">
                <a16:creationId xmlns:a16="http://schemas.microsoft.com/office/drawing/2014/main" id="{49A94857-EEBE-DDFB-A8D2-DE0EED69BF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D0C2DB3-1830-40E2-85D7-F29F9336602C}" type="slidenum">
              <a:rPr lang="en-AU" altLang="en-US" sz="1200" smtClean="0">
                <a:latin typeface="Times New Roman" panose="02020603050405020304" pitchFamily="18" charset="0"/>
              </a:rPr>
              <a:pPr/>
              <a:t>2</a:t>
            </a:fld>
            <a:endParaRPr lang="en-AU" altLang="en-US" sz="1200">
              <a:latin typeface="Times New Roman" panose="02020603050405020304" pitchFamily="18" charset="0"/>
            </a:endParaRPr>
          </a:p>
        </p:txBody>
      </p:sp>
      <p:sp>
        <p:nvSpPr>
          <p:cNvPr id="8198" name="Rectangle 2">
            <a:extLst>
              <a:ext uri="{FF2B5EF4-FFF2-40B4-BE49-F238E27FC236}">
                <a16:creationId xmlns:a16="http://schemas.microsoft.com/office/drawing/2014/main" id="{9A65029E-FE2E-72BE-F011-5FA5FA4AAC82}"/>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336899" name="Rectangle 3">
            <a:extLst>
              <a:ext uri="{FF2B5EF4-FFF2-40B4-BE49-F238E27FC236}">
                <a16:creationId xmlns:a16="http://schemas.microsoft.com/office/drawing/2014/main" id="{B4E69B6A-4E02-85AE-5162-B35BF9F22E7B}"/>
              </a:ext>
            </a:extLst>
          </p:cNvPr>
          <p:cNvSpPr>
            <a:spLocks noGrp="1" noChangeArrowheads="1"/>
          </p:cNvSpPr>
          <p:nvPr>
            <p:ph type="body" idx="1"/>
          </p:nvPr>
        </p:nvSpPr>
        <p:spPr>
          <a:xfrm>
            <a:off x="946150" y="4860925"/>
            <a:ext cx="5207000" cy="4605338"/>
          </a:xfrm>
          <a:solidFill>
            <a:srgbClr val="FFFFFF"/>
          </a:solidFill>
          <a:ln>
            <a:solidFill>
              <a:srgbClr val="000000"/>
            </a:solidFill>
          </a:ln>
        </p:spPr>
        <p:txBody>
          <a:bodyPr lIns="99032" tIns="49516" rIns="99032" bIns="49516"/>
          <a:lstStyle/>
          <a:p>
            <a:pPr eaLnBrk="1" hangingPunct="1">
              <a:defRPr/>
            </a:pPr>
            <a:endParaRPr lang="en-US">
              <a:ea typeface="ＭＳ Ｐゴシック"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78B123CF-CFC6-1E52-9A5F-66C4B85DB07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10243" name="Rectangle 3">
            <a:extLst>
              <a:ext uri="{FF2B5EF4-FFF2-40B4-BE49-F238E27FC236}">
                <a16:creationId xmlns:a16="http://schemas.microsoft.com/office/drawing/2014/main" id="{C24A72B8-69FC-FED0-9883-4AE88E5737A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0244" name="Rectangle 6">
            <a:extLst>
              <a:ext uri="{FF2B5EF4-FFF2-40B4-BE49-F238E27FC236}">
                <a16:creationId xmlns:a16="http://schemas.microsoft.com/office/drawing/2014/main" id="{277270B2-51F5-305E-AE02-7F655B271A8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defRPr sz="2400">
                <a:solidFill>
                  <a:schemeClr val="tx1"/>
                </a:solidFill>
                <a:latin typeface="Arial Narrow" panose="020B0606020202030204" pitchFamily="34" charset="0"/>
                <a:ea typeface="MS PGothic" panose="020B0600070205080204" pitchFamily="34" charset="-128"/>
              </a:defRPr>
            </a:lvl1pPr>
            <a:lvl2pPr marL="771525" indent="-296863" defTabSz="987425">
              <a:defRPr sz="2400">
                <a:solidFill>
                  <a:schemeClr val="tx1"/>
                </a:solidFill>
                <a:latin typeface="Arial Narrow" panose="020B0606020202030204" pitchFamily="34" charset="0"/>
                <a:ea typeface="MS PGothic" panose="020B0600070205080204" pitchFamily="34" charset="-128"/>
              </a:defRPr>
            </a:lvl2pPr>
            <a:lvl3pPr marL="1187450" indent="-236538" defTabSz="987425">
              <a:defRPr sz="2400">
                <a:solidFill>
                  <a:schemeClr val="tx1"/>
                </a:solidFill>
                <a:latin typeface="Arial Narrow" panose="020B0606020202030204" pitchFamily="34" charset="0"/>
                <a:ea typeface="MS PGothic" panose="020B0600070205080204" pitchFamily="34" charset="-128"/>
              </a:defRPr>
            </a:lvl3pPr>
            <a:lvl4pPr marL="1662113" indent="-236538" defTabSz="987425">
              <a:defRPr sz="2400">
                <a:solidFill>
                  <a:schemeClr val="tx1"/>
                </a:solidFill>
                <a:latin typeface="Arial Narrow" panose="020B0606020202030204" pitchFamily="34" charset="0"/>
                <a:ea typeface="MS PGothic" panose="020B0600070205080204" pitchFamily="34" charset="-128"/>
              </a:defRPr>
            </a:lvl4pPr>
            <a:lvl5pPr marL="2138363" indent="-236538" defTabSz="987425">
              <a:defRPr sz="2400">
                <a:solidFill>
                  <a:schemeClr val="tx1"/>
                </a:solidFill>
                <a:latin typeface="Arial Narrow" panose="020B0606020202030204" pitchFamily="34" charset="0"/>
                <a:ea typeface="MS PGothic" panose="020B0600070205080204" pitchFamily="34" charset="-128"/>
              </a:defRPr>
            </a:lvl5pPr>
            <a:lvl6pPr marL="2595563" indent="-236538" defTabSz="987425"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87425"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87425"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87425"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245" name="Rectangle 7">
            <a:extLst>
              <a:ext uri="{FF2B5EF4-FFF2-40B4-BE49-F238E27FC236}">
                <a16:creationId xmlns:a16="http://schemas.microsoft.com/office/drawing/2014/main" id="{1DB00AFA-180F-FE55-988F-FBA782A196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defRPr sz="2400">
                <a:solidFill>
                  <a:schemeClr val="tx1"/>
                </a:solidFill>
                <a:latin typeface="Arial Narrow" panose="020B0606020202030204" pitchFamily="34" charset="0"/>
                <a:ea typeface="MS PGothic" panose="020B0600070205080204" pitchFamily="34" charset="-128"/>
              </a:defRPr>
            </a:lvl1pPr>
            <a:lvl2pPr marL="771525" indent="-296863" defTabSz="987425">
              <a:defRPr sz="2400">
                <a:solidFill>
                  <a:schemeClr val="tx1"/>
                </a:solidFill>
                <a:latin typeface="Arial Narrow" panose="020B0606020202030204" pitchFamily="34" charset="0"/>
                <a:ea typeface="MS PGothic" panose="020B0600070205080204" pitchFamily="34" charset="-128"/>
              </a:defRPr>
            </a:lvl2pPr>
            <a:lvl3pPr marL="1187450" indent="-236538" defTabSz="987425">
              <a:defRPr sz="2400">
                <a:solidFill>
                  <a:schemeClr val="tx1"/>
                </a:solidFill>
                <a:latin typeface="Arial Narrow" panose="020B0606020202030204" pitchFamily="34" charset="0"/>
                <a:ea typeface="MS PGothic" panose="020B0600070205080204" pitchFamily="34" charset="-128"/>
              </a:defRPr>
            </a:lvl3pPr>
            <a:lvl4pPr marL="1662113" indent="-236538" defTabSz="987425">
              <a:defRPr sz="2400">
                <a:solidFill>
                  <a:schemeClr val="tx1"/>
                </a:solidFill>
                <a:latin typeface="Arial Narrow" panose="020B0606020202030204" pitchFamily="34" charset="0"/>
                <a:ea typeface="MS PGothic" panose="020B0600070205080204" pitchFamily="34" charset="-128"/>
              </a:defRPr>
            </a:lvl4pPr>
            <a:lvl5pPr marL="2138363" indent="-236538" defTabSz="987425">
              <a:defRPr sz="2400">
                <a:solidFill>
                  <a:schemeClr val="tx1"/>
                </a:solidFill>
                <a:latin typeface="Arial Narrow" panose="020B0606020202030204" pitchFamily="34" charset="0"/>
                <a:ea typeface="MS PGothic" panose="020B0600070205080204" pitchFamily="34" charset="-128"/>
              </a:defRPr>
            </a:lvl5pPr>
            <a:lvl6pPr marL="2595563" indent="-236538" defTabSz="987425"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87425"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87425"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87425"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7DD7ED5-54AD-43C0-AB70-A11EB431B3BA}" type="slidenum">
              <a:rPr lang="en-AU" altLang="en-US" sz="1200" smtClean="0">
                <a:latin typeface="Times New Roman" panose="02020603050405020304" pitchFamily="18" charset="0"/>
              </a:rPr>
              <a:pPr/>
              <a:t>3</a:t>
            </a:fld>
            <a:endParaRPr lang="en-AU" altLang="en-US" sz="1200">
              <a:latin typeface="Times New Roman" panose="02020603050405020304" pitchFamily="18" charset="0"/>
            </a:endParaRPr>
          </a:p>
        </p:txBody>
      </p:sp>
      <p:sp>
        <p:nvSpPr>
          <p:cNvPr id="10246" name="Rectangle 2">
            <a:extLst>
              <a:ext uri="{FF2B5EF4-FFF2-40B4-BE49-F238E27FC236}">
                <a16:creationId xmlns:a16="http://schemas.microsoft.com/office/drawing/2014/main" id="{8A3E99BA-18CE-951B-B163-AA98FD7E2796}"/>
              </a:ext>
            </a:extLst>
          </p:cNvPr>
          <p:cNvSpPr>
            <a:spLocks noGrp="1" noRot="1" noChangeAspect="1" noChangeArrowheads="1" noTextEdit="1"/>
          </p:cNvSpPr>
          <p:nvPr>
            <p:ph type="sldImg"/>
          </p:nvPr>
        </p:nvSpPr>
        <p:spPr>
          <a:solidFill>
            <a:srgbClr val="FFFFFF"/>
          </a:solidFill>
          <a:ln/>
        </p:spPr>
      </p:sp>
      <p:sp>
        <p:nvSpPr>
          <p:cNvPr id="134147" name="Rectangle 3">
            <a:extLst>
              <a:ext uri="{FF2B5EF4-FFF2-40B4-BE49-F238E27FC236}">
                <a16:creationId xmlns:a16="http://schemas.microsoft.com/office/drawing/2014/main" id="{6706032B-7806-CF4B-4F14-EFB351031524}"/>
              </a:ext>
            </a:extLst>
          </p:cNvPr>
          <p:cNvSpPr>
            <a:spLocks noGrp="1" noChangeArrowheads="1"/>
          </p:cNvSpPr>
          <p:nvPr>
            <p:ph type="body" idx="1"/>
          </p:nvPr>
        </p:nvSpPr>
        <p:spPr>
          <a:solidFill>
            <a:srgbClr val="FFFFFF"/>
          </a:solidFill>
          <a:ln>
            <a:solidFill>
              <a:srgbClr val="000000"/>
            </a:solidFill>
          </a:ln>
        </p:spPr>
        <p:txBody>
          <a:bodyPr lIns="95041" tIns="47520" rIns="95041" bIns="47520"/>
          <a:lstStyle/>
          <a:p>
            <a:pPr>
              <a:defRPr/>
            </a:pPr>
            <a:endParaRPr lang="en-US">
              <a:ea typeface="ＭＳ Ｐゴシック" charset="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AFCA54F-1F00-4EF1-2244-6B88AAE9F0E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12291" name="Rectangle 3">
            <a:extLst>
              <a:ext uri="{FF2B5EF4-FFF2-40B4-BE49-F238E27FC236}">
                <a16:creationId xmlns:a16="http://schemas.microsoft.com/office/drawing/2014/main" id="{3BC449B5-42CD-F702-C119-140C44BDFC1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2292" name="Rectangle 6">
            <a:extLst>
              <a:ext uri="{FF2B5EF4-FFF2-40B4-BE49-F238E27FC236}">
                <a16:creationId xmlns:a16="http://schemas.microsoft.com/office/drawing/2014/main" id="{B546EFA0-F1C6-E066-26BC-4D4E6246364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293" name="Rectangle 7">
            <a:extLst>
              <a:ext uri="{FF2B5EF4-FFF2-40B4-BE49-F238E27FC236}">
                <a16:creationId xmlns:a16="http://schemas.microsoft.com/office/drawing/2014/main" id="{7D5A7F55-265F-6249-7150-AE3105C8BA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83842D9-9BAF-444A-ADE4-0281BBF40BFB}" type="slidenum">
              <a:rPr lang="en-AU" altLang="en-US" sz="1200" smtClean="0">
                <a:latin typeface="Times New Roman" panose="02020603050405020304" pitchFamily="18" charset="0"/>
              </a:rPr>
              <a:pPr/>
              <a:t>4</a:t>
            </a:fld>
            <a:endParaRPr lang="en-AU" altLang="en-US" sz="1200">
              <a:latin typeface="Times New Roman" panose="02020603050405020304" pitchFamily="18" charset="0"/>
            </a:endParaRPr>
          </a:p>
        </p:txBody>
      </p:sp>
      <p:sp>
        <p:nvSpPr>
          <p:cNvPr id="12294" name="Rectangle 2">
            <a:extLst>
              <a:ext uri="{FF2B5EF4-FFF2-40B4-BE49-F238E27FC236}">
                <a16:creationId xmlns:a16="http://schemas.microsoft.com/office/drawing/2014/main" id="{AD36AF93-D354-C1BF-9BD8-46E43FBDAD14}"/>
              </a:ext>
            </a:extLst>
          </p:cNvPr>
          <p:cNvSpPr>
            <a:spLocks noChangeArrowheads="1" noTextEdit="1"/>
          </p:cNvSpPr>
          <p:nvPr>
            <p:ph type="sldImg"/>
          </p:nvPr>
        </p:nvSpPr>
        <p:spPr>
          <a:xfrm>
            <a:off x="992188" y="768350"/>
            <a:ext cx="5116512" cy="3836988"/>
          </a:xfrm>
          <a:solidFill>
            <a:srgbClr val="FFFFFF"/>
          </a:solidFill>
          <a:ln/>
        </p:spPr>
      </p:sp>
      <p:sp>
        <p:nvSpPr>
          <p:cNvPr id="12295" name="Rectangle 3">
            <a:extLst>
              <a:ext uri="{FF2B5EF4-FFF2-40B4-BE49-F238E27FC236}">
                <a16:creationId xmlns:a16="http://schemas.microsoft.com/office/drawing/2014/main" id="{DB469021-001B-9241-DF2B-A424A801272C}"/>
              </a:ext>
            </a:extLst>
          </p:cNvPr>
          <p:cNvSpPr>
            <a:spLocks noChangeArrowheads="1"/>
          </p:cNvSpPr>
          <p:nvPr>
            <p:ph type="body" idx="1"/>
          </p:nvPr>
        </p:nvSpPr>
        <p:spPr>
          <a:xfrm>
            <a:off x="946150" y="4860925"/>
            <a:ext cx="5207000" cy="4605338"/>
          </a:xfrm>
          <a:solidFill>
            <a:srgbClr val="FFFFFF"/>
          </a:solidFill>
          <a:ln>
            <a:solidFill>
              <a:srgbClr val="000000"/>
            </a:solidFill>
          </a:ln>
        </p:spPr>
        <p:txBody>
          <a:bodyPr lIns="99032" tIns="49516" rIns="99032" bIns="49516"/>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F9C6BF1B-6C10-63D1-C776-831C01A81D5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14339" name="Rectangle 3">
            <a:extLst>
              <a:ext uri="{FF2B5EF4-FFF2-40B4-BE49-F238E27FC236}">
                <a16:creationId xmlns:a16="http://schemas.microsoft.com/office/drawing/2014/main" id="{A04AA954-87F6-E006-A329-8731155EB7E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4340" name="Rectangle 6">
            <a:extLst>
              <a:ext uri="{FF2B5EF4-FFF2-40B4-BE49-F238E27FC236}">
                <a16:creationId xmlns:a16="http://schemas.microsoft.com/office/drawing/2014/main" id="{1DD7F7B8-A171-6D10-2781-4AB783C29A5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4341" name="Rectangle 7">
            <a:extLst>
              <a:ext uri="{FF2B5EF4-FFF2-40B4-BE49-F238E27FC236}">
                <a16:creationId xmlns:a16="http://schemas.microsoft.com/office/drawing/2014/main" id="{F31BA2F5-8022-BC6A-2722-30CAF74BEA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EE6FB97-F637-430C-AC0C-B2FF8E5FF4C4}" type="slidenum">
              <a:rPr lang="en-AU" altLang="en-US" sz="1200" smtClean="0">
                <a:latin typeface="Times New Roman" panose="02020603050405020304" pitchFamily="18" charset="0"/>
              </a:rPr>
              <a:pPr/>
              <a:t>5</a:t>
            </a:fld>
            <a:endParaRPr lang="en-AU" altLang="en-US" sz="1200">
              <a:latin typeface="Times New Roman" panose="02020603050405020304" pitchFamily="18" charset="0"/>
            </a:endParaRPr>
          </a:p>
        </p:txBody>
      </p:sp>
      <p:sp>
        <p:nvSpPr>
          <p:cNvPr id="14342" name="Rectangle 2">
            <a:extLst>
              <a:ext uri="{FF2B5EF4-FFF2-40B4-BE49-F238E27FC236}">
                <a16:creationId xmlns:a16="http://schemas.microsoft.com/office/drawing/2014/main" id="{76827F39-F003-B91C-80FA-292DF80E20B6}"/>
              </a:ext>
            </a:extLst>
          </p:cNvPr>
          <p:cNvSpPr>
            <a:spLocks noChangeArrowheads="1" noTextEdit="1"/>
          </p:cNvSpPr>
          <p:nvPr>
            <p:ph type="sldImg"/>
          </p:nvPr>
        </p:nvSpPr>
        <p:spPr>
          <a:ln/>
        </p:spPr>
      </p:sp>
      <p:sp>
        <p:nvSpPr>
          <p:cNvPr id="14343" name="Rectangle 3">
            <a:extLst>
              <a:ext uri="{FF2B5EF4-FFF2-40B4-BE49-F238E27FC236}">
                <a16:creationId xmlns:a16="http://schemas.microsoft.com/office/drawing/2014/main" id="{4C1EFA8B-3B3B-2411-16F4-30C1A34D85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7AB17F0-8590-A87A-B501-199ECDDA9C3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16387" name="Rectangle 3">
            <a:extLst>
              <a:ext uri="{FF2B5EF4-FFF2-40B4-BE49-F238E27FC236}">
                <a16:creationId xmlns:a16="http://schemas.microsoft.com/office/drawing/2014/main" id="{3FE4EA4D-E6EF-D07D-5855-4763F7A3A11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6388" name="Rectangle 6">
            <a:extLst>
              <a:ext uri="{FF2B5EF4-FFF2-40B4-BE49-F238E27FC236}">
                <a16:creationId xmlns:a16="http://schemas.microsoft.com/office/drawing/2014/main" id="{E0D39238-68EC-8EAF-F546-E279F56387F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6389" name="Rectangle 7">
            <a:extLst>
              <a:ext uri="{FF2B5EF4-FFF2-40B4-BE49-F238E27FC236}">
                <a16:creationId xmlns:a16="http://schemas.microsoft.com/office/drawing/2014/main" id="{B30B017B-8228-D35C-B64A-C7C3A8C10B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BC4AEDE-663D-419C-BD66-AC9A569FE369}" type="slidenum">
              <a:rPr lang="en-AU" altLang="en-US" sz="1200" smtClean="0">
                <a:latin typeface="Times New Roman" panose="02020603050405020304" pitchFamily="18" charset="0"/>
              </a:rPr>
              <a:pPr/>
              <a:t>6</a:t>
            </a:fld>
            <a:endParaRPr lang="en-AU" altLang="en-US" sz="1200">
              <a:latin typeface="Times New Roman" panose="02020603050405020304" pitchFamily="18" charset="0"/>
            </a:endParaRPr>
          </a:p>
        </p:txBody>
      </p:sp>
      <p:sp>
        <p:nvSpPr>
          <p:cNvPr id="16390" name="Rectangle 2">
            <a:extLst>
              <a:ext uri="{FF2B5EF4-FFF2-40B4-BE49-F238E27FC236}">
                <a16:creationId xmlns:a16="http://schemas.microsoft.com/office/drawing/2014/main" id="{99C5C5A0-4794-D23F-7842-8EB5EA78CBB5}"/>
              </a:ext>
            </a:extLst>
          </p:cNvPr>
          <p:cNvSpPr>
            <a:spLocks noChangeArrowheads="1" noTextEdit="1"/>
          </p:cNvSpPr>
          <p:nvPr>
            <p:ph type="sldImg"/>
          </p:nvPr>
        </p:nvSpPr>
        <p:spPr>
          <a:ln/>
        </p:spPr>
      </p:sp>
      <p:sp>
        <p:nvSpPr>
          <p:cNvPr id="16391" name="Rectangle 3">
            <a:extLst>
              <a:ext uri="{FF2B5EF4-FFF2-40B4-BE49-F238E27FC236}">
                <a16:creationId xmlns:a16="http://schemas.microsoft.com/office/drawing/2014/main" id="{CE9650C9-4A7E-DA67-8B6B-F6CA2F47CE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C253E591-678E-6D09-A6C0-3EF1E275817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19459" name="Rectangle 3">
            <a:extLst>
              <a:ext uri="{FF2B5EF4-FFF2-40B4-BE49-F238E27FC236}">
                <a16:creationId xmlns:a16="http://schemas.microsoft.com/office/drawing/2014/main" id="{54CCB964-8A92-94DF-D9DB-833991871C9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9460" name="Rectangle 6">
            <a:extLst>
              <a:ext uri="{FF2B5EF4-FFF2-40B4-BE49-F238E27FC236}">
                <a16:creationId xmlns:a16="http://schemas.microsoft.com/office/drawing/2014/main" id="{F1D1D41C-DE74-6C10-DE67-3630DCBEF78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9461" name="Rectangle 7">
            <a:extLst>
              <a:ext uri="{FF2B5EF4-FFF2-40B4-BE49-F238E27FC236}">
                <a16:creationId xmlns:a16="http://schemas.microsoft.com/office/drawing/2014/main" id="{3DED801F-8A62-307C-B2C1-5F480EBCA6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69DFA09-B0C8-4619-8771-12D86FCA13DB}" type="slidenum">
              <a:rPr lang="en-AU" altLang="en-US" sz="1200" smtClean="0">
                <a:latin typeface="Times New Roman" panose="02020603050405020304" pitchFamily="18" charset="0"/>
              </a:rPr>
              <a:pPr/>
              <a:t>8</a:t>
            </a:fld>
            <a:endParaRPr lang="en-AU" altLang="en-US" sz="1200">
              <a:latin typeface="Times New Roman" panose="02020603050405020304" pitchFamily="18" charset="0"/>
            </a:endParaRPr>
          </a:p>
        </p:txBody>
      </p:sp>
      <p:sp>
        <p:nvSpPr>
          <p:cNvPr id="19462" name="Rectangle 2">
            <a:extLst>
              <a:ext uri="{FF2B5EF4-FFF2-40B4-BE49-F238E27FC236}">
                <a16:creationId xmlns:a16="http://schemas.microsoft.com/office/drawing/2014/main" id="{FA03DD87-8F79-052F-230B-427CC2FC9034}"/>
              </a:ext>
            </a:extLst>
          </p:cNvPr>
          <p:cNvSpPr>
            <a:spLocks noChangeArrowheads="1" noTextEdit="1"/>
          </p:cNvSpPr>
          <p:nvPr>
            <p:ph type="sldImg"/>
          </p:nvPr>
        </p:nvSpPr>
        <p:spPr>
          <a:solidFill>
            <a:srgbClr val="FFFFFF"/>
          </a:solidFill>
          <a:ln/>
        </p:spPr>
      </p:sp>
      <p:sp>
        <p:nvSpPr>
          <p:cNvPr id="19463" name="Rectangle 3">
            <a:extLst>
              <a:ext uri="{FF2B5EF4-FFF2-40B4-BE49-F238E27FC236}">
                <a16:creationId xmlns:a16="http://schemas.microsoft.com/office/drawing/2014/main" id="{6110CBBF-156C-122F-5CD4-2045F2E57BE7}"/>
              </a:ext>
            </a:extLst>
          </p:cNvPr>
          <p:cNvSpPr>
            <a:spLocks noChangeArrowheads="1"/>
          </p:cNvSpPr>
          <p:nvPr>
            <p:ph type="body" idx="1"/>
          </p:nvPr>
        </p:nvSpPr>
        <p:spPr>
          <a:solidFill>
            <a:srgbClr val="FFFFFF"/>
          </a:solidFill>
          <a:ln>
            <a:solidFill>
              <a:srgbClr val="000000"/>
            </a:solidFill>
          </a:ln>
        </p:spPr>
        <p:txBody>
          <a:bodyPr/>
          <a:lstStyle/>
          <a:p>
            <a:r>
              <a:rPr lang="en-AU" altLang="en-US">
                <a:latin typeface="Times New Roman" panose="02020603050405020304" pitchFamily="18" charset="0"/>
              </a:rPr>
              <a:t>Design as an activity (process) vs. design as an end-result of this activity (artefact)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A0A8BC9B-33A9-0568-E749-F41C3BEBFBE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21507" name="Rectangle 3">
            <a:extLst>
              <a:ext uri="{FF2B5EF4-FFF2-40B4-BE49-F238E27FC236}">
                <a16:creationId xmlns:a16="http://schemas.microsoft.com/office/drawing/2014/main" id="{C3A9548D-AF39-B966-9154-9C00FBE7397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1508" name="Rectangle 6">
            <a:extLst>
              <a:ext uri="{FF2B5EF4-FFF2-40B4-BE49-F238E27FC236}">
                <a16:creationId xmlns:a16="http://schemas.microsoft.com/office/drawing/2014/main" id="{A8D9A6E1-1A1B-F73F-7B4A-5D6CC89849D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1509" name="Rectangle 7">
            <a:extLst>
              <a:ext uri="{FF2B5EF4-FFF2-40B4-BE49-F238E27FC236}">
                <a16:creationId xmlns:a16="http://schemas.microsoft.com/office/drawing/2014/main" id="{0E40E27E-B576-93F3-E3D7-0CF76B166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90778923-6AA8-45D7-BF22-CC193C511EC7}" type="slidenum">
              <a:rPr lang="en-AU" altLang="en-US" sz="1200" smtClean="0">
                <a:latin typeface="Times New Roman" panose="02020603050405020304" pitchFamily="18" charset="0"/>
              </a:rPr>
              <a:pPr/>
              <a:t>9</a:t>
            </a:fld>
            <a:endParaRPr lang="en-AU" altLang="en-US" sz="1200">
              <a:latin typeface="Times New Roman" panose="02020603050405020304" pitchFamily="18" charset="0"/>
            </a:endParaRPr>
          </a:p>
        </p:txBody>
      </p:sp>
      <p:sp>
        <p:nvSpPr>
          <p:cNvPr id="21510" name="Rectangle 2">
            <a:extLst>
              <a:ext uri="{FF2B5EF4-FFF2-40B4-BE49-F238E27FC236}">
                <a16:creationId xmlns:a16="http://schemas.microsoft.com/office/drawing/2014/main" id="{D20DEDA2-E5F5-E4A1-0732-E45E703ED1F7}"/>
              </a:ext>
            </a:extLst>
          </p:cNvPr>
          <p:cNvSpPr>
            <a:spLocks noChangeArrowheads="1" noTextEdit="1"/>
          </p:cNvSpPr>
          <p:nvPr>
            <p:ph type="sldImg"/>
          </p:nvPr>
        </p:nvSpPr>
        <p:spPr>
          <a:solidFill>
            <a:srgbClr val="FFFFFF"/>
          </a:solidFill>
          <a:ln/>
        </p:spPr>
      </p:sp>
      <p:sp>
        <p:nvSpPr>
          <p:cNvPr id="21511" name="Rectangle 3">
            <a:extLst>
              <a:ext uri="{FF2B5EF4-FFF2-40B4-BE49-F238E27FC236}">
                <a16:creationId xmlns:a16="http://schemas.microsoft.com/office/drawing/2014/main" id="{9F2DCB95-4675-1949-5A17-5D676A2A81EA}"/>
              </a:ext>
            </a:extLst>
          </p:cNvPr>
          <p:cNvSpPr>
            <a:spLocks noChangeArrowheads="1"/>
          </p:cNvSpPr>
          <p:nvPr>
            <p:ph type="body" idx="1"/>
          </p:nvPr>
        </p:nvSpPr>
        <p:spPr>
          <a:solidFill>
            <a:srgbClr val="FFFFFF"/>
          </a:solidFill>
          <a:ln>
            <a:solidFill>
              <a:srgbClr val="000000"/>
            </a:solidFill>
          </a:ln>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00C5BCA-0488-8F9B-8B4F-4E01513DF22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23555" name="Rectangle 3">
            <a:extLst>
              <a:ext uri="{FF2B5EF4-FFF2-40B4-BE49-F238E27FC236}">
                <a16:creationId xmlns:a16="http://schemas.microsoft.com/office/drawing/2014/main" id="{9C2880DD-5F78-5DCD-2BF7-D3961E6F40D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3556" name="Rectangle 6">
            <a:extLst>
              <a:ext uri="{FF2B5EF4-FFF2-40B4-BE49-F238E27FC236}">
                <a16:creationId xmlns:a16="http://schemas.microsoft.com/office/drawing/2014/main" id="{3492E87E-11D9-7977-72E3-B5D462AE46B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3557" name="Rectangle 7">
            <a:extLst>
              <a:ext uri="{FF2B5EF4-FFF2-40B4-BE49-F238E27FC236}">
                <a16:creationId xmlns:a16="http://schemas.microsoft.com/office/drawing/2014/main" id="{CCC5C39B-150D-3294-E0B9-B750053FD7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4CF3D2B-A595-4D52-BA25-C5B29994D6D6}" type="slidenum">
              <a:rPr lang="en-AU" altLang="en-US" sz="1200" smtClean="0">
                <a:latin typeface="Times New Roman" panose="02020603050405020304" pitchFamily="18" charset="0"/>
              </a:rPr>
              <a:pPr/>
              <a:t>10</a:t>
            </a:fld>
            <a:endParaRPr lang="en-AU" altLang="en-US" sz="1200">
              <a:latin typeface="Times New Roman" panose="02020603050405020304" pitchFamily="18" charset="0"/>
            </a:endParaRPr>
          </a:p>
        </p:txBody>
      </p:sp>
      <p:sp>
        <p:nvSpPr>
          <p:cNvPr id="23558" name="Rectangle 2">
            <a:extLst>
              <a:ext uri="{FF2B5EF4-FFF2-40B4-BE49-F238E27FC236}">
                <a16:creationId xmlns:a16="http://schemas.microsoft.com/office/drawing/2014/main" id="{E652FE9E-FBA3-85D4-F60A-58A442B07F99}"/>
              </a:ext>
            </a:extLst>
          </p:cNvPr>
          <p:cNvSpPr>
            <a:spLocks noChangeArrowheads="1" noTextEdit="1"/>
          </p:cNvSpPr>
          <p:nvPr>
            <p:ph type="sldImg"/>
          </p:nvPr>
        </p:nvSpPr>
        <p:spPr>
          <a:solidFill>
            <a:srgbClr val="FFFFFF"/>
          </a:solidFill>
          <a:ln/>
        </p:spPr>
      </p:sp>
      <p:sp>
        <p:nvSpPr>
          <p:cNvPr id="23559" name="Rectangle 3">
            <a:extLst>
              <a:ext uri="{FF2B5EF4-FFF2-40B4-BE49-F238E27FC236}">
                <a16:creationId xmlns:a16="http://schemas.microsoft.com/office/drawing/2014/main" id="{22B68906-EDC0-8D0B-9299-612EB6042D5B}"/>
              </a:ext>
            </a:extLst>
          </p:cNvPr>
          <p:cNvSpPr>
            <a:spLocks noChangeArrowheads="1"/>
          </p:cNvSpPr>
          <p:nvPr>
            <p:ph type="body" idx="1"/>
          </p:nvPr>
        </p:nvSpPr>
        <p:spPr>
          <a:solidFill>
            <a:srgbClr val="FFFFFF"/>
          </a:solidFill>
          <a:ln>
            <a:solidFill>
              <a:srgbClr val="000000"/>
            </a:solidFill>
          </a:ln>
        </p:spPr>
        <p:txBody>
          <a:bodyPr lIns="91425" tIns="45712" rIns="91425" bIns="45712"/>
          <a:lstStyle/>
          <a:p>
            <a:r>
              <a:rPr lang="en-GB" altLang="en-US" sz="800">
                <a:latin typeface="Times New Roman" panose="02020603050405020304" pitchFamily="18" charset="0"/>
              </a:rPr>
              <a:t>Common to all methods: offer support for abstraction.</a:t>
            </a:r>
            <a:endParaRPr lang="en-AU"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074373F-CB0D-3DFB-2780-F64965DAD56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25603" name="Rectangle 3">
            <a:extLst>
              <a:ext uri="{FF2B5EF4-FFF2-40B4-BE49-F238E27FC236}">
                <a16:creationId xmlns:a16="http://schemas.microsoft.com/office/drawing/2014/main" id="{17C77B1F-D3B0-B05B-BB71-9FA8B1149CD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5604" name="Rectangle 6">
            <a:extLst>
              <a:ext uri="{FF2B5EF4-FFF2-40B4-BE49-F238E27FC236}">
                <a16:creationId xmlns:a16="http://schemas.microsoft.com/office/drawing/2014/main" id="{F9B2C20C-F675-67C3-9F94-D75D64F2DCB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5605" name="Rectangle 7">
            <a:extLst>
              <a:ext uri="{FF2B5EF4-FFF2-40B4-BE49-F238E27FC236}">
                <a16:creationId xmlns:a16="http://schemas.microsoft.com/office/drawing/2014/main" id="{32FB9ABB-E0CE-AA33-3B1B-D24EE32E8A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A89CFE5A-D4B1-4C11-91C3-2BC77B3EE043}" type="slidenum">
              <a:rPr lang="en-AU" altLang="en-US" sz="1200" smtClean="0">
                <a:latin typeface="Times New Roman" panose="02020603050405020304" pitchFamily="18" charset="0"/>
              </a:rPr>
              <a:pPr/>
              <a:t>11</a:t>
            </a:fld>
            <a:endParaRPr lang="en-AU" altLang="en-US" sz="1200">
              <a:latin typeface="Times New Roman" panose="02020603050405020304" pitchFamily="18" charset="0"/>
            </a:endParaRPr>
          </a:p>
        </p:txBody>
      </p:sp>
      <p:sp>
        <p:nvSpPr>
          <p:cNvPr id="25606" name="Rectangle 2">
            <a:extLst>
              <a:ext uri="{FF2B5EF4-FFF2-40B4-BE49-F238E27FC236}">
                <a16:creationId xmlns:a16="http://schemas.microsoft.com/office/drawing/2014/main" id="{A0914E48-EFE4-2788-FE7F-AD97B7FDDC60}"/>
              </a:ext>
            </a:extLst>
          </p:cNvPr>
          <p:cNvSpPr>
            <a:spLocks noChangeArrowheads="1" noTextEdit="1"/>
          </p:cNvSpPr>
          <p:nvPr>
            <p:ph type="sldImg"/>
          </p:nvPr>
        </p:nvSpPr>
        <p:spPr>
          <a:ln/>
        </p:spPr>
      </p:sp>
      <p:sp>
        <p:nvSpPr>
          <p:cNvPr id="25607" name="Rectangle 3">
            <a:extLst>
              <a:ext uri="{FF2B5EF4-FFF2-40B4-BE49-F238E27FC236}">
                <a16:creationId xmlns:a16="http://schemas.microsoft.com/office/drawing/2014/main" id="{0A90B760-BE9A-A0AF-D2AB-2A74C9D29B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DD0DC0-BBB8-2623-4DAD-A0B29A1E540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27651" name="Rectangle 3">
            <a:extLst>
              <a:ext uri="{FF2B5EF4-FFF2-40B4-BE49-F238E27FC236}">
                <a16:creationId xmlns:a16="http://schemas.microsoft.com/office/drawing/2014/main" id="{FD450062-1256-B102-872A-7F669E5DDE9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7652" name="Rectangle 6">
            <a:extLst>
              <a:ext uri="{FF2B5EF4-FFF2-40B4-BE49-F238E27FC236}">
                <a16:creationId xmlns:a16="http://schemas.microsoft.com/office/drawing/2014/main" id="{875D4089-6891-386D-70FD-E6B4B2C4CF8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7653" name="Rectangle 7">
            <a:extLst>
              <a:ext uri="{FF2B5EF4-FFF2-40B4-BE49-F238E27FC236}">
                <a16:creationId xmlns:a16="http://schemas.microsoft.com/office/drawing/2014/main" id="{401B96A1-4DE1-B039-2CB0-CA5E1E0B96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2A28832F-7909-4653-B78A-ED8F03E78951}" type="slidenum">
              <a:rPr lang="en-AU" altLang="en-US" sz="1200" smtClean="0">
                <a:latin typeface="Times New Roman" panose="02020603050405020304" pitchFamily="18" charset="0"/>
              </a:rPr>
              <a:pPr/>
              <a:t>12</a:t>
            </a:fld>
            <a:endParaRPr lang="en-AU" altLang="en-US" sz="1200">
              <a:latin typeface="Times New Roman" panose="02020603050405020304" pitchFamily="18" charset="0"/>
            </a:endParaRPr>
          </a:p>
        </p:txBody>
      </p:sp>
      <p:sp>
        <p:nvSpPr>
          <p:cNvPr id="27654" name="Rectangle 2">
            <a:extLst>
              <a:ext uri="{FF2B5EF4-FFF2-40B4-BE49-F238E27FC236}">
                <a16:creationId xmlns:a16="http://schemas.microsoft.com/office/drawing/2014/main" id="{2E5B777E-63D5-87E3-DEC4-260FCDEC04E4}"/>
              </a:ext>
            </a:extLst>
          </p:cNvPr>
          <p:cNvSpPr>
            <a:spLocks noChangeArrowheads="1" noTextEdit="1"/>
          </p:cNvSpPr>
          <p:nvPr>
            <p:ph type="sldImg"/>
          </p:nvPr>
        </p:nvSpPr>
        <p:spPr>
          <a:ln/>
        </p:spPr>
      </p:sp>
      <p:sp>
        <p:nvSpPr>
          <p:cNvPr id="27655" name="Rectangle 3">
            <a:extLst>
              <a:ext uri="{FF2B5EF4-FFF2-40B4-BE49-F238E27FC236}">
                <a16:creationId xmlns:a16="http://schemas.microsoft.com/office/drawing/2014/main" id="{0FEE46B1-789C-E002-1BF7-7B562D0206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FCD7711C-4222-9D83-3DF1-E994C6B9714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29699" name="Rectangle 3">
            <a:extLst>
              <a:ext uri="{FF2B5EF4-FFF2-40B4-BE49-F238E27FC236}">
                <a16:creationId xmlns:a16="http://schemas.microsoft.com/office/drawing/2014/main" id="{F785BD9F-75AF-C694-5318-3929D2155CC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9700" name="Rectangle 6">
            <a:extLst>
              <a:ext uri="{FF2B5EF4-FFF2-40B4-BE49-F238E27FC236}">
                <a16:creationId xmlns:a16="http://schemas.microsoft.com/office/drawing/2014/main" id="{877A7D01-1019-EE0D-8699-5BB8CFE0178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9701" name="Rectangle 7">
            <a:extLst>
              <a:ext uri="{FF2B5EF4-FFF2-40B4-BE49-F238E27FC236}">
                <a16:creationId xmlns:a16="http://schemas.microsoft.com/office/drawing/2014/main" id="{78E50F3B-2CEC-E470-8D2F-6BA1EA7353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08B3C47-D6AA-4AB5-91DB-6BCA132BB05B}" type="slidenum">
              <a:rPr lang="en-AU" altLang="en-US" sz="1200" smtClean="0">
                <a:latin typeface="Times New Roman" panose="02020603050405020304" pitchFamily="18" charset="0"/>
              </a:rPr>
              <a:pPr/>
              <a:t>13</a:t>
            </a:fld>
            <a:endParaRPr lang="en-AU" altLang="en-US" sz="1200">
              <a:latin typeface="Times New Roman" panose="02020603050405020304" pitchFamily="18" charset="0"/>
            </a:endParaRPr>
          </a:p>
        </p:txBody>
      </p:sp>
      <p:sp>
        <p:nvSpPr>
          <p:cNvPr id="29702" name="Rectangle 2">
            <a:extLst>
              <a:ext uri="{FF2B5EF4-FFF2-40B4-BE49-F238E27FC236}">
                <a16:creationId xmlns:a16="http://schemas.microsoft.com/office/drawing/2014/main" id="{82568082-E60D-E95F-5750-56EE4719931E}"/>
              </a:ext>
            </a:extLst>
          </p:cNvPr>
          <p:cNvSpPr>
            <a:spLocks noChangeArrowheads="1" noTextEdit="1"/>
          </p:cNvSpPr>
          <p:nvPr>
            <p:ph type="sldImg"/>
          </p:nvPr>
        </p:nvSpPr>
        <p:spPr>
          <a:ln/>
        </p:spPr>
      </p:sp>
      <p:sp>
        <p:nvSpPr>
          <p:cNvPr id="29703" name="Rectangle 3">
            <a:extLst>
              <a:ext uri="{FF2B5EF4-FFF2-40B4-BE49-F238E27FC236}">
                <a16:creationId xmlns:a16="http://schemas.microsoft.com/office/drawing/2014/main" id="{D236BD23-BE41-4DB1-FEFA-9049CF74AE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The Scream by Edvard Munch (1893), which inspired 20th-century Expressionists</a:t>
            </a:r>
          </a:p>
          <a:p>
            <a:r>
              <a:rPr lang="en-US" altLang="en-US">
                <a:latin typeface="Times New Roman" panose="02020603050405020304" pitchFamily="18" charset="0"/>
              </a:rPr>
              <a:t>What does this picture try to tell us? Either way, it communicates using abstract concepts (typical for expressionists)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EAEE092-74E6-73D1-AC34-BB51143D016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31747" name="Rectangle 3">
            <a:extLst>
              <a:ext uri="{FF2B5EF4-FFF2-40B4-BE49-F238E27FC236}">
                <a16:creationId xmlns:a16="http://schemas.microsoft.com/office/drawing/2014/main" id="{598468AB-6B50-39BE-52CD-3D9C73D6EC7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1748" name="Rectangle 6">
            <a:extLst>
              <a:ext uri="{FF2B5EF4-FFF2-40B4-BE49-F238E27FC236}">
                <a16:creationId xmlns:a16="http://schemas.microsoft.com/office/drawing/2014/main" id="{C3C4579D-0DCA-C01A-6000-1ED127BF767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1749" name="Rectangle 7">
            <a:extLst>
              <a:ext uri="{FF2B5EF4-FFF2-40B4-BE49-F238E27FC236}">
                <a16:creationId xmlns:a16="http://schemas.microsoft.com/office/drawing/2014/main" id="{D523DCF8-E910-8033-8C92-E8DDEC7864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71C9635-1F88-4C84-BAE9-D6CCA9E04AE0}" type="slidenum">
              <a:rPr lang="en-AU" altLang="en-US" sz="1200" smtClean="0">
                <a:latin typeface="Times New Roman" panose="02020603050405020304" pitchFamily="18" charset="0"/>
              </a:rPr>
              <a:pPr/>
              <a:t>14</a:t>
            </a:fld>
            <a:endParaRPr lang="en-AU" altLang="en-US" sz="1200">
              <a:latin typeface="Times New Roman" panose="02020603050405020304" pitchFamily="18" charset="0"/>
            </a:endParaRPr>
          </a:p>
        </p:txBody>
      </p:sp>
      <p:sp>
        <p:nvSpPr>
          <p:cNvPr id="31750" name="Rectangle 2">
            <a:extLst>
              <a:ext uri="{FF2B5EF4-FFF2-40B4-BE49-F238E27FC236}">
                <a16:creationId xmlns:a16="http://schemas.microsoft.com/office/drawing/2014/main" id="{B521F2DD-C4BF-D312-1B60-0D48E2339BBA}"/>
              </a:ext>
            </a:extLst>
          </p:cNvPr>
          <p:cNvSpPr>
            <a:spLocks noChangeArrowheads="1" noTextEdit="1"/>
          </p:cNvSpPr>
          <p:nvPr>
            <p:ph type="sldImg"/>
          </p:nvPr>
        </p:nvSpPr>
        <p:spPr>
          <a:ln/>
        </p:spPr>
      </p:sp>
      <p:sp>
        <p:nvSpPr>
          <p:cNvPr id="31751" name="Rectangle 3">
            <a:extLst>
              <a:ext uri="{FF2B5EF4-FFF2-40B4-BE49-F238E27FC236}">
                <a16:creationId xmlns:a16="http://schemas.microsoft.com/office/drawing/2014/main" id="{6416FEFB-FC17-B74F-1E54-FB9528E4A4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Although this looks like a real image, it is actually a computer-generated picture!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B1B21A7-CF95-6858-39BF-620A47F31DB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33795" name="Rectangle 3">
            <a:extLst>
              <a:ext uri="{FF2B5EF4-FFF2-40B4-BE49-F238E27FC236}">
                <a16:creationId xmlns:a16="http://schemas.microsoft.com/office/drawing/2014/main" id="{B1E2198A-935D-CCA8-FEA7-746E80D9B2D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3796" name="Rectangle 6">
            <a:extLst>
              <a:ext uri="{FF2B5EF4-FFF2-40B4-BE49-F238E27FC236}">
                <a16:creationId xmlns:a16="http://schemas.microsoft.com/office/drawing/2014/main" id="{E021B6FD-02DD-69CB-F2D8-2321F8AB7F8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3797" name="Rectangle 7">
            <a:extLst>
              <a:ext uri="{FF2B5EF4-FFF2-40B4-BE49-F238E27FC236}">
                <a16:creationId xmlns:a16="http://schemas.microsoft.com/office/drawing/2014/main" id="{1D625DFA-B3FA-B749-A63B-91E4B579FA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BE87F26-B7FB-4960-B797-5AE20D63A33A}" type="slidenum">
              <a:rPr lang="en-AU" altLang="en-US" sz="1200" smtClean="0">
                <a:latin typeface="Times New Roman" panose="02020603050405020304" pitchFamily="18" charset="0"/>
              </a:rPr>
              <a:pPr/>
              <a:t>15</a:t>
            </a:fld>
            <a:endParaRPr lang="en-AU" altLang="en-US" sz="1200">
              <a:latin typeface="Times New Roman" panose="02020603050405020304" pitchFamily="18" charset="0"/>
            </a:endParaRPr>
          </a:p>
        </p:txBody>
      </p:sp>
      <p:sp>
        <p:nvSpPr>
          <p:cNvPr id="33798" name="Rectangle 2">
            <a:extLst>
              <a:ext uri="{FF2B5EF4-FFF2-40B4-BE49-F238E27FC236}">
                <a16:creationId xmlns:a16="http://schemas.microsoft.com/office/drawing/2014/main" id="{A9D460DE-3897-EF28-08B9-5845F0E7F8FA}"/>
              </a:ext>
            </a:extLst>
          </p:cNvPr>
          <p:cNvSpPr>
            <a:spLocks noChangeArrowheads="1" noTextEdit="1"/>
          </p:cNvSpPr>
          <p:nvPr>
            <p:ph type="sldImg"/>
          </p:nvPr>
        </p:nvSpPr>
        <p:spPr>
          <a:ln/>
        </p:spPr>
      </p:sp>
      <p:sp>
        <p:nvSpPr>
          <p:cNvPr id="33799" name="Rectangle 3">
            <a:extLst>
              <a:ext uri="{FF2B5EF4-FFF2-40B4-BE49-F238E27FC236}">
                <a16:creationId xmlns:a16="http://schemas.microsoft.com/office/drawing/2014/main" id="{5133400E-A0EA-EEEA-16E5-B57A0932B8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Maps (of any shape or form) are good examples of abstractions!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DA1D799B-986B-0993-584F-D15E8F86B99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35843" name="Rectangle 3">
            <a:extLst>
              <a:ext uri="{FF2B5EF4-FFF2-40B4-BE49-F238E27FC236}">
                <a16:creationId xmlns:a16="http://schemas.microsoft.com/office/drawing/2014/main" id="{C72A6472-FC19-9DA7-936B-B400D835ACB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5844" name="Rectangle 6">
            <a:extLst>
              <a:ext uri="{FF2B5EF4-FFF2-40B4-BE49-F238E27FC236}">
                <a16:creationId xmlns:a16="http://schemas.microsoft.com/office/drawing/2014/main" id="{EB052BBB-A1E4-6791-623D-D1F037EB431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5845" name="Rectangle 7">
            <a:extLst>
              <a:ext uri="{FF2B5EF4-FFF2-40B4-BE49-F238E27FC236}">
                <a16:creationId xmlns:a16="http://schemas.microsoft.com/office/drawing/2014/main" id="{2F6A4343-3165-01E9-4CEE-D14D5ECFD0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C5081AF-EE80-443B-9C3A-603AAB864392}" type="slidenum">
              <a:rPr lang="en-AU" altLang="en-US" sz="1200" smtClean="0">
                <a:latin typeface="Times New Roman" panose="02020603050405020304" pitchFamily="18" charset="0"/>
              </a:rPr>
              <a:pPr/>
              <a:t>16</a:t>
            </a:fld>
            <a:endParaRPr lang="en-AU" altLang="en-US" sz="1200">
              <a:latin typeface="Times New Roman" panose="02020603050405020304" pitchFamily="18" charset="0"/>
            </a:endParaRPr>
          </a:p>
        </p:txBody>
      </p:sp>
      <p:sp>
        <p:nvSpPr>
          <p:cNvPr id="35846" name="Rectangle 2">
            <a:extLst>
              <a:ext uri="{FF2B5EF4-FFF2-40B4-BE49-F238E27FC236}">
                <a16:creationId xmlns:a16="http://schemas.microsoft.com/office/drawing/2014/main" id="{2C3AC51F-6B92-C136-5DD8-69C1B59878B9}"/>
              </a:ext>
            </a:extLst>
          </p:cNvPr>
          <p:cNvSpPr>
            <a:spLocks noChangeArrowheads="1" noTextEdit="1"/>
          </p:cNvSpPr>
          <p:nvPr>
            <p:ph type="sldImg"/>
          </p:nvPr>
        </p:nvSpPr>
        <p:spPr>
          <a:ln/>
        </p:spPr>
      </p:sp>
      <p:sp>
        <p:nvSpPr>
          <p:cNvPr id="35847" name="Rectangle 3">
            <a:extLst>
              <a:ext uri="{FF2B5EF4-FFF2-40B4-BE49-F238E27FC236}">
                <a16:creationId xmlns:a16="http://schemas.microsoft.com/office/drawing/2014/main" id="{E2E4542E-14C4-CA24-A1FE-AAC2118E7A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40F8F97-9E84-058C-3739-5CC6B3FADE4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37891" name="Rectangle 3">
            <a:extLst>
              <a:ext uri="{FF2B5EF4-FFF2-40B4-BE49-F238E27FC236}">
                <a16:creationId xmlns:a16="http://schemas.microsoft.com/office/drawing/2014/main" id="{5747BE63-6CF2-D6FC-10FD-DB2BA5652DF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7892" name="Rectangle 6">
            <a:extLst>
              <a:ext uri="{FF2B5EF4-FFF2-40B4-BE49-F238E27FC236}">
                <a16:creationId xmlns:a16="http://schemas.microsoft.com/office/drawing/2014/main" id="{E9ECFF19-4097-C6CB-2867-D9B9488579C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7893" name="Rectangle 7">
            <a:extLst>
              <a:ext uri="{FF2B5EF4-FFF2-40B4-BE49-F238E27FC236}">
                <a16:creationId xmlns:a16="http://schemas.microsoft.com/office/drawing/2014/main" id="{9CDD5762-89D6-1508-EBE9-E41DB7A8F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8A25F0F6-5996-4342-8618-549228C1D6C7}" type="slidenum">
              <a:rPr lang="en-AU" altLang="en-US" sz="1200" smtClean="0">
                <a:latin typeface="Times New Roman" panose="02020603050405020304" pitchFamily="18" charset="0"/>
              </a:rPr>
              <a:pPr/>
              <a:t>17</a:t>
            </a:fld>
            <a:endParaRPr lang="en-AU" altLang="en-US" sz="1200">
              <a:latin typeface="Times New Roman" panose="02020603050405020304" pitchFamily="18" charset="0"/>
            </a:endParaRPr>
          </a:p>
        </p:txBody>
      </p:sp>
      <p:sp>
        <p:nvSpPr>
          <p:cNvPr id="37894" name="Rectangle 2">
            <a:extLst>
              <a:ext uri="{FF2B5EF4-FFF2-40B4-BE49-F238E27FC236}">
                <a16:creationId xmlns:a16="http://schemas.microsoft.com/office/drawing/2014/main" id="{19DA5F73-27B3-D768-F08A-95F77D53B67B}"/>
              </a:ext>
            </a:extLst>
          </p:cNvPr>
          <p:cNvSpPr>
            <a:spLocks noChangeArrowheads="1" noTextEdit="1"/>
          </p:cNvSpPr>
          <p:nvPr>
            <p:ph type="sldImg"/>
          </p:nvPr>
        </p:nvSpPr>
        <p:spPr>
          <a:solidFill>
            <a:srgbClr val="FFFFFF"/>
          </a:solidFill>
          <a:ln/>
        </p:spPr>
      </p:sp>
      <p:sp>
        <p:nvSpPr>
          <p:cNvPr id="37895" name="Rectangle 3">
            <a:extLst>
              <a:ext uri="{FF2B5EF4-FFF2-40B4-BE49-F238E27FC236}">
                <a16:creationId xmlns:a16="http://schemas.microsoft.com/office/drawing/2014/main" id="{82AB45E8-63F0-0015-26BD-1741A64845CF}"/>
              </a:ext>
            </a:extLst>
          </p:cNvPr>
          <p:cNvSpPr>
            <a:spLocks noChangeArrowheads="1"/>
          </p:cNvSpPr>
          <p:nvPr>
            <p:ph type="body" idx="1"/>
          </p:nvPr>
        </p:nvSpPr>
        <p:spPr>
          <a:solidFill>
            <a:srgbClr val="FFFFFF"/>
          </a:solidFill>
          <a:ln>
            <a:solidFill>
              <a:srgbClr val="000000"/>
            </a:solidFill>
          </a:ln>
        </p:spPr>
        <p:txBody>
          <a:bodyPr/>
          <a:lstStyle/>
          <a:p>
            <a:r>
              <a:rPr lang="en-US" altLang="en-US">
                <a:latin typeface="Times New Roman" panose="02020603050405020304" pitchFamily="18" charset="0"/>
              </a:rPr>
              <a:t>An “abstract” view of how a distributed system is organized.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239FDA23-C3DE-957B-3DD2-BC59DAFD678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39939" name="Rectangle 3">
            <a:extLst>
              <a:ext uri="{FF2B5EF4-FFF2-40B4-BE49-F238E27FC236}">
                <a16:creationId xmlns:a16="http://schemas.microsoft.com/office/drawing/2014/main" id="{E66BA3AD-9397-3BCB-2285-DC847D4B65C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9940" name="Rectangle 6">
            <a:extLst>
              <a:ext uri="{FF2B5EF4-FFF2-40B4-BE49-F238E27FC236}">
                <a16:creationId xmlns:a16="http://schemas.microsoft.com/office/drawing/2014/main" id="{08B0AE19-B91F-CA98-FE21-1426DEF0E86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9941" name="Rectangle 7">
            <a:extLst>
              <a:ext uri="{FF2B5EF4-FFF2-40B4-BE49-F238E27FC236}">
                <a16:creationId xmlns:a16="http://schemas.microsoft.com/office/drawing/2014/main" id="{42241649-0CD5-E7F6-E534-9CA29F9BBD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6CD2F90-AAEC-4596-8835-33874AAE07AC}" type="slidenum">
              <a:rPr lang="en-AU" altLang="en-US" sz="1200" smtClean="0">
                <a:latin typeface="Times New Roman" panose="02020603050405020304" pitchFamily="18" charset="0"/>
              </a:rPr>
              <a:pPr/>
              <a:t>18</a:t>
            </a:fld>
            <a:endParaRPr lang="en-AU" altLang="en-US" sz="1200">
              <a:latin typeface="Times New Roman" panose="02020603050405020304" pitchFamily="18" charset="0"/>
            </a:endParaRPr>
          </a:p>
        </p:txBody>
      </p:sp>
      <p:sp>
        <p:nvSpPr>
          <p:cNvPr id="39942" name="Rectangle 2">
            <a:extLst>
              <a:ext uri="{FF2B5EF4-FFF2-40B4-BE49-F238E27FC236}">
                <a16:creationId xmlns:a16="http://schemas.microsoft.com/office/drawing/2014/main" id="{AD9DA8C0-7992-8A53-3ED0-AD160537B88D}"/>
              </a:ext>
            </a:extLst>
          </p:cNvPr>
          <p:cNvSpPr>
            <a:spLocks noChangeArrowheads="1" noTextEdit="1"/>
          </p:cNvSpPr>
          <p:nvPr>
            <p:ph type="sldImg"/>
          </p:nvPr>
        </p:nvSpPr>
        <p:spPr>
          <a:xfrm>
            <a:off x="992188" y="768350"/>
            <a:ext cx="5116512" cy="3836988"/>
          </a:xfrm>
          <a:solidFill>
            <a:srgbClr val="FFFFFF"/>
          </a:solidFill>
          <a:ln/>
        </p:spPr>
      </p:sp>
      <p:sp>
        <p:nvSpPr>
          <p:cNvPr id="39943" name="Rectangle 3">
            <a:extLst>
              <a:ext uri="{FF2B5EF4-FFF2-40B4-BE49-F238E27FC236}">
                <a16:creationId xmlns:a16="http://schemas.microsoft.com/office/drawing/2014/main" id="{7F84BA86-CCA6-B675-76BF-CB821FD5EE36}"/>
              </a:ext>
            </a:extLst>
          </p:cNvPr>
          <p:cNvSpPr>
            <a:spLocks noChangeArrowheads="1"/>
          </p:cNvSpPr>
          <p:nvPr>
            <p:ph type="body" idx="1"/>
          </p:nvPr>
        </p:nvSpPr>
        <p:spPr>
          <a:xfrm>
            <a:off x="946150" y="4860925"/>
            <a:ext cx="5207000" cy="4605338"/>
          </a:xfrm>
          <a:solidFill>
            <a:srgbClr val="FFFFFF"/>
          </a:solidFill>
          <a:ln>
            <a:solidFill>
              <a:srgbClr val="000000"/>
            </a:solidFill>
          </a:ln>
        </p:spPr>
        <p:txBody>
          <a:bodyPr lIns="99032" tIns="49516" rIns="99032" bIns="49516"/>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B90DA70-B7BB-6F81-4D27-4AABE156B1C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41987" name="Rectangle 3">
            <a:extLst>
              <a:ext uri="{FF2B5EF4-FFF2-40B4-BE49-F238E27FC236}">
                <a16:creationId xmlns:a16="http://schemas.microsoft.com/office/drawing/2014/main" id="{BCAD5004-2983-721B-4E32-77011956268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41988" name="Rectangle 6">
            <a:extLst>
              <a:ext uri="{FF2B5EF4-FFF2-40B4-BE49-F238E27FC236}">
                <a16:creationId xmlns:a16="http://schemas.microsoft.com/office/drawing/2014/main" id="{27F40673-009C-AFE8-B2B5-494BA5EF4D2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1989" name="Rectangle 7">
            <a:extLst>
              <a:ext uri="{FF2B5EF4-FFF2-40B4-BE49-F238E27FC236}">
                <a16:creationId xmlns:a16="http://schemas.microsoft.com/office/drawing/2014/main" id="{09D1F024-2CBA-AB3A-FC27-E8CEEBD136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51E4D0E-7938-4B71-8D90-446108A8109A}" type="slidenum">
              <a:rPr lang="en-AU" altLang="en-US" sz="1200" smtClean="0">
                <a:latin typeface="Times New Roman" panose="02020603050405020304" pitchFamily="18" charset="0"/>
              </a:rPr>
              <a:pPr/>
              <a:t>19</a:t>
            </a:fld>
            <a:endParaRPr lang="en-AU" altLang="en-US" sz="1200">
              <a:latin typeface="Times New Roman" panose="02020603050405020304" pitchFamily="18" charset="0"/>
            </a:endParaRPr>
          </a:p>
        </p:txBody>
      </p:sp>
      <p:sp>
        <p:nvSpPr>
          <p:cNvPr id="41990" name="Rectangle 2">
            <a:extLst>
              <a:ext uri="{FF2B5EF4-FFF2-40B4-BE49-F238E27FC236}">
                <a16:creationId xmlns:a16="http://schemas.microsoft.com/office/drawing/2014/main" id="{FE4A4BD4-AE77-E9CA-DD66-594A5BBE5D86}"/>
              </a:ext>
            </a:extLst>
          </p:cNvPr>
          <p:cNvSpPr>
            <a:spLocks noChangeArrowheads="1" noTextEdit="1"/>
          </p:cNvSpPr>
          <p:nvPr>
            <p:ph type="sldImg"/>
          </p:nvPr>
        </p:nvSpPr>
        <p:spPr>
          <a:ln/>
        </p:spPr>
      </p:sp>
      <p:sp>
        <p:nvSpPr>
          <p:cNvPr id="41991" name="Rectangle 3">
            <a:extLst>
              <a:ext uri="{FF2B5EF4-FFF2-40B4-BE49-F238E27FC236}">
                <a16:creationId xmlns:a16="http://schemas.microsoft.com/office/drawing/2014/main" id="{EFAC17F7-7936-9050-3325-7BBEA785CB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A functional abstraction - Quicksort (in some arbitrary pseudocode)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366A2621-29FA-EF74-D04B-5EF7357183F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45059" name="Rectangle 3">
            <a:extLst>
              <a:ext uri="{FF2B5EF4-FFF2-40B4-BE49-F238E27FC236}">
                <a16:creationId xmlns:a16="http://schemas.microsoft.com/office/drawing/2014/main" id="{6968D429-22CA-8B50-98C8-567657ACB19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45060" name="Rectangle 6">
            <a:extLst>
              <a:ext uri="{FF2B5EF4-FFF2-40B4-BE49-F238E27FC236}">
                <a16:creationId xmlns:a16="http://schemas.microsoft.com/office/drawing/2014/main" id="{1FFA2AC5-65FA-9A3D-1167-DADFFEA5F55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5061" name="Rectangle 7">
            <a:extLst>
              <a:ext uri="{FF2B5EF4-FFF2-40B4-BE49-F238E27FC236}">
                <a16:creationId xmlns:a16="http://schemas.microsoft.com/office/drawing/2014/main" id="{15273C11-CDE0-C168-A246-B5F5FEA11D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6B322A0-B45C-4948-8DBC-DA91820FD8CB}" type="slidenum">
              <a:rPr lang="en-AU" altLang="en-US" sz="1200" smtClean="0">
                <a:latin typeface="Times New Roman" panose="02020603050405020304" pitchFamily="18" charset="0"/>
              </a:rPr>
              <a:pPr/>
              <a:t>21</a:t>
            </a:fld>
            <a:endParaRPr lang="en-AU" altLang="en-US" sz="1200">
              <a:latin typeface="Times New Roman" panose="02020603050405020304" pitchFamily="18" charset="0"/>
            </a:endParaRPr>
          </a:p>
        </p:txBody>
      </p:sp>
      <p:sp>
        <p:nvSpPr>
          <p:cNvPr id="45062" name="Rectangle 2">
            <a:extLst>
              <a:ext uri="{FF2B5EF4-FFF2-40B4-BE49-F238E27FC236}">
                <a16:creationId xmlns:a16="http://schemas.microsoft.com/office/drawing/2014/main" id="{755A7DA6-FB8F-2A77-E83B-B2EB7F75E554}"/>
              </a:ext>
            </a:extLst>
          </p:cNvPr>
          <p:cNvSpPr>
            <a:spLocks noChangeArrowheads="1" noTextEdit="1"/>
          </p:cNvSpPr>
          <p:nvPr>
            <p:ph type="sldImg"/>
          </p:nvPr>
        </p:nvSpPr>
        <p:spPr>
          <a:ln/>
        </p:spPr>
      </p:sp>
      <p:sp>
        <p:nvSpPr>
          <p:cNvPr id="45063" name="Rectangle 3">
            <a:extLst>
              <a:ext uri="{FF2B5EF4-FFF2-40B4-BE49-F238E27FC236}">
                <a16:creationId xmlns:a16="http://schemas.microsoft.com/office/drawing/2014/main" id="{7BA6411B-9EAB-B79B-11BA-65C663C64F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Data-type abstraction - Eiffel allows to define pre- and post-conditions that “constrain” any implementation.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8294E95-11E5-229F-5654-9D7D1716C2E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49155" name="Rectangle 3">
            <a:extLst>
              <a:ext uri="{FF2B5EF4-FFF2-40B4-BE49-F238E27FC236}">
                <a16:creationId xmlns:a16="http://schemas.microsoft.com/office/drawing/2014/main" id="{048E0DAC-5045-402D-524E-F13E0776435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49156" name="Rectangle 6">
            <a:extLst>
              <a:ext uri="{FF2B5EF4-FFF2-40B4-BE49-F238E27FC236}">
                <a16:creationId xmlns:a16="http://schemas.microsoft.com/office/drawing/2014/main" id="{AB954CFB-8C3B-57FA-2E4D-EDE6C4C9DEF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9157" name="Rectangle 7">
            <a:extLst>
              <a:ext uri="{FF2B5EF4-FFF2-40B4-BE49-F238E27FC236}">
                <a16:creationId xmlns:a16="http://schemas.microsoft.com/office/drawing/2014/main" id="{8EF58119-9190-E0CC-8B41-46620160D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2B71FBDE-030F-46E6-AA5F-D84664C0D645}" type="slidenum">
              <a:rPr lang="en-AU" altLang="en-US" sz="1200" smtClean="0">
                <a:latin typeface="Times New Roman" panose="02020603050405020304" pitchFamily="18" charset="0"/>
              </a:rPr>
              <a:pPr/>
              <a:t>24</a:t>
            </a:fld>
            <a:endParaRPr lang="en-AU" altLang="en-US" sz="1200">
              <a:latin typeface="Times New Roman" panose="02020603050405020304" pitchFamily="18" charset="0"/>
            </a:endParaRPr>
          </a:p>
        </p:txBody>
      </p:sp>
      <p:sp>
        <p:nvSpPr>
          <p:cNvPr id="49158" name="Rectangle 2">
            <a:extLst>
              <a:ext uri="{FF2B5EF4-FFF2-40B4-BE49-F238E27FC236}">
                <a16:creationId xmlns:a16="http://schemas.microsoft.com/office/drawing/2014/main" id="{F70BC3BC-CF12-5DB7-0804-6605E831B798}"/>
              </a:ext>
            </a:extLst>
          </p:cNvPr>
          <p:cNvSpPr>
            <a:spLocks noChangeArrowheads="1" noTextEdit="1"/>
          </p:cNvSpPr>
          <p:nvPr>
            <p:ph type="sldImg"/>
          </p:nvPr>
        </p:nvSpPr>
        <p:spPr>
          <a:ln/>
        </p:spPr>
      </p:sp>
      <p:sp>
        <p:nvSpPr>
          <p:cNvPr id="49159" name="Rectangle 3">
            <a:extLst>
              <a:ext uri="{FF2B5EF4-FFF2-40B4-BE49-F238E27FC236}">
                <a16:creationId xmlns:a16="http://schemas.microsoft.com/office/drawing/2014/main" id="{B0363028-59D9-191F-031E-4838C09139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9FDF2396-96E7-3012-91E2-C1B99CC70BD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52227" name="Rectangle 3">
            <a:extLst>
              <a:ext uri="{FF2B5EF4-FFF2-40B4-BE49-F238E27FC236}">
                <a16:creationId xmlns:a16="http://schemas.microsoft.com/office/drawing/2014/main" id="{814B8430-139C-1868-4CCB-9E9709A3437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2228" name="Rectangle 6">
            <a:extLst>
              <a:ext uri="{FF2B5EF4-FFF2-40B4-BE49-F238E27FC236}">
                <a16:creationId xmlns:a16="http://schemas.microsoft.com/office/drawing/2014/main" id="{54DE9F18-B43E-DECD-C9D4-FD6217366C8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2229" name="Rectangle 7">
            <a:extLst>
              <a:ext uri="{FF2B5EF4-FFF2-40B4-BE49-F238E27FC236}">
                <a16:creationId xmlns:a16="http://schemas.microsoft.com/office/drawing/2014/main" id="{E2EDF2E3-1DEB-5E06-8927-8F41631EC0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EEDB6C5-ADDE-4F88-ACBC-DC2125BF8AF1}" type="slidenum">
              <a:rPr lang="en-AU" altLang="en-US" sz="1200" smtClean="0">
                <a:latin typeface="Times New Roman" panose="02020603050405020304" pitchFamily="18" charset="0"/>
              </a:rPr>
              <a:pPr/>
              <a:t>26</a:t>
            </a:fld>
            <a:endParaRPr lang="en-AU" altLang="en-US" sz="1200">
              <a:latin typeface="Times New Roman" panose="02020603050405020304" pitchFamily="18" charset="0"/>
            </a:endParaRPr>
          </a:p>
        </p:txBody>
      </p:sp>
      <p:sp>
        <p:nvSpPr>
          <p:cNvPr id="52230" name="Rectangle 2">
            <a:extLst>
              <a:ext uri="{FF2B5EF4-FFF2-40B4-BE49-F238E27FC236}">
                <a16:creationId xmlns:a16="http://schemas.microsoft.com/office/drawing/2014/main" id="{208550AF-0F2D-5451-A302-845BB32A6B40}"/>
              </a:ext>
            </a:extLst>
          </p:cNvPr>
          <p:cNvSpPr>
            <a:spLocks noChangeArrowheads="1" noTextEdit="1"/>
          </p:cNvSpPr>
          <p:nvPr>
            <p:ph type="sldImg"/>
          </p:nvPr>
        </p:nvSpPr>
        <p:spPr>
          <a:ln/>
        </p:spPr>
      </p:sp>
      <p:sp>
        <p:nvSpPr>
          <p:cNvPr id="52231" name="Rectangle 3">
            <a:extLst>
              <a:ext uri="{FF2B5EF4-FFF2-40B4-BE49-F238E27FC236}">
                <a16:creationId xmlns:a16="http://schemas.microsoft.com/office/drawing/2014/main" id="{C901537B-F2BB-9087-9C60-0EA45B3884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Machine instructions and memory cells are again abstractions by themselves!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13913134-AE4E-68DD-00C4-056112EA3AD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54275" name="Rectangle 3">
            <a:extLst>
              <a:ext uri="{FF2B5EF4-FFF2-40B4-BE49-F238E27FC236}">
                <a16:creationId xmlns:a16="http://schemas.microsoft.com/office/drawing/2014/main" id="{FEAC6174-EAF1-A4D3-8480-D7F2C304A1A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4276" name="Rectangle 6">
            <a:extLst>
              <a:ext uri="{FF2B5EF4-FFF2-40B4-BE49-F238E27FC236}">
                <a16:creationId xmlns:a16="http://schemas.microsoft.com/office/drawing/2014/main" id="{27E8D4AC-AB54-7D3F-2F14-A95F33B434C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4277" name="Rectangle 7">
            <a:extLst>
              <a:ext uri="{FF2B5EF4-FFF2-40B4-BE49-F238E27FC236}">
                <a16:creationId xmlns:a16="http://schemas.microsoft.com/office/drawing/2014/main" id="{76D51D52-784D-3B24-95CC-2434A92768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6CA808D1-3D64-4F39-AE21-60D49540281A}" type="slidenum">
              <a:rPr lang="en-AU" altLang="en-US" sz="1200" smtClean="0">
                <a:latin typeface="Times New Roman" panose="02020603050405020304" pitchFamily="18" charset="0"/>
              </a:rPr>
              <a:pPr/>
              <a:t>27</a:t>
            </a:fld>
            <a:endParaRPr lang="en-AU" altLang="en-US" sz="1200">
              <a:latin typeface="Times New Roman" panose="02020603050405020304" pitchFamily="18" charset="0"/>
            </a:endParaRPr>
          </a:p>
        </p:txBody>
      </p:sp>
      <p:sp>
        <p:nvSpPr>
          <p:cNvPr id="54278" name="Rectangle 2">
            <a:extLst>
              <a:ext uri="{FF2B5EF4-FFF2-40B4-BE49-F238E27FC236}">
                <a16:creationId xmlns:a16="http://schemas.microsoft.com/office/drawing/2014/main" id="{E59859AC-A1B3-04D7-4425-4BA1B1075004}"/>
              </a:ext>
            </a:extLst>
          </p:cNvPr>
          <p:cNvSpPr>
            <a:spLocks noChangeArrowheads="1" noTextEdit="1"/>
          </p:cNvSpPr>
          <p:nvPr>
            <p:ph type="sldImg"/>
          </p:nvPr>
        </p:nvSpPr>
        <p:spPr>
          <a:ln/>
        </p:spPr>
      </p:sp>
      <p:sp>
        <p:nvSpPr>
          <p:cNvPr id="54279" name="Rectangle 3">
            <a:extLst>
              <a:ext uri="{FF2B5EF4-FFF2-40B4-BE49-F238E27FC236}">
                <a16:creationId xmlns:a16="http://schemas.microsoft.com/office/drawing/2014/main" id="{5AE6ED28-0871-FFC9-CB85-09AE6B9094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Structure &amp; Behaviour … …&gt; design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7B7D624D-FE0F-8F0E-315E-5A256CC7D33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56323" name="Rectangle 3">
            <a:extLst>
              <a:ext uri="{FF2B5EF4-FFF2-40B4-BE49-F238E27FC236}">
                <a16:creationId xmlns:a16="http://schemas.microsoft.com/office/drawing/2014/main" id="{72D65773-C2C0-4F8D-96A3-144C5FE0EDE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6324" name="Rectangle 6">
            <a:extLst>
              <a:ext uri="{FF2B5EF4-FFF2-40B4-BE49-F238E27FC236}">
                <a16:creationId xmlns:a16="http://schemas.microsoft.com/office/drawing/2014/main" id="{236C0BF9-5FA2-33DC-7944-EACDF1F845B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6325" name="Rectangle 7">
            <a:extLst>
              <a:ext uri="{FF2B5EF4-FFF2-40B4-BE49-F238E27FC236}">
                <a16:creationId xmlns:a16="http://schemas.microsoft.com/office/drawing/2014/main" id="{8B6672C0-3D7E-8892-B3BE-85B67FA3B2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FE7E389-80C9-4393-B262-87068B571B24}" type="slidenum">
              <a:rPr lang="en-AU" altLang="en-US" sz="1200" smtClean="0">
                <a:latin typeface="Times New Roman" panose="02020603050405020304" pitchFamily="18" charset="0"/>
              </a:rPr>
              <a:pPr/>
              <a:t>28</a:t>
            </a:fld>
            <a:endParaRPr lang="en-AU" altLang="en-US" sz="1200">
              <a:latin typeface="Times New Roman" panose="02020603050405020304" pitchFamily="18" charset="0"/>
            </a:endParaRPr>
          </a:p>
        </p:txBody>
      </p:sp>
      <p:sp>
        <p:nvSpPr>
          <p:cNvPr id="56326" name="Rectangle 2">
            <a:extLst>
              <a:ext uri="{FF2B5EF4-FFF2-40B4-BE49-F238E27FC236}">
                <a16:creationId xmlns:a16="http://schemas.microsoft.com/office/drawing/2014/main" id="{E671EC2D-7E5E-AC24-7D80-94BA4CE38C3B}"/>
              </a:ext>
            </a:extLst>
          </p:cNvPr>
          <p:cNvSpPr>
            <a:spLocks noChangeArrowheads="1" noTextEdit="1"/>
          </p:cNvSpPr>
          <p:nvPr>
            <p:ph type="sldImg"/>
          </p:nvPr>
        </p:nvSpPr>
        <p:spPr>
          <a:xfrm>
            <a:off x="992188" y="768350"/>
            <a:ext cx="5116512" cy="3836988"/>
          </a:xfrm>
          <a:solidFill>
            <a:srgbClr val="FFFFFF"/>
          </a:solidFill>
          <a:ln/>
        </p:spPr>
      </p:sp>
      <p:sp>
        <p:nvSpPr>
          <p:cNvPr id="56327" name="Rectangle 3">
            <a:extLst>
              <a:ext uri="{FF2B5EF4-FFF2-40B4-BE49-F238E27FC236}">
                <a16:creationId xmlns:a16="http://schemas.microsoft.com/office/drawing/2014/main" id="{01763B9B-AD28-3945-ED12-C78A06F1FD43}"/>
              </a:ext>
            </a:extLst>
          </p:cNvPr>
          <p:cNvSpPr>
            <a:spLocks noChangeArrowheads="1"/>
          </p:cNvSpPr>
          <p:nvPr>
            <p:ph type="body" idx="1"/>
          </p:nvPr>
        </p:nvSpPr>
        <p:spPr>
          <a:xfrm>
            <a:off x="946150" y="4860925"/>
            <a:ext cx="5207000" cy="4605338"/>
          </a:xfrm>
          <a:solidFill>
            <a:srgbClr val="FFFFFF"/>
          </a:solidFill>
          <a:ln>
            <a:solidFill>
              <a:srgbClr val="000000"/>
            </a:solidFill>
          </a:ln>
        </p:spPr>
        <p:txBody>
          <a:bodyPr lIns="99032" tIns="49516" rIns="99032" bIns="49516"/>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9BF3E620-06EF-126A-EDCB-72C433B0C28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58371" name="Rectangle 3">
            <a:extLst>
              <a:ext uri="{FF2B5EF4-FFF2-40B4-BE49-F238E27FC236}">
                <a16:creationId xmlns:a16="http://schemas.microsoft.com/office/drawing/2014/main" id="{CB89A8F3-5812-5226-3076-8AB86A1707B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8372" name="Rectangle 6">
            <a:extLst>
              <a:ext uri="{FF2B5EF4-FFF2-40B4-BE49-F238E27FC236}">
                <a16:creationId xmlns:a16="http://schemas.microsoft.com/office/drawing/2014/main" id="{664AE532-A347-CD44-7139-EF02A4B5BCD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8373" name="Rectangle 7">
            <a:extLst>
              <a:ext uri="{FF2B5EF4-FFF2-40B4-BE49-F238E27FC236}">
                <a16:creationId xmlns:a16="http://schemas.microsoft.com/office/drawing/2014/main" id="{DAED05D4-8700-C205-92D6-C91AB34752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49196AEB-5845-4846-852B-5A4D765E9C01}" type="slidenum">
              <a:rPr lang="en-AU" altLang="en-US" sz="1200" smtClean="0">
                <a:latin typeface="Times New Roman" panose="02020603050405020304" pitchFamily="18" charset="0"/>
              </a:rPr>
              <a:pPr/>
              <a:t>29</a:t>
            </a:fld>
            <a:endParaRPr lang="en-AU" altLang="en-US" sz="1200">
              <a:latin typeface="Times New Roman" panose="02020603050405020304" pitchFamily="18" charset="0"/>
            </a:endParaRPr>
          </a:p>
        </p:txBody>
      </p:sp>
      <p:sp>
        <p:nvSpPr>
          <p:cNvPr id="58374" name="Rectangle 2">
            <a:extLst>
              <a:ext uri="{FF2B5EF4-FFF2-40B4-BE49-F238E27FC236}">
                <a16:creationId xmlns:a16="http://schemas.microsoft.com/office/drawing/2014/main" id="{8663BBC7-A300-EC61-E337-B4DDC9F793EC}"/>
              </a:ext>
            </a:extLst>
          </p:cNvPr>
          <p:cNvSpPr>
            <a:spLocks noChangeArrowheads="1" noTextEdit="1"/>
          </p:cNvSpPr>
          <p:nvPr>
            <p:ph type="sldImg"/>
          </p:nvPr>
        </p:nvSpPr>
        <p:spPr>
          <a:xfrm>
            <a:off x="688975" y="603250"/>
            <a:ext cx="5638800" cy="4229100"/>
          </a:xfrm>
          <a:solidFill>
            <a:srgbClr val="FFFFFF"/>
          </a:solidFill>
          <a:ln/>
        </p:spPr>
      </p:sp>
      <p:sp>
        <p:nvSpPr>
          <p:cNvPr id="58375" name="Rectangle 3">
            <a:extLst>
              <a:ext uri="{FF2B5EF4-FFF2-40B4-BE49-F238E27FC236}">
                <a16:creationId xmlns:a16="http://schemas.microsoft.com/office/drawing/2014/main" id="{63398DA0-4EF2-96F3-FAE1-94BB7977519F}"/>
              </a:ext>
            </a:extLst>
          </p:cNvPr>
          <p:cNvSpPr>
            <a:spLocks noChangeArrowheads="1"/>
          </p:cNvSpPr>
          <p:nvPr>
            <p:ph type="body" idx="1"/>
          </p:nvPr>
        </p:nvSpPr>
        <p:spPr>
          <a:xfrm>
            <a:off x="473075" y="5005388"/>
            <a:ext cx="6073775" cy="4462462"/>
          </a:xfrm>
          <a:solidFill>
            <a:srgbClr val="FFFFFF"/>
          </a:solidFill>
          <a:ln>
            <a:solidFill>
              <a:srgbClr val="000000"/>
            </a:solidFill>
          </a:ln>
        </p:spPr>
        <p:txBody>
          <a:bodyPr lIns="87746" tIns="43873" rIns="87746" bIns="43873"/>
          <a:lstStyle/>
          <a:p>
            <a:r>
              <a:rPr lang="nl-NL" altLang="en-US">
                <a:latin typeface="Tahoma" panose="020B0604030504040204" pitchFamily="34" charset="0"/>
                <a:cs typeface="Times New Roman" panose="02020603050405020304" pitchFamily="18" charset="0"/>
              </a:rPr>
              <a:t>A model is an abstraction of reality through which we want to reduce </a:t>
            </a:r>
            <a:r>
              <a:rPr lang="nl-NL" altLang="en-US" u="sng">
                <a:latin typeface="Tahoma" panose="020B0604030504040204" pitchFamily="34" charset="0"/>
                <a:cs typeface="Times New Roman" panose="02020603050405020304" pitchFamily="18" charset="0"/>
              </a:rPr>
              <a:t>complexity</a:t>
            </a:r>
            <a:r>
              <a:rPr lang="nl-NL" altLang="en-US">
                <a:latin typeface="Tahoma" panose="020B0604030504040204" pitchFamily="34" charset="0"/>
                <a:cs typeface="Times New Roman" panose="02020603050405020304" pitchFamily="18" charset="0"/>
              </a:rPr>
              <a:t>. By approaching reality from a diversity of </a:t>
            </a:r>
            <a:r>
              <a:rPr lang="nl-NL" altLang="en-US" u="sng">
                <a:latin typeface="Tahoma" panose="020B0604030504040204" pitchFamily="34" charset="0"/>
                <a:cs typeface="Times New Roman" panose="02020603050405020304" pitchFamily="18" charset="0"/>
              </a:rPr>
              <a:t>perspectives</a:t>
            </a:r>
            <a:r>
              <a:rPr lang="nl-NL" altLang="en-US">
                <a:latin typeface="Tahoma" panose="020B0604030504040204" pitchFamily="34" charset="0"/>
                <a:cs typeface="Times New Roman" panose="02020603050405020304" pitchFamily="18" charset="0"/>
              </a:rPr>
              <a:t> we can create </a:t>
            </a:r>
            <a:r>
              <a:rPr lang="nl-NL" altLang="en-US" u="sng">
                <a:latin typeface="Tahoma" panose="020B0604030504040204" pitchFamily="34" charset="0"/>
                <a:cs typeface="Times New Roman" panose="02020603050405020304" pitchFamily="18" charset="0"/>
              </a:rPr>
              <a:t>a number of models </a:t>
            </a:r>
            <a:r>
              <a:rPr lang="nl-NL" altLang="en-US">
                <a:latin typeface="Tahoma" panose="020B0604030504040204" pitchFamily="34" charset="0"/>
                <a:cs typeface="Times New Roman" panose="02020603050405020304" pitchFamily="18" charset="0"/>
              </a:rPr>
              <a:t>that give us a better handle on the complexity of the problem. Every model gives us a semantic fixture on a part of the problem. Compare it to an architect making models before actually building the house he was commissioned to build. After a few rough sketches, a number of models are built that will give a better understanding of the lay out of the house and the use of all the different rooms.  In the end models will be made that will show more practical details like, for instance, light fixtures, central heating and plumbing.</a:t>
            </a:r>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5553C7D-CDBD-BDB6-02F1-2E965D987FD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62467" name="Rectangle 3">
            <a:extLst>
              <a:ext uri="{FF2B5EF4-FFF2-40B4-BE49-F238E27FC236}">
                <a16:creationId xmlns:a16="http://schemas.microsoft.com/office/drawing/2014/main" id="{4B0F4958-02F9-495E-9D1E-7811A8A8854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2468" name="Rectangle 6">
            <a:extLst>
              <a:ext uri="{FF2B5EF4-FFF2-40B4-BE49-F238E27FC236}">
                <a16:creationId xmlns:a16="http://schemas.microsoft.com/office/drawing/2014/main" id="{947BF84F-B0F5-7DC1-781C-4D4D9E09291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2469" name="Rectangle 7">
            <a:extLst>
              <a:ext uri="{FF2B5EF4-FFF2-40B4-BE49-F238E27FC236}">
                <a16:creationId xmlns:a16="http://schemas.microsoft.com/office/drawing/2014/main" id="{D03A104C-E56D-89DE-DCE2-2B22C865F3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8B760B3-3608-4435-B259-6D41D0A5F71D}" type="slidenum">
              <a:rPr lang="en-AU" altLang="en-US" sz="1200" smtClean="0">
                <a:latin typeface="Times New Roman" panose="02020603050405020304" pitchFamily="18" charset="0"/>
              </a:rPr>
              <a:pPr/>
              <a:t>32</a:t>
            </a:fld>
            <a:endParaRPr lang="en-AU" altLang="en-US" sz="1200">
              <a:latin typeface="Times New Roman" panose="02020603050405020304" pitchFamily="18" charset="0"/>
            </a:endParaRPr>
          </a:p>
        </p:txBody>
      </p:sp>
      <p:sp>
        <p:nvSpPr>
          <p:cNvPr id="62470" name="Rectangle 2">
            <a:extLst>
              <a:ext uri="{FF2B5EF4-FFF2-40B4-BE49-F238E27FC236}">
                <a16:creationId xmlns:a16="http://schemas.microsoft.com/office/drawing/2014/main" id="{85F25104-0251-18B6-A9CA-71062021F496}"/>
              </a:ext>
            </a:extLst>
          </p:cNvPr>
          <p:cNvSpPr>
            <a:spLocks noChangeArrowheads="1" noTextEdit="1"/>
          </p:cNvSpPr>
          <p:nvPr>
            <p:ph type="sldImg"/>
          </p:nvPr>
        </p:nvSpPr>
        <p:spPr>
          <a:ln/>
        </p:spPr>
      </p:sp>
      <p:sp>
        <p:nvSpPr>
          <p:cNvPr id="62471" name="Rectangle 3">
            <a:extLst>
              <a:ext uri="{FF2B5EF4-FFF2-40B4-BE49-F238E27FC236}">
                <a16:creationId xmlns:a16="http://schemas.microsoft.com/office/drawing/2014/main" id="{28326EB9-67FC-5408-05AE-E5B6ED67F6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This slide is taken from SDP… slightly modified!</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4D2E1BB5-30D5-2747-A0E6-322182699C96}"/>
              </a:ext>
            </a:extLst>
          </p:cNvPr>
          <p:cNvSpPr>
            <a:spLocks noGrp="1" noRot="1" noChangeAspect="1" noChangeArrowheads="1" noTextEdit="1"/>
          </p:cNvSpPr>
          <p:nvPr>
            <p:ph type="sldImg"/>
          </p:nvPr>
        </p:nvSpPr>
        <p:spPr>
          <a:ln/>
        </p:spPr>
      </p:sp>
      <p:sp>
        <p:nvSpPr>
          <p:cNvPr id="66563" name="Notes Placeholder 2">
            <a:extLst>
              <a:ext uri="{FF2B5EF4-FFF2-40B4-BE49-F238E27FC236}">
                <a16:creationId xmlns:a16="http://schemas.microsoft.com/office/drawing/2014/main" id="{7971B462-19D7-29BF-F171-6FE4767EA68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One can talk about domain-specific languages here…</a:t>
            </a:r>
          </a:p>
        </p:txBody>
      </p:sp>
      <p:sp>
        <p:nvSpPr>
          <p:cNvPr id="66564" name="Header Placeholder 3">
            <a:extLst>
              <a:ext uri="{FF2B5EF4-FFF2-40B4-BE49-F238E27FC236}">
                <a16:creationId xmlns:a16="http://schemas.microsoft.com/office/drawing/2014/main" id="{2AC00256-8522-AA02-29D5-6A783D671A4E}"/>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66565" name="Date Placeholder 4">
            <a:extLst>
              <a:ext uri="{FF2B5EF4-FFF2-40B4-BE49-F238E27FC236}">
                <a16:creationId xmlns:a16="http://schemas.microsoft.com/office/drawing/2014/main" id="{3B27F565-79FE-9FEE-118F-CEC6CC6EA6C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6566" name="Footer Placeholder 5">
            <a:extLst>
              <a:ext uri="{FF2B5EF4-FFF2-40B4-BE49-F238E27FC236}">
                <a16:creationId xmlns:a16="http://schemas.microsoft.com/office/drawing/2014/main" id="{FA2C6C22-1039-D4BD-2D0A-68E1889F7983}"/>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6567" name="Slide Number Placeholder 6">
            <a:extLst>
              <a:ext uri="{FF2B5EF4-FFF2-40B4-BE49-F238E27FC236}">
                <a16:creationId xmlns:a16="http://schemas.microsoft.com/office/drawing/2014/main" id="{74CC4315-3FD4-527A-AC73-F5A3D92C95A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6BF4F2C6-6D2B-4278-B8E8-5E5DC04907E5}" type="slidenum">
              <a:rPr lang="en-AU" altLang="en-US" sz="1200" smtClean="0">
                <a:latin typeface="Times New Roman" panose="02020603050405020304" pitchFamily="18" charset="0"/>
              </a:rPr>
              <a:pPr/>
              <a:t>35</a:t>
            </a:fld>
            <a:endParaRPr lang="en-AU" altLang="en-US" sz="120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3AB7FA4B-6A02-F17E-F04D-352CCAF6744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68611" name="Rectangle 3">
            <a:extLst>
              <a:ext uri="{FF2B5EF4-FFF2-40B4-BE49-F238E27FC236}">
                <a16:creationId xmlns:a16="http://schemas.microsoft.com/office/drawing/2014/main" id="{AD07D637-CAD7-EB78-1DC3-958B573634A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8612" name="Rectangle 6">
            <a:extLst>
              <a:ext uri="{FF2B5EF4-FFF2-40B4-BE49-F238E27FC236}">
                <a16:creationId xmlns:a16="http://schemas.microsoft.com/office/drawing/2014/main" id="{555AB59A-ED62-2522-41B5-C113B809798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8613" name="Rectangle 7">
            <a:extLst>
              <a:ext uri="{FF2B5EF4-FFF2-40B4-BE49-F238E27FC236}">
                <a16:creationId xmlns:a16="http://schemas.microsoft.com/office/drawing/2014/main" id="{28B0942B-1907-A34C-7973-603CAD5640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4CF84AC2-D8AD-4203-B8D1-D7409035EDAD}" type="slidenum">
              <a:rPr lang="en-AU" altLang="en-US" sz="1200" smtClean="0">
                <a:latin typeface="Times New Roman" panose="02020603050405020304" pitchFamily="18" charset="0"/>
              </a:rPr>
              <a:pPr/>
              <a:t>36</a:t>
            </a:fld>
            <a:endParaRPr lang="en-AU" altLang="en-US" sz="1200">
              <a:latin typeface="Times New Roman" panose="02020603050405020304" pitchFamily="18" charset="0"/>
            </a:endParaRPr>
          </a:p>
        </p:txBody>
      </p:sp>
      <p:sp>
        <p:nvSpPr>
          <p:cNvPr id="68614" name="Rectangle 2">
            <a:extLst>
              <a:ext uri="{FF2B5EF4-FFF2-40B4-BE49-F238E27FC236}">
                <a16:creationId xmlns:a16="http://schemas.microsoft.com/office/drawing/2014/main" id="{BE3E794F-C94D-FE04-B614-63989916D762}"/>
              </a:ext>
            </a:extLst>
          </p:cNvPr>
          <p:cNvSpPr>
            <a:spLocks noChangeArrowheads="1" noTextEdit="1"/>
          </p:cNvSpPr>
          <p:nvPr>
            <p:ph type="sldImg"/>
          </p:nvPr>
        </p:nvSpPr>
        <p:spPr>
          <a:solidFill>
            <a:srgbClr val="FFFFFF"/>
          </a:solidFill>
          <a:ln/>
        </p:spPr>
      </p:sp>
      <p:sp>
        <p:nvSpPr>
          <p:cNvPr id="68615" name="Rectangle 3">
            <a:extLst>
              <a:ext uri="{FF2B5EF4-FFF2-40B4-BE49-F238E27FC236}">
                <a16:creationId xmlns:a16="http://schemas.microsoft.com/office/drawing/2014/main" id="{47EB1947-EAEE-56F8-F7A7-B4002F7D52DA}"/>
              </a:ext>
            </a:extLst>
          </p:cNvPr>
          <p:cNvSpPr>
            <a:spLocks noChangeArrowheads="1"/>
          </p:cNvSpPr>
          <p:nvPr>
            <p:ph type="body" idx="1"/>
          </p:nvPr>
        </p:nvSpPr>
        <p:spPr>
          <a:solidFill>
            <a:srgbClr val="FFFFFF"/>
          </a:solidFill>
          <a:ln>
            <a:solidFill>
              <a:srgbClr val="000000"/>
            </a:solidFill>
          </a:ln>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0769F977-17A8-2FA4-5709-2F0950584EF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70659" name="Rectangle 3">
            <a:extLst>
              <a:ext uri="{FF2B5EF4-FFF2-40B4-BE49-F238E27FC236}">
                <a16:creationId xmlns:a16="http://schemas.microsoft.com/office/drawing/2014/main" id="{A5ADC154-1A44-739F-5FE0-C756E6B49B7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0660" name="Rectangle 6">
            <a:extLst>
              <a:ext uri="{FF2B5EF4-FFF2-40B4-BE49-F238E27FC236}">
                <a16:creationId xmlns:a16="http://schemas.microsoft.com/office/drawing/2014/main" id="{ECEBED8E-ABAC-0434-2765-8C0907B59DD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0661" name="Rectangle 7">
            <a:extLst>
              <a:ext uri="{FF2B5EF4-FFF2-40B4-BE49-F238E27FC236}">
                <a16:creationId xmlns:a16="http://schemas.microsoft.com/office/drawing/2014/main" id="{A86FE660-9AFE-17BA-A52D-F98D517D5B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AB4242A3-8E47-4AA3-89AE-5B2A88A4ECE0}" type="slidenum">
              <a:rPr lang="en-AU" altLang="en-US" sz="1200" smtClean="0">
                <a:latin typeface="Times New Roman" panose="02020603050405020304" pitchFamily="18" charset="0"/>
              </a:rPr>
              <a:pPr/>
              <a:t>37</a:t>
            </a:fld>
            <a:endParaRPr lang="en-AU" altLang="en-US" sz="1200">
              <a:latin typeface="Times New Roman" panose="02020603050405020304" pitchFamily="18" charset="0"/>
            </a:endParaRPr>
          </a:p>
        </p:txBody>
      </p:sp>
      <p:sp>
        <p:nvSpPr>
          <p:cNvPr id="70662" name="Rectangle 2">
            <a:extLst>
              <a:ext uri="{FF2B5EF4-FFF2-40B4-BE49-F238E27FC236}">
                <a16:creationId xmlns:a16="http://schemas.microsoft.com/office/drawing/2014/main" id="{5DE74970-B19E-098F-4787-652926774A6E}"/>
              </a:ext>
            </a:extLst>
          </p:cNvPr>
          <p:cNvSpPr>
            <a:spLocks noChangeArrowheads="1" noTextEdit="1"/>
          </p:cNvSpPr>
          <p:nvPr>
            <p:ph type="sldImg"/>
          </p:nvPr>
        </p:nvSpPr>
        <p:spPr>
          <a:xfrm>
            <a:off x="1173163" y="865188"/>
            <a:ext cx="4768850" cy="3576637"/>
          </a:xfrm>
          <a:solidFill>
            <a:srgbClr val="FFFFFF"/>
          </a:solidFill>
          <a:ln/>
        </p:spPr>
      </p:sp>
      <p:sp>
        <p:nvSpPr>
          <p:cNvPr id="70663" name="Rectangle 3">
            <a:extLst>
              <a:ext uri="{FF2B5EF4-FFF2-40B4-BE49-F238E27FC236}">
                <a16:creationId xmlns:a16="http://schemas.microsoft.com/office/drawing/2014/main" id="{B0AEE9F6-31B0-93C9-5456-C0D752DF92AC}"/>
              </a:ext>
            </a:extLst>
          </p:cNvPr>
          <p:cNvSpPr>
            <a:spLocks noChangeArrowheads="1"/>
          </p:cNvSpPr>
          <p:nvPr>
            <p:ph type="body" idx="1"/>
          </p:nvPr>
        </p:nvSpPr>
        <p:spPr>
          <a:xfrm>
            <a:off x="949325" y="4878388"/>
            <a:ext cx="5200650" cy="4625975"/>
          </a:xfrm>
          <a:solidFill>
            <a:srgbClr val="FFFFFF"/>
          </a:solidFill>
          <a:ln>
            <a:solidFill>
              <a:srgbClr val="000000"/>
            </a:solidFill>
          </a:ln>
        </p:spPr>
        <p:txBody>
          <a:bodyPr lIns="91425" tIns="45712" rIns="91425" bIns="45712"/>
          <a:lstStyle/>
          <a:p>
            <a:r>
              <a:rPr lang="en-AU" altLang="en-US">
                <a:latin typeface="Times New Roman" panose="02020603050405020304" pitchFamily="18" charset="0"/>
              </a:rPr>
              <a:t>Point out to </a:t>
            </a:r>
            <a:r>
              <a:rPr lang="ja-JP" altLang="en-AU">
                <a:latin typeface="Times New Roman" panose="02020603050405020304" pitchFamily="18" charset="0"/>
              </a:rPr>
              <a:t>‘</a:t>
            </a:r>
            <a:r>
              <a:rPr lang="en-AU" altLang="ja-JP">
                <a:latin typeface="Times New Roman" panose="02020603050405020304" pitchFamily="18" charset="0"/>
              </a:rPr>
              <a:t>Who Needs an Architect</a:t>
            </a:r>
            <a:r>
              <a:rPr lang="ja-JP" altLang="en-AU">
                <a:latin typeface="Times New Roman" panose="02020603050405020304" pitchFamily="18" charset="0"/>
              </a:rPr>
              <a:t>’</a:t>
            </a:r>
            <a:r>
              <a:rPr lang="en-AU" altLang="ja-JP">
                <a:latin typeface="Times New Roman" panose="02020603050405020304" pitchFamily="18" charset="0"/>
              </a:rPr>
              <a:t> paper of Martin Fowler!!</a:t>
            </a:r>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273713A-D23E-579B-1947-0187C5D9005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73731" name="Rectangle 3">
            <a:extLst>
              <a:ext uri="{FF2B5EF4-FFF2-40B4-BE49-F238E27FC236}">
                <a16:creationId xmlns:a16="http://schemas.microsoft.com/office/drawing/2014/main" id="{F7B1F61A-1CB5-BFC9-9442-8AF86C4BD1A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3732" name="Rectangle 6">
            <a:extLst>
              <a:ext uri="{FF2B5EF4-FFF2-40B4-BE49-F238E27FC236}">
                <a16:creationId xmlns:a16="http://schemas.microsoft.com/office/drawing/2014/main" id="{45FBFC30-715B-FDF8-ABC1-224D16A1499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3733" name="Rectangle 7">
            <a:extLst>
              <a:ext uri="{FF2B5EF4-FFF2-40B4-BE49-F238E27FC236}">
                <a16:creationId xmlns:a16="http://schemas.microsoft.com/office/drawing/2014/main" id="{6CB4F28A-6284-3CC5-A202-65E5FE2C32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63BE81B5-AEDA-476D-8779-DB35DF9BBB52}" type="slidenum">
              <a:rPr lang="en-AU" altLang="en-US" sz="1200" smtClean="0">
                <a:latin typeface="Times New Roman" panose="02020603050405020304" pitchFamily="18" charset="0"/>
              </a:rPr>
              <a:pPr/>
              <a:t>39</a:t>
            </a:fld>
            <a:endParaRPr lang="en-AU" altLang="en-US" sz="1200">
              <a:latin typeface="Times New Roman" panose="02020603050405020304" pitchFamily="18" charset="0"/>
            </a:endParaRPr>
          </a:p>
        </p:txBody>
      </p:sp>
      <p:sp>
        <p:nvSpPr>
          <p:cNvPr id="73734" name="Rectangle 2">
            <a:extLst>
              <a:ext uri="{FF2B5EF4-FFF2-40B4-BE49-F238E27FC236}">
                <a16:creationId xmlns:a16="http://schemas.microsoft.com/office/drawing/2014/main" id="{353EAD0E-9E8F-18FD-DC46-FB5B64B4C02B}"/>
              </a:ext>
            </a:extLst>
          </p:cNvPr>
          <p:cNvSpPr>
            <a:spLocks noChangeArrowheads="1" noTextEdit="1"/>
          </p:cNvSpPr>
          <p:nvPr>
            <p:ph type="sldImg"/>
          </p:nvPr>
        </p:nvSpPr>
        <p:spPr>
          <a:ln/>
        </p:spPr>
      </p:sp>
      <p:sp>
        <p:nvSpPr>
          <p:cNvPr id="73735" name="Rectangle 3">
            <a:extLst>
              <a:ext uri="{FF2B5EF4-FFF2-40B4-BE49-F238E27FC236}">
                <a16:creationId xmlns:a16="http://schemas.microsoft.com/office/drawing/2014/main" id="{80450709-5FC5-3D61-0605-0FBCD0C372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75AFE169-F971-2DC0-7F77-5FA529242E6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75779" name="Rectangle 3">
            <a:extLst>
              <a:ext uri="{FF2B5EF4-FFF2-40B4-BE49-F238E27FC236}">
                <a16:creationId xmlns:a16="http://schemas.microsoft.com/office/drawing/2014/main" id="{B7EDCCA0-551B-2942-9320-67FA8E579AC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5780" name="Rectangle 6">
            <a:extLst>
              <a:ext uri="{FF2B5EF4-FFF2-40B4-BE49-F238E27FC236}">
                <a16:creationId xmlns:a16="http://schemas.microsoft.com/office/drawing/2014/main" id="{A663E9B9-AB10-93BB-CCC3-84154831867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5781" name="Rectangle 7">
            <a:extLst>
              <a:ext uri="{FF2B5EF4-FFF2-40B4-BE49-F238E27FC236}">
                <a16:creationId xmlns:a16="http://schemas.microsoft.com/office/drawing/2014/main" id="{8DDBAB83-9BDB-EF48-81B3-C1400B0CB7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AB564D9-B7E7-4B8C-9A45-8299F6CA1581}" type="slidenum">
              <a:rPr lang="en-AU" altLang="en-US" sz="1200" smtClean="0">
                <a:latin typeface="Times New Roman" panose="02020603050405020304" pitchFamily="18" charset="0"/>
              </a:rPr>
              <a:pPr/>
              <a:t>40</a:t>
            </a:fld>
            <a:endParaRPr lang="en-AU" altLang="en-US" sz="1200">
              <a:latin typeface="Times New Roman" panose="02020603050405020304" pitchFamily="18" charset="0"/>
            </a:endParaRPr>
          </a:p>
        </p:txBody>
      </p:sp>
      <p:sp>
        <p:nvSpPr>
          <p:cNvPr id="75782" name="Rectangle 2">
            <a:extLst>
              <a:ext uri="{FF2B5EF4-FFF2-40B4-BE49-F238E27FC236}">
                <a16:creationId xmlns:a16="http://schemas.microsoft.com/office/drawing/2014/main" id="{D653159B-A730-9AD3-A974-02B7D7905B6E}"/>
              </a:ext>
            </a:extLst>
          </p:cNvPr>
          <p:cNvSpPr>
            <a:spLocks noChangeArrowheads="1" noTextEdit="1"/>
          </p:cNvSpPr>
          <p:nvPr>
            <p:ph type="sldImg"/>
          </p:nvPr>
        </p:nvSpPr>
        <p:spPr>
          <a:ln/>
        </p:spPr>
      </p:sp>
      <p:sp>
        <p:nvSpPr>
          <p:cNvPr id="75783" name="Rectangle 3">
            <a:extLst>
              <a:ext uri="{FF2B5EF4-FFF2-40B4-BE49-F238E27FC236}">
                <a16:creationId xmlns:a16="http://schemas.microsoft.com/office/drawing/2014/main" id="{E959E08D-E0AB-56E7-FD76-49BE29E255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03667423-FA78-9878-01E2-F4761029427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77827" name="Rectangle 3">
            <a:extLst>
              <a:ext uri="{FF2B5EF4-FFF2-40B4-BE49-F238E27FC236}">
                <a16:creationId xmlns:a16="http://schemas.microsoft.com/office/drawing/2014/main" id="{D46A2AA5-EBD0-3A13-8A0A-3F095C9356A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7828" name="Rectangle 6">
            <a:extLst>
              <a:ext uri="{FF2B5EF4-FFF2-40B4-BE49-F238E27FC236}">
                <a16:creationId xmlns:a16="http://schemas.microsoft.com/office/drawing/2014/main" id="{09D90D7B-C9CF-9677-7A8D-4FE6C56AEEE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7829" name="Rectangle 7">
            <a:extLst>
              <a:ext uri="{FF2B5EF4-FFF2-40B4-BE49-F238E27FC236}">
                <a16:creationId xmlns:a16="http://schemas.microsoft.com/office/drawing/2014/main" id="{CF44E6C5-FDC9-679A-41CE-A00ECBDE13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256B5F17-7496-407E-9A93-681485231107}" type="slidenum">
              <a:rPr lang="en-AU" altLang="en-US" sz="1200" smtClean="0">
                <a:latin typeface="Times New Roman" panose="02020603050405020304" pitchFamily="18" charset="0"/>
              </a:rPr>
              <a:pPr/>
              <a:t>41</a:t>
            </a:fld>
            <a:endParaRPr lang="en-AU" altLang="en-US" sz="1200">
              <a:latin typeface="Times New Roman" panose="02020603050405020304" pitchFamily="18" charset="0"/>
            </a:endParaRPr>
          </a:p>
        </p:txBody>
      </p:sp>
      <p:sp>
        <p:nvSpPr>
          <p:cNvPr id="77830" name="Rectangle 2">
            <a:extLst>
              <a:ext uri="{FF2B5EF4-FFF2-40B4-BE49-F238E27FC236}">
                <a16:creationId xmlns:a16="http://schemas.microsoft.com/office/drawing/2014/main" id="{643BA8FE-DD9C-78A9-EE22-A1B2999C368F}"/>
              </a:ext>
            </a:extLst>
          </p:cNvPr>
          <p:cNvSpPr>
            <a:spLocks noChangeArrowheads="1" noTextEdit="1"/>
          </p:cNvSpPr>
          <p:nvPr>
            <p:ph type="sldImg"/>
          </p:nvPr>
        </p:nvSpPr>
        <p:spPr>
          <a:ln/>
        </p:spPr>
      </p:sp>
      <p:sp>
        <p:nvSpPr>
          <p:cNvPr id="77831" name="Rectangle 3">
            <a:extLst>
              <a:ext uri="{FF2B5EF4-FFF2-40B4-BE49-F238E27FC236}">
                <a16:creationId xmlns:a16="http://schemas.microsoft.com/office/drawing/2014/main" id="{C36D6476-16B6-B671-A870-D50B619A26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FE8B4525-FE5D-7D91-A212-4F39906FB1F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80899" name="Rectangle 3">
            <a:extLst>
              <a:ext uri="{FF2B5EF4-FFF2-40B4-BE49-F238E27FC236}">
                <a16:creationId xmlns:a16="http://schemas.microsoft.com/office/drawing/2014/main" id="{677D2D21-75CE-0415-79EA-E16B07EDE31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0900" name="Rectangle 6">
            <a:extLst>
              <a:ext uri="{FF2B5EF4-FFF2-40B4-BE49-F238E27FC236}">
                <a16:creationId xmlns:a16="http://schemas.microsoft.com/office/drawing/2014/main" id="{D28B74B4-EB38-5B22-B55E-8178AF41C36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0901" name="Rectangle 7">
            <a:extLst>
              <a:ext uri="{FF2B5EF4-FFF2-40B4-BE49-F238E27FC236}">
                <a16:creationId xmlns:a16="http://schemas.microsoft.com/office/drawing/2014/main" id="{2D46617E-4C72-73C3-F1A5-3178833BBA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FADC2A4C-7ED2-4BC4-8224-3A5C23618BB8}" type="slidenum">
              <a:rPr lang="en-AU" altLang="en-US" sz="1200" smtClean="0">
                <a:latin typeface="Times New Roman" panose="02020603050405020304" pitchFamily="18" charset="0"/>
              </a:rPr>
              <a:pPr/>
              <a:t>43</a:t>
            </a:fld>
            <a:endParaRPr lang="en-AU" altLang="en-US" sz="1200">
              <a:latin typeface="Times New Roman" panose="02020603050405020304" pitchFamily="18" charset="0"/>
            </a:endParaRPr>
          </a:p>
        </p:txBody>
      </p:sp>
      <p:sp>
        <p:nvSpPr>
          <p:cNvPr id="80902" name="Rectangle 2">
            <a:extLst>
              <a:ext uri="{FF2B5EF4-FFF2-40B4-BE49-F238E27FC236}">
                <a16:creationId xmlns:a16="http://schemas.microsoft.com/office/drawing/2014/main" id="{D5C6392C-32EE-2202-FBDF-33BF48C8F6B3}"/>
              </a:ext>
            </a:extLst>
          </p:cNvPr>
          <p:cNvSpPr>
            <a:spLocks noChangeArrowheads="1" noTextEdit="1"/>
          </p:cNvSpPr>
          <p:nvPr>
            <p:ph type="sldImg"/>
          </p:nvPr>
        </p:nvSpPr>
        <p:spPr>
          <a:ln/>
        </p:spPr>
      </p:sp>
      <p:sp>
        <p:nvSpPr>
          <p:cNvPr id="80903" name="Rectangle 3">
            <a:extLst>
              <a:ext uri="{FF2B5EF4-FFF2-40B4-BE49-F238E27FC236}">
                <a16:creationId xmlns:a16="http://schemas.microsoft.com/office/drawing/2014/main" id="{85768D2D-3B81-755D-8922-52ED10952B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0C8FBCE9-4D98-BB29-0583-508D7A705AA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82947" name="Rectangle 3">
            <a:extLst>
              <a:ext uri="{FF2B5EF4-FFF2-40B4-BE49-F238E27FC236}">
                <a16:creationId xmlns:a16="http://schemas.microsoft.com/office/drawing/2014/main" id="{866ACF72-B88E-2D87-F43F-417C310A01E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2948" name="Rectangle 6">
            <a:extLst>
              <a:ext uri="{FF2B5EF4-FFF2-40B4-BE49-F238E27FC236}">
                <a16:creationId xmlns:a16="http://schemas.microsoft.com/office/drawing/2014/main" id="{414D3034-9C67-0C56-C5BF-8002900CA91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2949" name="Rectangle 7">
            <a:extLst>
              <a:ext uri="{FF2B5EF4-FFF2-40B4-BE49-F238E27FC236}">
                <a16:creationId xmlns:a16="http://schemas.microsoft.com/office/drawing/2014/main" id="{D45017B9-9C0E-8243-1120-A54E364F37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1BEA31C-9D31-455B-BE6F-487518283B55}" type="slidenum">
              <a:rPr lang="en-AU" altLang="en-US" sz="1200" smtClean="0">
                <a:latin typeface="Times New Roman" panose="02020603050405020304" pitchFamily="18" charset="0"/>
              </a:rPr>
              <a:pPr/>
              <a:t>44</a:t>
            </a:fld>
            <a:endParaRPr lang="en-AU" altLang="en-US" sz="1200">
              <a:latin typeface="Times New Roman" panose="02020603050405020304" pitchFamily="18" charset="0"/>
            </a:endParaRPr>
          </a:p>
        </p:txBody>
      </p:sp>
      <p:sp>
        <p:nvSpPr>
          <p:cNvPr id="82950" name="Rectangle 2">
            <a:extLst>
              <a:ext uri="{FF2B5EF4-FFF2-40B4-BE49-F238E27FC236}">
                <a16:creationId xmlns:a16="http://schemas.microsoft.com/office/drawing/2014/main" id="{AFA80FE1-2E94-A98A-0F99-13D8C83D9E39}"/>
              </a:ext>
            </a:extLst>
          </p:cNvPr>
          <p:cNvSpPr>
            <a:spLocks noChangeArrowheads="1" noTextEdit="1"/>
          </p:cNvSpPr>
          <p:nvPr>
            <p:ph type="sldImg"/>
          </p:nvPr>
        </p:nvSpPr>
        <p:spPr>
          <a:ln/>
        </p:spPr>
      </p:sp>
      <p:sp>
        <p:nvSpPr>
          <p:cNvPr id="82951" name="Rectangle 3">
            <a:extLst>
              <a:ext uri="{FF2B5EF4-FFF2-40B4-BE49-F238E27FC236}">
                <a16:creationId xmlns:a16="http://schemas.microsoft.com/office/drawing/2014/main" id="{25509897-8BB6-A63F-8E32-9D1828A031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766BACF9-2EAC-B2B6-D496-9F67E294B69C}"/>
              </a:ext>
            </a:extLst>
          </p:cNvPr>
          <p:cNvSpPr>
            <a:spLocks noGrp="1" noRot="1" noChangeAspect="1" noChangeArrowheads="1" noTextEdit="1"/>
          </p:cNvSpPr>
          <p:nvPr>
            <p:ph type="sldImg"/>
          </p:nvPr>
        </p:nvSpPr>
        <p:spPr>
          <a:ln/>
        </p:spPr>
      </p:sp>
      <p:sp>
        <p:nvSpPr>
          <p:cNvPr id="84995" name="Notes Placeholder 2">
            <a:extLst>
              <a:ext uri="{FF2B5EF4-FFF2-40B4-BE49-F238E27FC236}">
                <a16:creationId xmlns:a16="http://schemas.microsoft.com/office/drawing/2014/main" id="{5EE78873-D5E5-6F0C-9AFE-1C5F6C635DF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84996" name="Header Placeholder 3">
            <a:extLst>
              <a:ext uri="{FF2B5EF4-FFF2-40B4-BE49-F238E27FC236}">
                <a16:creationId xmlns:a16="http://schemas.microsoft.com/office/drawing/2014/main" id="{74DCC8BE-3034-1DB3-70D2-E58194FABE68}"/>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84997" name="Date Placeholder 4">
            <a:extLst>
              <a:ext uri="{FF2B5EF4-FFF2-40B4-BE49-F238E27FC236}">
                <a16:creationId xmlns:a16="http://schemas.microsoft.com/office/drawing/2014/main" id="{3D684647-BA6E-2D87-EBFE-153918AB6C2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4998" name="Footer Placeholder 5">
            <a:extLst>
              <a:ext uri="{FF2B5EF4-FFF2-40B4-BE49-F238E27FC236}">
                <a16:creationId xmlns:a16="http://schemas.microsoft.com/office/drawing/2014/main" id="{6EC7F361-D366-B963-74F3-9390251F5A35}"/>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4999" name="Slide Number Placeholder 6">
            <a:extLst>
              <a:ext uri="{FF2B5EF4-FFF2-40B4-BE49-F238E27FC236}">
                <a16:creationId xmlns:a16="http://schemas.microsoft.com/office/drawing/2014/main" id="{D8C05053-35B4-9D29-DC22-7954E4C318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2113"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108BE8C-6D2D-45E6-AFF2-A6DCA3C0476E}" type="slidenum">
              <a:rPr lang="en-AU" altLang="en-US" sz="1200" smtClean="0">
                <a:latin typeface="Times New Roman" panose="02020603050405020304" pitchFamily="18" charset="0"/>
              </a:rPr>
              <a:pPr/>
              <a:t>45</a:t>
            </a:fld>
            <a:endParaRPr lang="en-AU" altLang="en-US" sz="12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BEFCBC92-42ED-93E9-EE61-412C3747BB09}"/>
              </a:ext>
            </a:extLst>
          </p:cNvPr>
          <p:cNvSpPr>
            <a:spLocks noChangeArrowheads="1"/>
          </p:cNvSpPr>
          <p:nvPr/>
        </p:nvSpPr>
        <p:spPr bwMode="auto">
          <a:xfrm>
            <a:off x="2159000" y="0"/>
            <a:ext cx="2159000" cy="2159000"/>
          </a:xfrm>
          <a:prstGeom prst="rect">
            <a:avLst/>
          </a:prstGeom>
          <a:solidFill>
            <a:srgbClr val="4D4D4D"/>
          </a:solidFill>
          <a:ln>
            <a:noFill/>
          </a:ln>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endParaRPr lang="en-US" altLang="en-US"/>
          </a:p>
        </p:txBody>
      </p:sp>
      <p:sp>
        <p:nvSpPr>
          <p:cNvPr id="3" name="Rectangle 27">
            <a:extLst>
              <a:ext uri="{FF2B5EF4-FFF2-40B4-BE49-F238E27FC236}">
                <a16:creationId xmlns:a16="http://schemas.microsoft.com/office/drawing/2014/main" id="{435E484E-E446-FBBB-DF3F-3A56BD2E7CB9}"/>
              </a:ext>
            </a:extLst>
          </p:cNvPr>
          <p:cNvSpPr>
            <a:spLocks noChangeArrowheads="1"/>
          </p:cNvSpPr>
          <p:nvPr/>
        </p:nvSpPr>
        <p:spPr bwMode="auto">
          <a:xfrm>
            <a:off x="6985000" y="4699000"/>
            <a:ext cx="2159000" cy="2159000"/>
          </a:xfrm>
          <a:prstGeom prst="rect">
            <a:avLst/>
          </a:prstGeom>
          <a:solidFill>
            <a:srgbClr val="4D4D4D"/>
          </a:solidFill>
          <a:ln>
            <a:noFill/>
          </a:ln>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endParaRPr lang="en-US" altLang="en-US"/>
          </a:p>
        </p:txBody>
      </p:sp>
      <p:pic>
        <p:nvPicPr>
          <p:cNvPr id="4" name="Picture 66" descr="crest_30pc">
            <a:extLst>
              <a:ext uri="{FF2B5EF4-FFF2-40B4-BE49-F238E27FC236}">
                <a16:creationId xmlns:a16="http://schemas.microsoft.com/office/drawing/2014/main" id="{9908B17B-702A-C334-0229-58A8A25E75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800600"/>
            <a:ext cx="14319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8" descr="corpV_3 300_lzw">
            <a:extLst>
              <a:ext uri="{FF2B5EF4-FFF2-40B4-BE49-F238E27FC236}">
                <a16:creationId xmlns:a16="http://schemas.microsoft.com/office/drawing/2014/main" id="{6410C990-98AC-81F1-A02E-B8D67E2D7D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160588"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2438400" y="2438400"/>
            <a:ext cx="5562600" cy="1143000"/>
          </a:xfrm>
        </p:spPr>
        <p:txBody>
          <a:bodyPr lIns="91440" tIns="45720" rIns="91440" bIns="45720"/>
          <a:lstStyle>
            <a:lvl1pPr>
              <a:defRPr/>
            </a:lvl1pPr>
          </a:lstStyle>
          <a:p>
            <a:r>
              <a:rPr lang="en-AU"/>
              <a:t>Click to edit Master title style</a:t>
            </a:r>
          </a:p>
        </p:txBody>
      </p:sp>
      <p:sp>
        <p:nvSpPr>
          <p:cNvPr id="4099" name="Rectangle 3"/>
          <p:cNvSpPr>
            <a:spLocks noGrp="1" noChangeArrowheads="1"/>
          </p:cNvSpPr>
          <p:nvPr>
            <p:ph type="subTitle" idx="1"/>
          </p:nvPr>
        </p:nvSpPr>
        <p:spPr>
          <a:xfrm>
            <a:off x="2438400" y="3733800"/>
            <a:ext cx="4419600" cy="990600"/>
          </a:xfrm>
        </p:spPr>
        <p:txBody>
          <a:bodyPr lIns="91440" tIns="45720" rIns="91440" bIns="45720"/>
          <a:lstStyle>
            <a:lvl1pPr marL="0" indent="0">
              <a:buFont typeface="Wingdings" pitchFamily="1" charset="2"/>
              <a:buNone/>
              <a:defRPr/>
            </a:lvl1pPr>
          </a:lstStyle>
          <a:p>
            <a:r>
              <a:rPr lang="en-AU"/>
              <a:t>Click to edit Master subtitle style</a:t>
            </a:r>
          </a:p>
        </p:txBody>
      </p:sp>
    </p:spTree>
    <p:extLst>
      <p:ext uri="{BB962C8B-B14F-4D97-AF65-F5344CB8AC3E}">
        <p14:creationId xmlns:p14="http://schemas.microsoft.com/office/powerpoint/2010/main" val="182950739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6278933-B957-DD5F-498B-7D49F8DDC13A}"/>
              </a:ext>
            </a:extLst>
          </p:cNvPr>
          <p:cNvSpPr>
            <a:spLocks noGrp="1" noChangeArrowheads="1"/>
          </p:cNvSpPr>
          <p:nvPr>
            <p:ph type="sldNum" sz="quarter" idx="10"/>
          </p:nvPr>
        </p:nvSpPr>
        <p:spPr>
          <a:ln/>
        </p:spPr>
        <p:txBody>
          <a:bodyPr/>
          <a:lstStyle>
            <a:lvl1pPr>
              <a:defRPr/>
            </a:lvl1pPr>
          </a:lstStyle>
          <a:p>
            <a:pPr>
              <a:defRPr/>
            </a:pPr>
            <a:fld id="{7A8AE50B-D214-4310-A1DD-B36BDEE1C78D}"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146055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282F3D9D-B2E1-DDF2-F70F-7463A855FBA6}"/>
              </a:ext>
            </a:extLst>
          </p:cNvPr>
          <p:cNvSpPr>
            <a:spLocks noGrp="1" noChangeArrowheads="1"/>
          </p:cNvSpPr>
          <p:nvPr>
            <p:ph type="sldNum" sz="quarter" idx="10"/>
          </p:nvPr>
        </p:nvSpPr>
        <p:spPr>
          <a:ln/>
        </p:spPr>
        <p:txBody>
          <a:bodyPr/>
          <a:lstStyle>
            <a:lvl1pPr>
              <a:defRPr/>
            </a:lvl1pPr>
          </a:lstStyle>
          <a:p>
            <a:pPr>
              <a:defRPr/>
            </a:pPr>
            <a:fld id="{4FE6420B-D914-428D-9C45-9906404732A1}"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253994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95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276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E2A14702-1B9A-743A-ADEC-F9524DFA0183}"/>
              </a:ext>
            </a:extLst>
          </p:cNvPr>
          <p:cNvSpPr>
            <a:spLocks noGrp="1" noChangeArrowheads="1"/>
          </p:cNvSpPr>
          <p:nvPr>
            <p:ph type="sldNum" sz="quarter" idx="10"/>
          </p:nvPr>
        </p:nvSpPr>
        <p:spPr>
          <a:ln/>
        </p:spPr>
        <p:txBody>
          <a:bodyPr/>
          <a:lstStyle>
            <a:lvl1pPr>
              <a:defRPr/>
            </a:lvl1pPr>
          </a:lstStyle>
          <a:p>
            <a:pPr>
              <a:defRPr/>
            </a:pPr>
            <a:fld id="{51E4255B-B6E3-465F-AB28-B86760EA01A4}"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1822322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74858EC6-1EA2-9E98-3707-8FD1B4430001}"/>
              </a:ext>
            </a:extLst>
          </p:cNvPr>
          <p:cNvSpPr>
            <a:spLocks noGrp="1" noChangeArrowheads="1"/>
          </p:cNvSpPr>
          <p:nvPr>
            <p:ph type="sldNum" sz="quarter" idx="10"/>
          </p:nvPr>
        </p:nvSpPr>
        <p:spPr>
          <a:ln/>
        </p:spPr>
        <p:txBody>
          <a:bodyPr/>
          <a:lstStyle>
            <a:lvl1pPr>
              <a:defRPr/>
            </a:lvl1pPr>
          </a:lstStyle>
          <a:p>
            <a:pPr>
              <a:defRPr/>
            </a:pPr>
            <a:fld id="{BB928D9C-E9B2-4821-931B-1291424A4287}"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825408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59D56CAC-E511-3ED8-C950-8B970CCCD410}"/>
              </a:ext>
            </a:extLst>
          </p:cNvPr>
          <p:cNvSpPr>
            <a:spLocks noGrp="1" noChangeArrowheads="1"/>
          </p:cNvSpPr>
          <p:nvPr>
            <p:ph type="sldNum" sz="quarter" idx="10"/>
          </p:nvPr>
        </p:nvSpPr>
        <p:spPr>
          <a:ln/>
        </p:spPr>
        <p:txBody>
          <a:bodyPr/>
          <a:lstStyle>
            <a:lvl1pPr>
              <a:defRPr/>
            </a:lvl1pPr>
          </a:lstStyle>
          <a:p>
            <a:pPr>
              <a:defRPr/>
            </a:pPr>
            <a:fld id="{A2752B47-5349-40D6-961A-9056FA1587BF}"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4057215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28A0EB38-F125-8A28-79D5-C6663C0426B2}"/>
              </a:ext>
            </a:extLst>
          </p:cNvPr>
          <p:cNvSpPr>
            <a:spLocks noGrp="1" noChangeArrowheads="1"/>
          </p:cNvSpPr>
          <p:nvPr>
            <p:ph type="sldNum" sz="quarter" idx="10"/>
          </p:nvPr>
        </p:nvSpPr>
        <p:spPr>
          <a:ln/>
        </p:spPr>
        <p:txBody>
          <a:bodyPr/>
          <a:lstStyle>
            <a:lvl1pPr>
              <a:defRPr/>
            </a:lvl1pPr>
          </a:lstStyle>
          <a:p>
            <a:pPr>
              <a:defRPr/>
            </a:pPr>
            <a:fld id="{30C6E1F8-ADDD-4248-A308-5350D6A2C8C0}"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2969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5AED597-4AA2-F1AB-CA46-48C69C19DDA5}"/>
              </a:ext>
            </a:extLst>
          </p:cNvPr>
          <p:cNvSpPr>
            <a:spLocks noGrp="1" noChangeArrowheads="1"/>
          </p:cNvSpPr>
          <p:nvPr>
            <p:ph type="sldNum" sz="quarter" idx="10"/>
          </p:nvPr>
        </p:nvSpPr>
        <p:spPr>
          <a:ln/>
        </p:spPr>
        <p:txBody>
          <a:bodyPr/>
          <a:lstStyle>
            <a:lvl1pPr>
              <a:defRPr/>
            </a:lvl1pPr>
          </a:lstStyle>
          <a:p>
            <a:pPr>
              <a:defRPr/>
            </a:pPr>
            <a:fld id="{AAA3B969-F45A-4DFD-9DD4-0AE2B5756EAE}"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997108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189A27B-B7A8-547D-BD27-D03A8A7432DB}"/>
              </a:ext>
            </a:extLst>
          </p:cNvPr>
          <p:cNvSpPr>
            <a:spLocks noGrp="1" noChangeArrowheads="1"/>
          </p:cNvSpPr>
          <p:nvPr>
            <p:ph type="sldNum" sz="quarter" idx="10"/>
          </p:nvPr>
        </p:nvSpPr>
        <p:spPr>
          <a:ln/>
        </p:spPr>
        <p:txBody>
          <a:bodyPr/>
          <a:lstStyle>
            <a:lvl1pPr>
              <a:defRPr/>
            </a:lvl1pPr>
          </a:lstStyle>
          <a:p>
            <a:pPr>
              <a:defRPr/>
            </a:pPr>
            <a:fld id="{BFA4BE02-81CE-4539-AC5E-0487AC1D0888}"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377336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A8C44D0B-1DD7-61FB-4879-F11E587C78D8}"/>
              </a:ext>
            </a:extLst>
          </p:cNvPr>
          <p:cNvSpPr>
            <a:spLocks noGrp="1" noChangeArrowheads="1"/>
          </p:cNvSpPr>
          <p:nvPr>
            <p:ph type="sldNum" sz="quarter" idx="10"/>
          </p:nvPr>
        </p:nvSpPr>
        <p:spPr>
          <a:ln/>
        </p:spPr>
        <p:txBody>
          <a:bodyPr/>
          <a:lstStyle>
            <a:lvl1pPr>
              <a:defRPr/>
            </a:lvl1pPr>
          </a:lstStyle>
          <a:p>
            <a:pPr>
              <a:defRPr/>
            </a:pPr>
            <a:fld id="{EF03E1B0-0F9F-4470-9B07-BDC5C0AAC2EC}"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773566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50" y="358775"/>
            <a:ext cx="1885950" cy="55848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79500" y="358775"/>
            <a:ext cx="5505450" cy="55848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060D76F-2D7C-E101-140E-D165509E29DB}"/>
              </a:ext>
            </a:extLst>
          </p:cNvPr>
          <p:cNvSpPr>
            <a:spLocks noGrp="1" noChangeArrowheads="1"/>
          </p:cNvSpPr>
          <p:nvPr>
            <p:ph type="sldNum" sz="quarter" idx="10"/>
          </p:nvPr>
        </p:nvSpPr>
        <p:spPr>
          <a:ln/>
        </p:spPr>
        <p:txBody>
          <a:bodyPr/>
          <a:lstStyle>
            <a:lvl1pPr>
              <a:defRPr/>
            </a:lvl1pPr>
          </a:lstStyle>
          <a:p>
            <a:pPr>
              <a:defRPr/>
            </a:pPr>
            <a:fld id="{DB6CDD4E-9BFD-449C-925D-2F7DA7732B80}"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833955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B8D42C2-F97E-42BB-EC25-C92DF8976284}"/>
              </a:ext>
            </a:extLst>
          </p:cNvPr>
          <p:cNvSpPr>
            <a:spLocks noGrp="1" noChangeArrowheads="1"/>
          </p:cNvSpPr>
          <p:nvPr>
            <p:ph type="title"/>
          </p:nvPr>
        </p:nvSpPr>
        <p:spPr bwMode="auto">
          <a:xfrm>
            <a:off x="1079500" y="358775"/>
            <a:ext cx="6997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AU" altLang="en-US"/>
              <a:t>Click to edit Master title style</a:t>
            </a:r>
          </a:p>
        </p:txBody>
      </p:sp>
      <p:sp>
        <p:nvSpPr>
          <p:cNvPr id="1030" name="Rectangle 6">
            <a:extLst>
              <a:ext uri="{FF2B5EF4-FFF2-40B4-BE49-F238E27FC236}">
                <a16:creationId xmlns:a16="http://schemas.microsoft.com/office/drawing/2014/main" id="{BCAC6CE1-7237-9593-0538-3CF2C6BA0D9C}"/>
              </a:ext>
            </a:extLst>
          </p:cNvPr>
          <p:cNvSpPr>
            <a:spLocks noGrp="1" noChangeArrowheads="1"/>
          </p:cNvSpPr>
          <p:nvPr>
            <p:ph type="sldNum" sz="quarter" idx="4"/>
          </p:nvPr>
        </p:nvSpPr>
        <p:spPr bwMode="auto">
          <a:xfrm>
            <a:off x="6781800" y="61722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a:defRPr/>
            </a:pPr>
            <a:fld id="{F1373DDA-E46F-49AA-8BFC-87D4B59F4254}" type="slidenum">
              <a:rPr lang="en-AU" altLang="en-US"/>
              <a:pPr>
                <a:defRPr/>
              </a:pPr>
              <a:t>‹#›</a:t>
            </a:fld>
            <a:endParaRPr lang="en-AU" altLang="en-US"/>
          </a:p>
          <a:p>
            <a:pPr>
              <a:defRPr/>
            </a:pPr>
            <a:endParaRPr lang="en-AU" altLang="en-US"/>
          </a:p>
        </p:txBody>
      </p:sp>
      <p:sp>
        <p:nvSpPr>
          <p:cNvPr id="1028" name="Line 7">
            <a:extLst>
              <a:ext uri="{FF2B5EF4-FFF2-40B4-BE49-F238E27FC236}">
                <a16:creationId xmlns:a16="http://schemas.microsoft.com/office/drawing/2014/main" id="{64F51D8C-42E0-F1C2-BEBE-5AE2F6395E53}"/>
              </a:ext>
            </a:extLst>
          </p:cNvPr>
          <p:cNvSpPr>
            <a:spLocks noChangeShapeType="1"/>
          </p:cNvSpPr>
          <p:nvPr/>
        </p:nvSpPr>
        <p:spPr bwMode="auto">
          <a:xfrm>
            <a:off x="1143000" y="990600"/>
            <a:ext cx="731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pic>
        <p:nvPicPr>
          <p:cNvPr id="1029" name="Picture 14" descr="crest_100pc bit">
            <a:extLst>
              <a:ext uri="{FF2B5EF4-FFF2-40B4-BE49-F238E27FC236}">
                <a16:creationId xmlns:a16="http://schemas.microsoft.com/office/drawing/2014/main" id="{22A05524-3B02-0B20-ABA4-0298FBF256F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77200" y="228600"/>
            <a:ext cx="7064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7">
            <a:extLst>
              <a:ext uri="{FF2B5EF4-FFF2-40B4-BE49-F238E27FC236}">
                <a16:creationId xmlns:a16="http://schemas.microsoft.com/office/drawing/2014/main" id="{11B6B7EE-A07B-94E6-F542-EF8F59A80E32}"/>
              </a:ext>
            </a:extLst>
          </p:cNvPr>
          <p:cNvSpPr>
            <a:spLocks noGrp="1" noChangeArrowheads="1"/>
          </p:cNvSpPr>
          <p:nvPr>
            <p:ph type="body" idx="1"/>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AU" altLang="en-US"/>
              <a:t>Click to edit Master text styles</a:t>
            </a:r>
          </a:p>
          <a:p>
            <a:pPr lvl="1"/>
            <a:r>
              <a:rPr lang="en-AU" altLang="en-US"/>
              <a:t>Second level</a:t>
            </a:r>
          </a:p>
          <a:p>
            <a:pPr lvl="2"/>
            <a:r>
              <a:rPr lang="en-AU" altLang="en-US"/>
              <a:t>Third level</a:t>
            </a:r>
          </a:p>
          <a:p>
            <a:pPr lvl="3"/>
            <a:r>
              <a:rPr lang="en-AU" altLang="en-US"/>
              <a:t>Fourth level</a:t>
            </a:r>
          </a:p>
          <a:p>
            <a:pPr lvl="4"/>
            <a:r>
              <a:rPr lang="en-AU" altLang="en-US"/>
              <a:t>Fifth level</a:t>
            </a:r>
          </a:p>
        </p:txBody>
      </p:sp>
    </p:spTree>
  </p:cSld>
  <p:clrMap bg1="lt1" tx1="dk1" bg2="lt2" tx2="dk2" accent1="accent1" accent2="accent2" accent3="accent3" accent4="accent4" accent5="accent5" accent6="accent6" hlink="hlink" folHlink="folHlink"/>
  <p:sldLayoutIdLst>
    <p:sldLayoutId id="2147483949" r:id="rId1"/>
    <p:sldLayoutId id="2147483939" r:id="rId2"/>
    <p:sldLayoutId id="2147483940" r:id="rId3"/>
    <p:sldLayoutId id="2147483941" r:id="rId4"/>
    <p:sldLayoutId id="2147483942" r:id="rId5"/>
    <p:sldLayoutId id="2147483943" r:id="rId6"/>
    <p:sldLayoutId id="2147483944" r:id="rId7"/>
    <p:sldLayoutId id="2147483945" r:id="rId8"/>
    <p:sldLayoutId id="2147483946" r:id="rId9"/>
    <p:sldLayoutId id="2147483947" r:id="rId10"/>
    <p:sldLayoutId id="2147483948" r:id="rId11"/>
  </p:sldLayoutIdLst>
  <p:hf hdr="0" ftr="0" dt="0"/>
  <p:txStyles>
    <p:titleStyle>
      <a:lvl1pPr algn="l" rtl="0" eaLnBrk="0" fontAlgn="base" hangingPunct="0">
        <a:spcBef>
          <a:spcPct val="0"/>
        </a:spcBef>
        <a:spcAft>
          <a:spcPct val="0"/>
        </a:spcAft>
        <a:defRPr sz="3600" b="1">
          <a:solidFill>
            <a:schemeClr val="tx2"/>
          </a:solidFill>
          <a:latin typeface="+mj-lt"/>
          <a:ea typeface="MS PGothic" pitchFamily="34" charset="-128"/>
          <a:cs typeface="ＭＳ Ｐゴシック" charset="0"/>
        </a:defRPr>
      </a:lvl1pPr>
      <a:lvl2pPr algn="l" rtl="0" eaLnBrk="0" fontAlgn="base" hangingPunct="0">
        <a:spcBef>
          <a:spcPct val="0"/>
        </a:spcBef>
        <a:spcAft>
          <a:spcPct val="0"/>
        </a:spcAft>
        <a:defRPr sz="3600" b="1">
          <a:solidFill>
            <a:schemeClr val="tx2"/>
          </a:solidFill>
          <a:latin typeface="Arial Narrow" pitchFamily="1" charset="0"/>
          <a:ea typeface="MS PGothic" pitchFamily="34" charset="-128"/>
          <a:cs typeface="ＭＳ Ｐゴシック" charset="0"/>
        </a:defRPr>
      </a:lvl2pPr>
      <a:lvl3pPr algn="l" rtl="0" eaLnBrk="0" fontAlgn="base" hangingPunct="0">
        <a:spcBef>
          <a:spcPct val="0"/>
        </a:spcBef>
        <a:spcAft>
          <a:spcPct val="0"/>
        </a:spcAft>
        <a:defRPr sz="3600" b="1">
          <a:solidFill>
            <a:schemeClr val="tx2"/>
          </a:solidFill>
          <a:latin typeface="Arial Narrow" pitchFamily="1" charset="0"/>
          <a:ea typeface="MS PGothic" pitchFamily="34" charset="-128"/>
          <a:cs typeface="ＭＳ Ｐゴシック" charset="0"/>
        </a:defRPr>
      </a:lvl3pPr>
      <a:lvl4pPr algn="l" rtl="0" eaLnBrk="0" fontAlgn="base" hangingPunct="0">
        <a:spcBef>
          <a:spcPct val="0"/>
        </a:spcBef>
        <a:spcAft>
          <a:spcPct val="0"/>
        </a:spcAft>
        <a:defRPr sz="3600" b="1">
          <a:solidFill>
            <a:schemeClr val="tx2"/>
          </a:solidFill>
          <a:latin typeface="Arial Narrow" pitchFamily="1" charset="0"/>
          <a:ea typeface="MS PGothic" pitchFamily="34" charset="-128"/>
          <a:cs typeface="ＭＳ Ｐゴシック" charset="0"/>
        </a:defRPr>
      </a:lvl4pPr>
      <a:lvl5pPr algn="l" rtl="0" eaLnBrk="0" fontAlgn="base" hangingPunct="0">
        <a:spcBef>
          <a:spcPct val="0"/>
        </a:spcBef>
        <a:spcAft>
          <a:spcPct val="0"/>
        </a:spcAft>
        <a:defRPr sz="3600" b="1">
          <a:solidFill>
            <a:schemeClr val="tx2"/>
          </a:solidFill>
          <a:latin typeface="Arial Narrow" pitchFamily="1" charset="0"/>
          <a:ea typeface="MS PGothic" pitchFamily="34" charset="-128"/>
          <a:cs typeface="ＭＳ Ｐゴシック" charset="0"/>
        </a:defRPr>
      </a:lvl5pPr>
      <a:lvl6pPr marL="457200" algn="l" rtl="0" eaLnBrk="0" fontAlgn="base" hangingPunct="0">
        <a:spcBef>
          <a:spcPct val="0"/>
        </a:spcBef>
        <a:spcAft>
          <a:spcPct val="0"/>
        </a:spcAft>
        <a:defRPr sz="3600" b="1">
          <a:solidFill>
            <a:schemeClr val="tx2"/>
          </a:solidFill>
          <a:latin typeface="Arial Narrow" pitchFamily="1" charset="0"/>
        </a:defRPr>
      </a:lvl6pPr>
      <a:lvl7pPr marL="914400" algn="l" rtl="0" eaLnBrk="0" fontAlgn="base" hangingPunct="0">
        <a:spcBef>
          <a:spcPct val="0"/>
        </a:spcBef>
        <a:spcAft>
          <a:spcPct val="0"/>
        </a:spcAft>
        <a:defRPr sz="3600" b="1">
          <a:solidFill>
            <a:schemeClr val="tx2"/>
          </a:solidFill>
          <a:latin typeface="Arial Narrow" pitchFamily="1" charset="0"/>
        </a:defRPr>
      </a:lvl7pPr>
      <a:lvl8pPr marL="1371600" algn="l" rtl="0" eaLnBrk="0" fontAlgn="base" hangingPunct="0">
        <a:spcBef>
          <a:spcPct val="0"/>
        </a:spcBef>
        <a:spcAft>
          <a:spcPct val="0"/>
        </a:spcAft>
        <a:defRPr sz="3600" b="1">
          <a:solidFill>
            <a:schemeClr val="tx2"/>
          </a:solidFill>
          <a:latin typeface="Arial Narrow" pitchFamily="1" charset="0"/>
        </a:defRPr>
      </a:lvl8pPr>
      <a:lvl9pPr marL="1828800" algn="l" rtl="0" eaLnBrk="0" fontAlgn="base" hangingPunct="0">
        <a:spcBef>
          <a:spcPct val="0"/>
        </a:spcBef>
        <a:spcAft>
          <a:spcPct val="0"/>
        </a:spcAft>
        <a:defRPr sz="3600" b="1">
          <a:solidFill>
            <a:schemeClr val="tx2"/>
          </a:solidFill>
          <a:latin typeface="Arial Narrow" pitchFamily="1" charset="0"/>
        </a:defRPr>
      </a:lvl9pPr>
    </p:titleStyle>
    <p:bodyStyle>
      <a:lvl1pPr marL="285750" indent="-285750" algn="l" rtl="0" eaLnBrk="0" fontAlgn="base" hangingPunct="0">
        <a:spcBef>
          <a:spcPct val="40000"/>
        </a:spcBef>
        <a:spcAft>
          <a:spcPct val="0"/>
        </a:spcAft>
        <a:buSzPct val="75000"/>
        <a:buFont typeface="Wingdings" panose="05000000000000000000" pitchFamily="2" charset="2"/>
        <a:buChar char="n"/>
        <a:defRPr sz="2800">
          <a:solidFill>
            <a:schemeClr val="tx1"/>
          </a:solidFill>
          <a:latin typeface="+mn-lt"/>
          <a:ea typeface="MS PGothic" pitchFamily="34" charset="-128"/>
          <a:cs typeface="ＭＳ Ｐゴシック" charset="0"/>
        </a:defRPr>
      </a:lvl1pPr>
      <a:lvl2pPr marL="762000" indent="-285750" algn="l" rtl="0" eaLnBrk="0" fontAlgn="base" hangingPunct="0">
        <a:spcBef>
          <a:spcPct val="40000"/>
        </a:spcBef>
        <a:spcAft>
          <a:spcPct val="0"/>
        </a:spcAft>
        <a:buClr>
          <a:schemeClr val="tx1"/>
        </a:buClr>
        <a:buSzPct val="85000"/>
        <a:buFont typeface="Wingdings" panose="05000000000000000000" pitchFamily="2" charset="2"/>
        <a:buChar char="¨"/>
        <a:defRPr sz="2400">
          <a:solidFill>
            <a:schemeClr val="tx1"/>
          </a:solidFill>
          <a:latin typeface="+mn-lt"/>
          <a:ea typeface="MS PGothic" pitchFamily="34" charset="-128"/>
        </a:defRPr>
      </a:lvl2pPr>
      <a:lvl3pPr marL="1276350" indent="-228600" algn="l" rtl="0" eaLnBrk="0" fontAlgn="base" hangingPunct="0">
        <a:spcBef>
          <a:spcPct val="40000"/>
        </a:spcBef>
        <a:spcAft>
          <a:spcPct val="0"/>
        </a:spcAft>
        <a:buClr>
          <a:schemeClr val="tx1"/>
        </a:buClr>
        <a:buSzPct val="85000"/>
        <a:buFont typeface="Wingdings" panose="05000000000000000000" pitchFamily="2" charset="2"/>
        <a:buChar char="¨"/>
        <a:defRPr sz="2000">
          <a:solidFill>
            <a:schemeClr val="tx1"/>
          </a:solidFill>
          <a:latin typeface="+mn-lt"/>
          <a:ea typeface="MS PGothic" pitchFamily="34" charset="-128"/>
        </a:defRPr>
      </a:lvl3pPr>
      <a:lvl4pPr marL="1695450" indent="-228600" algn="l" rtl="0" eaLnBrk="0" fontAlgn="base" hangingPunct="0">
        <a:spcBef>
          <a:spcPct val="40000"/>
        </a:spcBef>
        <a:spcAft>
          <a:spcPct val="0"/>
        </a:spcAft>
        <a:buClr>
          <a:schemeClr val="tx1"/>
        </a:buClr>
        <a:buSzPct val="85000"/>
        <a:buFont typeface="Wingdings" panose="05000000000000000000" pitchFamily="2" charset="2"/>
        <a:buChar char="¨"/>
        <a:defRPr>
          <a:solidFill>
            <a:schemeClr val="tx1"/>
          </a:solidFill>
          <a:latin typeface="+mn-lt"/>
          <a:ea typeface="MS PGothic" pitchFamily="34" charset="-128"/>
        </a:defRPr>
      </a:lvl4pPr>
      <a:lvl5pPr marL="2114550" indent="-228600" algn="l" rtl="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mn-lt"/>
          <a:ea typeface="MS PGothic" pitchFamily="34" charset="-128"/>
        </a:defRPr>
      </a:lvl5pPr>
      <a:lvl6pPr marL="2571750" indent="-228600" algn="l" rtl="0" eaLnBrk="0" fontAlgn="base" hangingPunct="0">
        <a:spcBef>
          <a:spcPct val="40000"/>
        </a:spcBef>
        <a:spcAft>
          <a:spcPct val="0"/>
        </a:spcAft>
        <a:buClr>
          <a:schemeClr val="tx1"/>
        </a:buClr>
        <a:buSzPct val="85000"/>
        <a:buFont typeface="Wingdings" pitchFamily="1" charset="2"/>
        <a:buChar char="¨"/>
        <a:defRPr sz="1600">
          <a:solidFill>
            <a:schemeClr val="tx1"/>
          </a:solidFill>
          <a:latin typeface="+mn-lt"/>
          <a:ea typeface="ＭＳ Ｐゴシック" pitchFamily="1" charset="-128"/>
        </a:defRPr>
      </a:lvl6pPr>
      <a:lvl7pPr marL="3028950" indent="-228600" algn="l" rtl="0" eaLnBrk="0" fontAlgn="base" hangingPunct="0">
        <a:spcBef>
          <a:spcPct val="40000"/>
        </a:spcBef>
        <a:spcAft>
          <a:spcPct val="0"/>
        </a:spcAft>
        <a:buClr>
          <a:schemeClr val="tx1"/>
        </a:buClr>
        <a:buSzPct val="85000"/>
        <a:buFont typeface="Wingdings" pitchFamily="1" charset="2"/>
        <a:buChar char="¨"/>
        <a:defRPr sz="1600">
          <a:solidFill>
            <a:schemeClr val="tx1"/>
          </a:solidFill>
          <a:latin typeface="+mn-lt"/>
          <a:ea typeface="ＭＳ Ｐゴシック" pitchFamily="1" charset="-128"/>
        </a:defRPr>
      </a:lvl7pPr>
      <a:lvl8pPr marL="3486150" indent="-228600" algn="l" rtl="0" eaLnBrk="0" fontAlgn="base" hangingPunct="0">
        <a:spcBef>
          <a:spcPct val="40000"/>
        </a:spcBef>
        <a:spcAft>
          <a:spcPct val="0"/>
        </a:spcAft>
        <a:buClr>
          <a:schemeClr val="tx1"/>
        </a:buClr>
        <a:buSzPct val="85000"/>
        <a:buFont typeface="Wingdings" pitchFamily="1" charset="2"/>
        <a:buChar char="¨"/>
        <a:defRPr sz="1600">
          <a:solidFill>
            <a:schemeClr val="tx1"/>
          </a:solidFill>
          <a:latin typeface="+mn-lt"/>
          <a:ea typeface="ＭＳ Ｐゴシック" pitchFamily="1" charset="-128"/>
        </a:defRPr>
      </a:lvl8pPr>
      <a:lvl9pPr marL="3943350" indent="-228600" algn="l" rtl="0" eaLnBrk="0" fontAlgn="base" hangingPunct="0">
        <a:spcBef>
          <a:spcPct val="40000"/>
        </a:spcBef>
        <a:spcAft>
          <a:spcPct val="0"/>
        </a:spcAft>
        <a:buClr>
          <a:schemeClr val="tx1"/>
        </a:buClr>
        <a:buSzPct val="85000"/>
        <a:buFont typeface="Wingdings" pitchFamily="1" charset="2"/>
        <a:buChar char="¨"/>
        <a:defRPr sz="1600">
          <a:solidFill>
            <a:schemeClr val="tx1"/>
          </a:solidFill>
          <a:latin typeface="+mn-lt"/>
          <a:ea typeface="ＭＳ Ｐゴシック"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DEC2EEF-85C4-87CB-27EE-818BF139AB14}"/>
              </a:ext>
            </a:extLst>
          </p:cNvPr>
          <p:cNvSpPr>
            <a:spLocks noGrp="1" noChangeArrowheads="1"/>
          </p:cNvSpPr>
          <p:nvPr>
            <p:ph type="subTitle" idx="1"/>
          </p:nvPr>
        </p:nvSpPr>
        <p:spPr>
          <a:xfrm>
            <a:off x="2514600" y="3733800"/>
            <a:ext cx="6454775" cy="2143125"/>
          </a:xfrm>
        </p:spPr>
        <p:txBody>
          <a:bodyPr lIns="0" tIns="0" rIns="0" bIns="0"/>
          <a:lstStyle/>
          <a:p>
            <a:pPr>
              <a:buFont typeface="Wingdings" panose="05000000000000000000" pitchFamily="2" charset="2"/>
              <a:buNone/>
            </a:pPr>
            <a:r>
              <a:rPr lang="en-AU" altLang="en-US"/>
              <a:t>Lecture 4</a:t>
            </a:r>
            <a:br>
              <a:rPr lang="en-AU" altLang="en-US"/>
            </a:br>
            <a:r>
              <a:rPr lang="en-AU" altLang="en-US"/>
              <a:t>The Role of Abstraction in Software</a:t>
            </a:r>
          </a:p>
        </p:txBody>
      </p:sp>
      <p:sp>
        <p:nvSpPr>
          <p:cNvPr id="5123" name="Rectangle 3">
            <a:extLst>
              <a:ext uri="{FF2B5EF4-FFF2-40B4-BE49-F238E27FC236}">
                <a16:creationId xmlns:a16="http://schemas.microsoft.com/office/drawing/2014/main" id="{B26AC786-715E-170C-B278-FCD47D8F7120}"/>
              </a:ext>
            </a:extLst>
          </p:cNvPr>
          <p:cNvSpPr>
            <a:spLocks noGrp="1" noChangeArrowheads="1"/>
          </p:cNvSpPr>
          <p:nvPr>
            <p:ph type="ctrTitle"/>
          </p:nvPr>
        </p:nvSpPr>
        <p:spPr>
          <a:xfrm>
            <a:off x="2438400" y="2438400"/>
            <a:ext cx="5867400" cy="1143000"/>
          </a:xfrm>
        </p:spPr>
        <p:txBody>
          <a:bodyPr/>
          <a:lstStyle/>
          <a:p>
            <a:r>
              <a:rPr lang="en-AU" altLang="en-US" sz="3200"/>
              <a:t>SWE30003</a:t>
            </a:r>
            <a:br>
              <a:rPr lang="en-AU" altLang="en-US" sz="3200"/>
            </a:br>
            <a:r>
              <a:rPr lang="en-AU" altLang="en-US" sz="3200"/>
              <a:t>Software Architectures and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6" name="Rectangle 4">
            <a:extLst>
              <a:ext uri="{FF2B5EF4-FFF2-40B4-BE49-F238E27FC236}">
                <a16:creationId xmlns:a16="http://schemas.microsoft.com/office/drawing/2014/main" id="{6F9E6CF9-F567-EA8A-971B-02F28ABF9704}"/>
              </a:ext>
            </a:extLst>
          </p:cNvPr>
          <p:cNvSpPr>
            <a:spLocks noGrp="1" noChangeArrowheads="1"/>
          </p:cNvSpPr>
          <p:nvPr>
            <p:ph type="title" idx="4294967295"/>
          </p:nvPr>
        </p:nvSpPr>
        <p:spPr/>
        <p:txBody>
          <a:bodyPr/>
          <a:lstStyle/>
          <a:p>
            <a:pPr eaLnBrk="1" hangingPunct="1">
              <a:defRPr/>
            </a:pPr>
            <a:r>
              <a:rPr lang="en-US" dirty="0">
                <a:ea typeface="+mj-ea"/>
                <a:cs typeface="+mj-cs"/>
              </a:rPr>
              <a:t>Logistical matters</a:t>
            </a:r>
          </a:p>
        </p:txBody>
      </p:sp>
      <p:sp>
        <p:nvSpPr>
          <p:cNvPr id="7171" name="Rectangle 4">
            <a:extLst>
              <a:ext uri="{FF2B5EF4-FFF2-40B4-BE49-F238E27FC236}">
                <a16:creationId xmlns:a16="http://schemas.microsoft.com/office/drawing/2014/main" id="{B332E29A-8AFF-67C9-ADE4-77880CEDD81C}"/>
              </a:ext>
            </a:extLst>
          </p:cNvPr>
          <p:cNvSpPr>
            <a:spLocks noChangeArrowheads="1"/>
          </p:cNvSpPr>
          <p:nvPr/>
        </p:nvSpPr>
        <p:spPr bwMode="auto">
          <a:xfrm>
            <a:off x="914400" y="1371600"/>
            <a:ext cx="6997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eaLnBrk="1" hangingPunct="1">
              <a:spcBef>
                <a:spcPct val="0"/>
              </a:spcBef>
              <a:buSzTx/>
              <a:buFontTx/>
              <a:buNone/>
            </a:pPr>
            <a:endParaRPr lang="en-US" altLang="en-US" sz="3600" b="1">
              <a:solidFill>
                <a:schemeClr val="tx2"/>
              </a:solidFill>
            </a:endParaRPr>
          </a:p>
        </p:txBody>
      </p:sp>
      <p:sp>
        <p:nvSpPr>
          <p:cNvPr id="335880" name="Rectangle 8">
            <a:extLst>
              <a:ext uri="{FF2B5EF4-FFF2-40B4-BE49-F238E27FC236}">
                <a16:creationId xmlns:a16="http://schemas.microsoft.com/office/drawing/2014/main" id="{C0D50352-001C-4B03-351B-2A055C00230E}"/>
              </a:ext>
            </a:extLst>
          </p:cNvPr>
          <p:cNvSpPr>
            <a:spLocks noChangeArrowheads="1"/>
          </p:cNvSpPr>
          <p:nvPr/>
        </p:nvSpPr>
        <p:spPr bwMode="auto">
          <a:xfrm>
            <a:off x="1036638" y="692150"/>
            <a:ext cx="7669212" cy="4243388"/>
          </a:xfrm>
          <a:prstGeom prst="rect">
            <a:avLst/>
          </a:prstGeom>
          <a:noFill/>
          <a:ln>
            <a:noFill/>
          </a:ln>
          <a:effectLst/>
        </p:spPr>
        <p:txBody>
          <a:bodyPr lIns="0" tIns="0" rIns="0" bIns="0"/>
          <a:lstStyle/>
          <a:p>
            <a:pPr eaLnBrk="1" hangingPunct="1">
              <a:spcBef>
                <a:spcPct val="40000"/>
              </a:spcBef>
              <a:buSzPct val="75000"/>
              <a:defRPr/>
            </a:pPr>
            <a:endParaRPr lang="en-US" sz="2800" dirty="0">
              <a:latin typeface="Arial Narrow" charset="0"/>
              <a:ea typeface="ＭＳ Ｐゴシック" charset="0"/>
            </a:endParaRPr>
          </a:p>
          <a:p>
            <a:pPr marL="285750" indent="-285750" eaLnBrk="1" hangingPunct="1">
              <a:spcBef>
                <a:spcPct val="40000"/>
              </a:spcBef>
              <a:buSzPct val="75000"/>
              <a:buFont typeface="Wingdings" charset="0"/>
              <a:buChar char="n"/>
              <a:defRPr/>
            </a:pPr>
            <a:endParaRPr lang="en-US" sz="2800" dirty="0">
              <a:latin typeface="Arial Narrow" charset="0"/>
              <a:ea typeface="ＭＳ Ｐゴシック" charset="0"/>
            </a:endParaRPr>
          </a:p>
        </p:txBody>
      </p:sp>
      <p:sp>
        <p:nvSpPr>
          <p:cNvPr id="7173" name="Slide Number Placeholder 1">
            <a:extLst>
              <a:ext uri="{FF2B5EF4-FFF2-40B4-BE49-F238E27FC236}">
                <a16:creationId xmlns:a16="http://schemas.microsoft.com/office/drawing/2014/main" id="{65076FC8-67C2-D3F0-A3EA-0427FFE07BA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520311C-3F28-40CB-A2E3-60B7A12D8154}" type="slidenum">
              <a:rPr lang="en-AU" altLang="en-US" sz="1400" smtClean="0">
                <a:latin typeface="Times New Roman" panose="02020603050405020304" pitchFamily="18" charset="0"/>
              </a:rPr>
              <a:pPr>
                <a:spcBef>
                  <a:spcPct val="0"/>
                </a:spcBef>
                <a:buSzTx/>
                <a:buFontTx/>
                <a:buNone/>
              </a:pPr>
              <a:t>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
        <p:nvSpPr>
          <p:cNvPr id="6" name="Content Placeholder 2">
            <a:extLst>
              <a:ext uri="{FF2B5EF4-FFF2-40B4-BE49-F238E27FC236}">
                <a16:creationId xmlns:a16="http://schemas.microsoft.com/office/drawing/2014/main" id="{BC1CCEF8-207B-2371-A403-A63B807E8E95}"/>
              </a:ext>
            </a:extLst>
          </p:cNvPr>
          <p:cNvSpPr txBox="1">
            <a:spLocks/>
          </p:cNvSpPr>
          <p:nvPr/>
        </p:nvSpPr>
        <p:spPr>
          <a:xfrm>
            <a:off x="1079500" y="1143000"/>
            <a:ext cx="7543800" cy="4800600"/>
          </a:xfrm>
          <a:prstGeom prst="rect">
            <a:avLst/>
          </a:prstGeom>
        </p:spPr>
        <p:txBody>
          <a:bodyPr/>
          <a:lstStyle>
            <a:lvl1pPr marL="285750" indent="-285750" algn="l" rtl="0" eaLnBrk="0" fontAlgn="base" hangingPunct="0">
              <a:spcBef>
                <a:spcPct val="40000"/>
              </a:spcBef>
              <a:spcAft>
                <a:spcPct val="0"/>
              </a:spcAft>
              <a:buSzPct val="75000"/>
              <a:buFont typeface="Wingdings" panose="05000000000000000000" pitchFamily="2" charset="2"/>
              <a:buChar char="n"/>
              <a:defRPr sz="2800">
                <a:solidFill>
                  <a:schemeClr val="tx1"/>
                </a:solidFill>
                <a:latin typeface="+mn-lt"/>
                <a:ea typeface="MS PGothic" pitchFamily="34" charset="-128"/>
                <a:cs typeface="ＭＳ Ｐゴシック" charset="0"/>
              </a:defRPr>
            </a:lvl1pPr>
            <a:lvl2pPr marL="762000" indent="-285750" algn="l" rtl="0" eaLnBrk="0" fontAlgn="base" hangingPunct="0">
              <a:spcBef>
                <a:spcPct val="40000"/>
              </a:spcBef>
              <a:spcAft>
                <a:spcPct val="0"/>
              </a:spcAft>
              <a:buClr>
                <a:schemeClr val="tx1"/>
              </a:buClr>
              <a:buSzPct val="85000"/>
              <a:buFont typeface="Wingdings" panose="05000000000000000000" pitchFamily="2" charset="2"/>
              <a:buChar char="¨"/>
              <a:defRPr sz="2400">
                <a:solidFill>
                  <a:schemeClr val="tx1"/>
                </a:solidFill>
                <a:latin typeface="+mn-lt"/>
                <a:ea typeface="MS PGothic" pitchFamily="34" charset="-128"/>
              </a:defRPr>
            </a:lvl2pPr>
            <a:lvl3pPr marL="1276350" indent="-228600" algn="l" rtl="0" eaLnBrk="0" fontAlgn="base" hangingPunct="0">
              <a:spcBef>
                <a:spcPct val="40000"/>
              </a:spcBef>
              <a:spcAft>
                <a:spcPct val="0"/>
              </a:spcAft>
              <a:buClr>
                <a:schemeClr val="tx1"/>
              </a:buClr>
              <a:buSzPct val="85000"/>
              <a:buFont typeface="Wingdings" panose="05000000000000000000" pitchFamily="2" charset="2"/>
              <a:buChar char="¨"/>
              <a:defRPr sz="2000">
                <a:solidFill>
                  <a:schemeClr val="tx1"/>
                </a:solidFill>
                <a:latin typeface="+mn-lt"/>
                <a:ea typeface="MS PGothic" pitchFamily="34" charset="-128"/>
              </a:defRPr>
            </a:lvl3pPr>
            <a:lvl4pPr marL="1695450" indent="-228600" algn="l" rtl="0" eaLnBrk="0" fontAlgn="base" hangingPunct="0">
              <a:spcBef>
                <a:spcPct val="40000"/>
              </a:spcBef>
              <a:spcAft>
                <a:spcPct val="0"/>
              </a:spcAft>
              <a:buClr>
                <a:schemeClr val="tx1"/>
              </a:buClr>
              <a:buSzPct val="85000"/>
              <a:buFont typeface="Wingdings" panose="05000000000000000000" pitchFamily="2" charset="2"/>
              <a:buChar char="¨"/>
              <a:defRPr>
                <a:solidFill>
                  <a:schemeClr val="tx1"/>
                </a:solidFill>
                <a:latin typeface="+mn-lt"/>
                <a:ea typeface="MS PGothic" pitchFamily="34" charset="-128"/>
              </a:defRPr>
            </a:lvl4pPr>
            <a:lvl5pPr marL="2114550" indent="-228600" algn="l" rtl="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mn-lt"/>
                <a:ea typeface="MS PGothic" pitchFamily="34" charset="-128"/>
              </a:defRPr>
            </a:lvl5pPr>
            <a:lvl6pPr marL="25717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6pPr>
            <a:lvl7pPr marL="30289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7pPr>
            <a:lvl8pPr marL="34861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8pPr>
            <a:lvl9pPr marL="39433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9pPr>
          </a:lstStyle>
          <a:p>
            <a:pPr>
              <a:defRPr/>
            </a:pPr>
            <a:r>
              <a:rPr lang="en-AU" kern="0" dirty="0"/>
              <a:t>Weekly submissions – A &amp; Q</a:t>
            </a:r>
          </a:p>
          <a:p>
            <a:pPr lvl="1">
              <a:defRPr/>
            </a:pPr>
            <a:r>
              <a:rPr lang="en-AU" dirty="0"/>
              <a:t>Week 2: 104 &amp; 101 out of 119;</a:t>
            </a:r>
          </a:p>
          <a:p>
            <a:pPr lvl="1">
              <a:defRPr/>
            </a:pPr>
            <a:r>
              <a:rPr lang="en-AU" dirty="0"/>
              <a:t>Week 3: 101 &amp; 98 out of 118;</a:t>
            </a:r>
          </a:p>
          <a:p>
            <a:pPr lvl="1">
              <a:defRPr/>
            </a:pPr>
            <a:r>
              <a:rPr lang="en-AU" kern="0" dirty="0"/>
              <a:t>Week 4: 102 &amp; 101 out of 118;</a:t>
            </a:r>
          </a:p>
          <a:p>
            <a:pPr lvl="1">
              <a:defRPr/>
            </a:pPr>
            <a:r>
              <a:rPr lang="en-AU" kern="0" dirty="0"/>
              <a:t>Week 5: </a:t>
            </a:r>
          </a:p>
          <a:p>
            <a:pPr lvl="1">
              <a:defRPr/>
            </a:pPr>
            <a:r>
              <a:rPr lang="en-AU" kern="0" dirty="0"/>
              <a:t>Note that this is </a:t>
            </a:r>
            <a:r>
              <a:rPr lang="en-AU" kern="0" dirty="0">
                <a:solidFill>
                  <a:srgbClr val="FF0000"/>
                </a:solidFill>
              </a:rPr>
              <a:t>a hurdle requirement</a:t>
            </a:r>
          </a:p>
          <a:p>
            <a:pPr lvl="1">
              <a:defRPr/>
            </a:pPr>
            <a:r>
              <a:rPr lang="en-AU" kern="0" dirty="0"/>
              <a:t>No late submission</a:t>
            </a:r>
          </a:p>
          <a:p>
            <a:pPr>
              <a:defRPr/>
            </a:pPr>
            <a:r>
              <a:rPr lang="en-AU" kern="0" dirty="0"/>
              <a:t>Assignment 1: should be well on </a:t>
            </a:r>
            <a:r>
              <a:rPr lang="en-AU" kern="0"/>
              <a:t>the way …</a:t>
            </a:r>
            <a:endParaRPr lang="en-AU" kern="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9DF2A916-D99F-A082-F93A-52B5BBAC8143}"/>
              </a:ext>
            </a:extLst>
          </p:cNvPr>
          <p:cNvSpPr>
            <a:spLocks noGrp="1" noChangeArrowheads="1"/>
          </p:cNvSpPr>
          <p:nvPr>
            <p:ph type="title"/>
          </p:nvPr>
        </p:nvSpPr>
        <p:spPr>
          <a:xfrm>
            <a:off x="1079500" y="358775"/>
            <a:ext cx="6997700" cy="549275"/>
          </a:xfrm>
        </p:spPr>
        <p:txBody>
          <a:bodyPr/>
          <a:lstStyle/>
          <a:p>
            <a:pPr>
              <a:defRPr/>
            </a:pPr>
            <a:r>
              <a:rPr lang="en-AU" dirty="0">
                <a:ea typeface="+mj-ea"/>
                <a:cs typeface="+mj-cs"/>
              </a:rPr>
              <a:t>Question to Answer from Week 3</a:t>
            </a:r>
            <a:endParaRPr lang="en-US" dirty="0">
              <a:ea typeface="+mj-ea"/>
              <a:cs typeface="+mj-cs"/>
            </a:endParaRPr>
          </a:p>
        </p:txBody>
      </p:sp>
      <p:sp>
        <p:nvSpPr>
          <p:cNvPr id="133123" name="Rectangle 3">
            <a:extLst>
              <a:ext uri="{FF2B5EF4-FFF2-40B4-BE49-F238E27FC236}">
                <a16:creationId xmlns:a16="http://schemas.microsoft.com/office/drawing/2014/main" id="{33105F1C-B16C-1817-1118-BDE2503000B0}"/>
              </a:ext>
            </a:extLst>
          </p:cNvPr>
          <p:cNvSpPr>
            <a:spLocks noGrp="1" noChangeArrowheads="1"/>
          </p:cNvSpPr>
          <p:nvPr>
            <p:ph type="body" idx="1"/>
          </p:nvPr>
        </p:nvSpPr>
        <p:spPr/>
        <p:txBody>
          <a:bodyPr/>
          <a:lstStyle/>
          <a:p>
            <a:pPr marL="193675" indent="-193675">
              <a:buFont typeface="Wingdings" charset="0"/>
              <a:buNone/>
              <a:defRPr/>
            </a:pPr>
            <a:endParaRPr lang="en-AU" dirty="0">
              <a:ea typeface="+mn-ea"/>
              <a:cs typeface="+mn-cs"/>
            </a:endParaRPr>
          </a:p>
          <a:p>
            <a:pPr>
              <a:buFont typeface="Wingdings" charset="0"/>
              <a:buNone/>
              <a:defRPr/>
            </a:pPr>
            <a:r>
              <a:rPr lang="en-AU" dirty="0">
                <a:ea typeface="+mn-ea"/>
                <a:cs typeface="+mn-cs"/>
              </a:rPr>
              <a:t>	</a:t>
            </a:r>
            <a:r>
              <a:rPr lang="en-AU" i="1" dirty="0"/>
              <a:t>Why can quality attributes, in general, not be considered in isolation? Give two examples of quality attributes that impact other quality attributes for a system under consideration.</a:t>
            </a:r>
          </a:p>
        </p:txBody>
      </p:sp>
      <p:sp>
        <p:nvSpPr>
          <p:cNvPr id="9220" name="Slide Number Placeholder 1">
            <a:extLst>
              <a:ext uri="{FF2B5EF4-FFF2-40B4-BE49-F238E27FC236}">
                <a16:creationId xmlns:a16="http://schemas.microsoft.com/office/drawing/2014/main" id="{A39736C1-FC2A-3717-46EA-70074277F44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C561BC7-40BE-474B-83E4-3215F5909C3F}" type="slidenum">
              <a:rPr lang="en-AU" altLang="en-US" sz="1400" smtClean="0">
                <a:latin typeface="Times New Roman" panose="02020603050405020304" pitchFamily="18" charset="0"/>
              </a:rPr>
              <a:pPr>
                <a:spcBef>
                  <a:spcPct val="0"/>
                </a:spcBef>
                <a:buSzTx/>
                <a:buFontTx/>
                <a:buNone/>
              </a:pPr>
              <a:t>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C79A007-4AE8-4912-7DD2-07DE76E3C1B9}"/>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11267" name="Picture 6" descr="roadmap">
            <a:extLst>
              <a:ext uri="{FF2B5EF4-FFF2-40B4-BE49-F238E27FC236}">
                <a16:creationId xmlns:a16="http://schemas.microsoft.com/office/drawing/2014/main" id="{4B78DD63-D224-850E-58CF-F365340B37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4">
            <a:extLst>
              <a:ext uri="{FF2B5EF4-FFF2-40B4-BE49-F238E27FC236}">
                <a16:creationId xmlns:a16="http://schemas.microsoft.com/office/drawing/2014/main" id="{52BD9444-0E7D-C867-EE9D-DAFCC46F26E6}"/>
              </a:ext>
            </a:extLst>
          </p:cNvPr>
          <p:cNvSpPr>
            <a:spLocks noGrp="1" noChangeArrowheads="1"/>
          </p:cNvSpPr>
          <p:nvPr>
            <p:ph type="title" idx="4294967295"/>
          </p:nvPr>
        </p:nvSpPr>
        <p:spPr/>
        <p:txBody>
          <a:bodyPr/>
          <a:lstStyle/>
          <a:p>
            <a:pPr eaLnBrk="1" hangingPunct="1"/>
            <a:r>
              <a:rPr lang="en-US" altLang="en-US"/>
              <a:t>Outline</a:t>
            </a:r>
          </a:p>
        </p:txBody>
      </p:sp>
      <p:sp>
        <p:nvSpPr>
          <p:cNvPr id="11269" name="Rectangle 4">
            <a:extLst>
              <a:ext uri="{FF2B5EF4-FFF2-40B4-BE49-F238E27FC236}">
                <a16:creationId xmlns:a16="http://schemas.microsoft.com/office/drawing/2014/main" id="{BF12BE77-73EA-36C1-290F-F4ED09625110}"/>
              </a:ext>
            </a:extLst>
          </p:cNvPr>
          <p:cNvSpPr>
            <a:spLocks noChangeArrowheads="1"/>
          </p:cNvSpPr>
          <p:nvPr/>
        </p:nvSpPr>
        <p:spPr bwMode="auto">
          <a:xfrm>
            <a:off x="914400" y="1371600"/>
            <a:ext cx="6997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eaLnBrk="1" hangingPunct="1">
              <a:spcBef>
                <a:spcPct val="0"/>
              </a:spcBef>
              <a:buSzTx/>
              <a:buFontTx/>
              <a:buNone/>
            </a:pPr>
            <a:endParaRPr lang="en-US" altLang="en-US" sz="3600" b="1">
              <a:solidFill>
                <a:schemeClr val="tx2"/>
              </a:solidFill>
            </a:endParaRPr>
          </a:p>
        </p:txBody>
      </p:sp>
      <p:sp>
        <p:nvSpPr>
          <p:cNvPr id="11270" name="Rectangle 8">
            <a:extLst>
              <a:ext uri="{FF2B5EF4-FFF2-40B4-BE49-F238E27FC236}">
                <a16:creationId xmlns:a16="http://schemas.microsoft.com/office/drawing/2014/main" id="{2DA14235-BF16-21AB-C3FF-60EE6527D420}"/>
              </a:ext>
            </a:extLst>
          </p:cNvPr>
          <p:cNvSpPr>
            <a:spLocks noChangeArrowheads="1"/>
          </p:cNvSpPr>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85750" indent="-285750">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6200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eaLnBrk="1" hangingPunct="1">
              <a:buFont typeface="Wingdings" panose="05000000000000000000" pitchFamily="2" charset="2"/>
              <a:buNone/>
            </a:pPr>
            <a:endParaRPr lang="en-US" altLang="en-US" sz="1400"/>
          </a:p>
          <a:p>
            <a:pPr eaLnBrk="1" hangingPunct="1"/>
            <a:r>
              <a:rPr lang="en-US" altLang="en-US" b="1"/>
              <a:t>Abstractions</a:t>
            </a:r>
          </a:p>
          <a:p>
            <a:pPr lvl="1" eaLnBrk="1" hangingPunct="1"/>
            <a:r>
              <a:rPr lang="en-US" altLang="en-US"/>
              <a:t>What is an abstraction?</a:t>
            </a:r>
          </a:p>
          <a:p>
            <a:pPr lvl="1" eaLnBrk="1" hangingPunct="1"/>
            <a:r>
              <a:rPr lang="en-US" altLang="en-US"/>
              <a:t>Abstractions in Software</a:t>
            </a:r>
          </a:p>
          <a:p>
            <a:pPr eaLnBrk="1" hangingPunct="1"/>
            <a:r>
              <a:rPr lang="en-US" altLang="en-US"/>
              <a:t>Abstractions beyond code</a:t>
            </a:r>
          </a:p>
          <a:p>
            <a:pPr lvl="1" eaLnBrk="1" hangingPunct="1"/>
            <a:r>
              <a:rPr lang="en-US" altLang="en-US"/>
              <a:t>Domain Models</a:t>
            </a:r>
          </a:p>
          <a:p>
            <a:pPr lvl="1" eaLnBrk="1" hangingPunct="1"/>
            <a:r>
              <a:rPr lang="en-US" altLang="en-US"/>
              <a:t>Patterns and Architectures</a:t>
            </a:r>
            <a:endParaRPr lang="en-US" altLang="en-US" sz="2800"/>
          </a:p>
          <a:p>
            <a:pPr eaLnBrk="1" hangingPunct="1"/>
            <a:r>
              <a:rPr lang="en-US" altLang="en-US"/>
              <a:t>Questions for Consideration</a:t>
            </a:r>
          </a:p>
        </p:txBody>
      </p:sp>
      <p:sp>
        <p:nvSpPr>
          <p:cNvPr id="11271" name="Slide Number Placeholder 1">
            <a:extLst>
              <a:ext uri="{FF2B5EF4-FFF2-40B4-BE49-F238E27FC236}">
                <a16:creationId xmlns:a16="http://schemas.microsoft.com/office/drawing/2014/main" id="{A6C06DF2-CF20-140D-FA22-019952463D1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DC1DA30-77F3-4F93-B8DC-12FF0DC559A2}" type="slidenum">
              <a:rPr lang="en-AU" altLang="en-US" sz="1400" smtClean="0">
                <a:latin typeface="Times New Roman" panose="02020603050405020304" pitchFamily="18" charset="0"/>
              </a:rPr>
              <a:pPr>
                <a:spcBef>
                  <a:spcPct val="0"/>
                </a:spcBef>
                <a:buSzTx/>
                <a:buFontTx/>
                <a:buNone/>
              </a:pPr>
              <a:t>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48360EA-317C-2C7C-6A01-56F445A7AF7B}"/>
              </a:ext>
            </a:extLst>
          </p:cNvPr>
          <p:cNvSpPr>
            <a:spLocks noGrp="1" noChangeArrowheads="1"/>
          </p:cNvSpPr>
          <p:nvPr>
            <p:ph type="title"/>
          </p:nvPr>
        </p:nvSpPr>
        <p:spPr/>
        <p:txBody>
          <a:bodyPr/>
          <a:lstStyle/>
          <a:p>
            <a:r>
              <a:rPr lang="en-AU" altLang="en-US"/>
              <a:t>Principal References</a:t>
            </a:r>
            <a:endParaRPr lang="en-US" altLang="en-US"/>
          </a:p>
        </p:txBody>
      </p:sp>
      <p:sp>
        <p:nvSpPr>
          <p:cNvPr id="13315" name="Rectangle 3">
            <a:extLst>
              <a:ext uri="{FF2B5EF4-FFF2-40B4-BE49-F238E27FC236}">
                <a16:creationId xmlns:a16="http://schemas.microsoft.com/office/drawing/2014/main" id="{B77198AA-D816-FC55-15F7-859706F66D4A}"/>
              </a:ext>
            </a:extLst>
          </p:cNvPr>
          <p:cNvSpPr>
            <a:spLocks noGrp="1" noChangeArrowheads="1"/>
          </p:cNvSpPr>
          <p:nvPr>
            <p:ph type="body" idx="1"/>
          </p:nvPr>
        </p:nvSpPr>
        <p:spPr/>
        <p:txBody>
          <a:bodyPr/>
          <a:lstStyle/>
          <a:p>
            <a:pPr>
              <a:buFont typeface="Wingdings" panose="05000000000000000000" pitchFamily="2" charset="2"/>
              <a:buNone/>
            </a:pPr>
            <a:endParaRPr lang="en-AU" altLang="en-US" sz="1000"/>
          </a:p>
          <a:p>
            <a:r>
              <a:rPr lang="en-GB" altLang="en-US" sz="2400"/>
              <a:t>Len Bass, Paul Clements, and Rick Kazman, </a:t>
            </a:r>
            <a:r>
              <a:rPr lang="en-GB" altLang="en-US" sz="2400" i="1">
                <a:solidFill>
                  <a:srgbClr val="7E0401"/>
                </a:solidFill>
              </a:rPr>
              <a:t>Software Architecture in Practice</a:t>
            </a:r>
            <a:r>
              <a:rPr lang="en-GB" altLang="en-US" sz="2400" i="1"/>
              <a:t> (4</a:t>
            </a:r>
            <a:r>
              <a:rPr lang="en-GB" altLang="en-US" sz="2400" i="1" baseline="30000"/>
              <a:t>rd</a:t>
            </a:r>
            <a:r>
              <a:rPr lang="en-GB" altLang="en-US" sz="2400" i="1"/>
              <a:t> or 3</a:t>
            </a:r>
            <a:r>
              <a:rPr lang="en-GB" altLang="en-US" sz="2400" i="1" baseline="30000"/>
              <a:t>rd</a:t>
            </a:r>
            <a:r>
              <a:rPr lang="en-GB" altLang="en-US" sz="2400" i="1"/>
              <a:t> Edition)</a:t>
            </a:r>
            <a:r>
              <a:rPr lang="en-GB" altLang="en-US" sz="2400"/>
              <a:t>, Addison-Wesley, 2021, Chapter 1</a:t>
            </a:r>
          </a:p>
          <a:p>
            <a:r>
              <a:rPr lang="en-GB" altLang="en-US" sz="2400"/>
              <a:t>Guy Steele, </a:t>
            </a:r>
            <a:r>
              <a:rPr lang="en-GB" altLang="en-US" sz="2400" i="1">
                <a:solidFill>
                  <a:srgbClr val="7F0101"/>
                </a:solidFill>
              </a:rPr>
              <a:t>Growing a Language</a:t>
            </a:r>
            <a:r>
              <a:rPr lang="en-GB" altLang="en-US" sz="2400"/>
              <a:t>, </a:t>
            </a:r>
            <a:r>
              <a:rPr lang="en-US" altLang="en-US" sz="2400"/>
              <a:t>Higher-Order and Symbolic Computation, Number 12, 1999</a:t>
            </a:r>
            <a:br>
              <a:rPr lang="en-US" altLang="en-US" sz="2400"/>
            </a:br>
            <a:r>
              <a:rPr lang="en-US" altLang="en-US" sz="2400"/>
              <a:t>(available from Canvas)</a:t>
            </a:r>
          </a:p>
        </p:txBody>
      </p:sp>
      <p:sp>
        <p:nvSpPr>
          <p:cNvPr id="13316" name="Slide Number Placeholder 1">
            <a:extLst>
              <a:ext uri="{FF2B5EF4-FFF2-40B4-BE49-F238E27FC236}">
                <a16:creationId xmlns:a16="http://schemas.microsoft.com/office/drawing/2014/main" id="{32DDA723-69EA-B7E8-A0F5-2E6F4A15F72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5F1C66CD-72A3-469D-B431-96D64D2883C6}" type="slidenum">
              <a:rPr lang="en-AU" altLang="en-US" sz="1400" smtClean="0">
                <a:latin typeface="Times New Roman" panose="02020603050405020304" pitchFamily="18" charset="0"/>
              </a:rPr>
              <a:pPr>
                <a:spcBef>
                  <a:spcPct val="0"/>
                </a:spcBef>
                <a:buSzTx/>
                <a:buFontTx/>
                <a:buNone/>
              </a:pPr>
              <a:t>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06E2CF1-0E36-ED8D-69A8-4C63286058DF}"/>
              </a:ext>
            </a:extLst>
          </p:cNvPr>
          <p:cNvSpPr>
            <a:spLocks noGrp="1" noChangeArrowheads="1"/>
          </p:cNvSpPr>
          <p:nvPr>
            <p:ph type="title"/>
          </p:nvPr>
        </p:nvSpPr>
        <p:spPr/>
        <p:txBody>
          <a:bodyPr/>
          <a:lstStyle/>
          <a:p>
            <a:r>
              <a:rPr lang="en-AU" altLang="en-US"/>
              <a:t>Complexity in Software Systems</a:t>
            </a:r>
            <a:endParaRPr lang="en-US" altLang="en-US"/>
          </a:p>
        </p:txBody>
      </p:sp>
      <p:sp>
        <p:nvSpPr>
          <p:cNvPr id="16387" name="Rectangle 3">
            <a:extLst>
              <a:ext uri="{FF2B5EF4-FFF2-40B4-BE49-F238E27FC236}">
                <a16:creationId xmlns:a16="http://schemas.microsoft.com/office/drawing/2014/main" id="{F2FF82FC-808F-6B81-59A5-8D963B2DEE7A}"/>
              </a:ext>
            </a:extLst>
          </p:cNvPr>
          <p:cNvSpPr>
            <a:spLocks noGrp="1" noChangeArrowheads="1"/>
          </p:cNvSpPr>
          <p:nvPr>
            <p:ph type="body" idx="1"/>
          </p:nvPr>
        </p:nvSpPr>
        <p:spPr/>
        <p:txBody>
          <a:bodyPr/>
          <a:lstStyle/>
          <a:p>
            <a:pPr marL="182563" indent="-182563">
              <a:buFont typeface="Wingdings" panose="05000000000000000000" pitchFamily="2" charset="2"/>
              <a:buNone/>
              <a:defRPr/>
            </a:pPr>
            <a:endParaRPr lang="en-AU" altLang="en-US" dirty="0"/>
          </a:p>
          <a:p>
            <a:pPr marL="182563" indent="-182563">
              <a:buFont typeface="Wingdings" panose="05000000000000000000" pitchFamily="2" charset="2"/>
              <a:buNone/>
              <a:defRPr/>
            </a:pPr>
            <a:r>
              <a:rPr lang="en-AU" altLang="en-US" i="1" dirty="0"/>
              <a:t>	</a:t>
            </a:r>
            <a:r>
              <a:rPr lang="ja-JP" altLang="en-AU" i="1" dirty="0"/>
              <a:t>“</a:t>
            </a:r>
            <a:r>
              <a:rPr lang="en-AU" altLang="ja-JP" i="1" dirty="0"/>
              <a:t>It is not possible to remove the inherent complexity of large-scale software systems, but it is possible to use adequate development techniques to master complexity!</a:t>
            </a:r>
            <a:r>
              <a:rPr lang="ja-JP" altLang="en-AU" i="1" dirty="0"/>
              <a:t>”</a:t>
            </a:r>
            <a:endParaRPr lang="en-AU" altLang="ja-JP" i="1" dirty="0"/>
          </a:p>
          <a:p>
            <a:pPr marL="182563" indent="-182563" algn="r">
              <a:buFont typeface="Wingdings" panose="05000000000000000000" pitchFamily="2" charset="2"/>
              <a:buNone/>
              <a:defRPr/>
            </a:pPr>
            <a:r>
              <a:rPr lang="en-GB" altLang="en-US" sz="2400" dirty="0"/>
              <a:t>— </a:t>
            </a:r>
            <a:r>
              <a:rPr lang="en-AU" altLang="en-US" sz="2400" dirty="0"/>
              <a:t>Anonymous</a:t>
            </a:r>
          </a:p>
          <a:p>
            <a:pPr marL="182563" indent="-182563" algn="r">
              <a:buFont typeface="Wingdings" panose="05000000000000000000" pitchFamily="2" charset="2"/>
              <a:buNone/>
              <a:defRPr/>
            </a:pPr>
            <a:endParaRPr lang="en-AU" altLang="en-US" sz="2400" dirty="0"/>
          </a:p>
          <a:p>
            <a:pPr>
              <a:defRPr/>
            </a:pPr>
            <a:r>
              <a:rPr lang="en-AU" altLang="en-US" sz="2400" dirty="0"/>
              <a:t>Moving towards </a:t>
            </a:r>
            <a:r>
              <a:rPr lang="en-AU" altLang="en-US" sz="2400" u="sng" dirty="0"/>
              <a:t>solution</a:t>
            </a:r>
            <a:r>
              <a:rPr lang="en-AU" altLang="en-US" sz="2400" dirty="0"/>
              <a:t> of the </a:t>
            </a:r>
            <a:r>
              <a:rPr lang="en-AU" altLang="en-US" sz="2400" u="sng" dirty="0"/>
              <a:t>problem</a:t>
            </a:r>
            <a:r>
              <a:rPr lang="en-AU" altLang="en-US" sz="2400" dirty="0"/>
              <a:t> … </a:t>
            </a:r>
            <a:r>
              <a:rPr lang="en-AU" altLang="en-US" sz="2400" u="sng" dirty="0"/>
              <a:t>Analysis &amp; Design</a:t>
            </a:r>
            <a:endParaRPr lang="en-US" altLang="en-US" sz="2400" u="sng" dirty="0"/>
          </a:p>
        </p:txBody>
      </p:sp>
      <p:sp>
        <p:nvSpPr>
          <p:cNvPr id="15364" name="Slide Number Placeholder 1">
            <a:extLst>
              <a:ext uri="{FF2B5EF4-FFF2-40B4-BE49-F238E27FC236}">
                <a16:creationId xmlns:a16="http://schemas.microsoft.com/office/drawing/2014/main" id="{DA817467-604C-77C6-EC8F-21995F36A2E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D1EA97F-E828-49D9-9BD2-DD55A58E25AA}" type="slidenum">
              <a:rPr lang="en-AU" altLang="en-US" sz="1400" smtClean="0">
                <a:latin typeface="Times New Roman" panose="02020603050405020304" pitchFamily="18" charset="0"/>
              </a:rPr>
              <a:pPr>
                <a:spcBef>
                  <a:spcPct val="0"/>
                </a:spcBef>
                <a:buSzTx/>
                <a:buFontTx/>
                <a:buNone/>
              </a:pPr>
              <a:t>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1">
            <a:extLst>
              <a:ext uri="{FF2B5EF4-FFF2-40B4-BE49-F238E27FC236}">
                <a16:creationId xmlns:a16="http://schemas.microsoft.com/office/drawing/2014/main" id="{D822235A-FAC8-ECE0-FF45-24BA389B789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AD43ABB-7D07-448C-AD7D-92F85F87B416}" type="slidenum">
              <a:rPr lang="en-AU" altLang="en-US" sz="1400" smtClean="0">
                <a:latin typeface="Times New Roman" panose="02020603050405020304" pitchFamily="18" charset="0"/>
              </a:rPr>
              <a:pPr/>
              <a:t>7</a:t>
            </a:fld>
            <a:endParaRPr lang="en-AU" altLang="en-US" sz="1400">
              <a:latin typeface="Times New Roman" panose="02020603050405020304" pitchFamily="18" charset="0"/>
            </a:endParaRPr>
          </a:p>
          <a:p>
            <a:endParaRPr lang="en-AU" altLang="en-US" sz="1400">
              <a:latin typeface="Times New Roman" panose="02020603050405020304" pitchFamily="18" charset="0"/>
            </a:endParaRPr>
          </a:p>
        </p:txBody>
      </p:sp>
      <p:pic>
        <p:nvPicPr>
          <p:cNvPr id="17411" name="Picture 2" descr="As a software engineer, what is the most complex ...">
            <a:extLst>
              <a:ext uri="{FF2B5EF4-FFF2-40B4-BE49-F238E27FC236}">
                <a16:creationId xmlns:a16="http://schemas.microsoft.com/office/drawing/2014/main" id="{0ADBF963-6F5A-35CA-D7C4-E8B50551E0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41325"/>
            <a:ext cx="8994775" cy="597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7104AC6-3290-788B-F28F-5D93CA086853}"/>
              </a:ext>
            </a:extLst>
          </p:cNvPr>
          <p:cNvSpPr>
            <a:spLocks noGrp="1" noChangeArrowheads="1"/>
          </p:cNvSpPr>
          <p:nvPr>
            <p:ph type="title"/>
          </p:nvPr>
        </p:nvSpPr>
        <p:spPr/>
        <p:txBody>
          <a:bodyPr/>
          <a:lstStyle/>
          <a:p>
            <a:r>
              <a:rPr lang="en-AU" altLang="en-US"/>
              <a:t>Design vs. Design</a:t>
            </a:r>
          </a:p>
        </p:txBody>
      </p:sp>
      <p:sp>
        <p:nvSpPr>
          <p:cNvPr id="18435" name="Rectangle 3">
            <a:extLst>
              <a:ext uri="{FF2B5EF4-FFF2-40B4-BE49-F238E27FC236}">
                <a16:creationId xmlns:a16="http://schemas.microsoft.com/office/drawing/2014/main" id="{99CC7903-9063-F724-AE98-79A5ACB357E9}"/>
              </a:ext>
            </a:extLst>
          </p:cNvPr>
          <p:cNvSpPr>
            <a:spLocks noGrp="1" noChangeArrowheads="1"/>
          </p:cNvSpPr>
          <p:nvPr>
            <p:ph type="body" idx="1"/>
          </p:nvPr>
        </p:nvSpPr>
        <p:spPr/>
        <p:txBody>
          <a:bodyPr/>
          <a:lstStyle/>
          <a:p>
            <a:pPr>
              <a:buFont typeface="Wingdings" panose="05000000000000000000" pitchFamily="2" charset="2"/>
              <a:buNone/>
            </a:pPr>
            <a:endParaRPr lang="en-GB" altLang="en-US" sz="1000" i="1"/>
          </a:p>
          <a:p>
            <a:pPr>
              <a:buFont typeface="Wingdings" panose="05000000000000000000" pitchFamily="2" charset="2"/>
              <a:buNone/>
            </a:pPr>
            <a:r>
              <a:rPr lang="en-GB" altLang="en-US" i="1"/>
              <a:t>	“Design is the </a:t>
            </a:r>
            <a:r>
              <a:rPr lang="en-GB" altLang="en-US" i="1" u="sng"/>
              <a:t>creative process</a:t>
            </a:r>
            <a:r>
              <a:rPr lang="en-GB" altLang="en-US" i="1"/>
              <a:t> of transforming the problem into a solution. The description of the solution is also called the design.”</a:t>
            </a:r>
          </a:p>
          <a:p>
            <a:pPr algn="r">
              <a:buFont typeface="Wingdings" panose="05000000000000000000" pitchFamily="2" charset="2"/>
              <a:buNone/>
            </a:pPr>
            <a:r>
              <a:rPr lang="en-GB" altLang="en-US" sz="2400"/>
              <a:t>— Shari Lawrence Pfleeger, 1998</a:t>
            </a:r>
          </a:p>
          <a:p>
            <a:pPr>
              <a:buFont typeface="Wingdings" panose="05000000000000000000" pitchFamily="2" charset="2"/>
              <a:buNone/>
            </a:pPr>
            <a:endParaRPr lang="en-GB" altLang="en-US" sz="2400"/>
          </a:p>
          <a:p>
            <a:pPr>
              <a:buFont typeface="Wingdings" panose="05000000000000000000" pitchFamily="2" charset="2"/>
              <a:buNone/>
            </a:pPr>
            <a:r>
              <a:rPr lang="en-GB" altLang="en-US" i="1"/>
              <a:t>	“The </a:t>
            </a:r>
            <a:r>
              <a:rPr lang="en-GB" altLang="en-US" i="1" u="sng"/>
              <a:t>design of a system</a:t>
            </a:r>
            <a:r>
              <a:rPr lang="en-GB" altLang="en-US" i="1"/>
              <a:t> determines a set of components and inter-component interfaces that satisfy a specified set of requirements.”</a:t>
            </a:r>
            <a:endParaRPr lang="en-GB" altLang="ja-JP"/>
          </a:p>
          <a:p>
            <a:pPr algn="r">
              <a:buFont typeface="Wingdings" panose="05000000000000000000" pitchFamily="2" charset="2"/>
              <a:buNone/>
            </a:pPr>
            <a:r>
              <a:rPr lang="en-GB" altLang="en-US" sz="2400"/>
              <a:t>— DeMarco, 1982</a:t>
            </a:r>
            <a:endParaRPr lang="en-AU" altLang="en-US"/>
          </a:p>
        </p:txBody>
      </p:sp>
      <p:sp>
        <p:nvSpPr>
          <p:cNvPr id="472068" name="Text Box 4">
            <a:extLst>
              <a:ext uri="{FF2B5EF4-FFF2-40B4-BE49-F238E27FC236}">
                <a16:creationId xmlns:a16="http://schemas.microsoft.com/office/drawing/2014/main" id="{7DB5447E-62FA-26F4-6A34-4A23A1C963C3}"/>
              </a:ext>
            </a:extLst>
          </p:cNvPr>
          <p:cNvSpPr txBox="1">
            <a:spLocks noChangeArrowheads="1"/>
          </p:cNvSpPr>
          <p:nvPr/>
        </p:nvSpPr>
        <p:spPr bwMode="auto">
          <a:xfrm>
            <a:off x="2124075" y="2924175"/>
            <a:ext cx="27209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AU" altLang="en-US" b="1" i="1">
                <a:solidFill>
                  <a:schemeClr val="accent2"/>
                </a:solidFill>
              </a:rPr>
              <a:t>Activity &amp; Artefact</a:t>
            </a:r>
          </a:p>
        </p:txBody>
      </p:sp>
      <p:sp>
        <p:nvSpPr>
          <p:cNvPr id="472069" name="Text Box 5">
            <a:extLst>
              <a:ext uri="{FF2B5EF4-FFF2-40B4-BE49-F238E27FC236}">
                <a16:creationId xmlns:a16="http://schemas.microsoft.com/office/drawing/2014/main" id="{A227B2E2-E68B-8056-BFBE-B661F7A3DB2A}"/>
              </a:ext>
            </a:extLst>
          </p:cNvPr>
          <p:cNvSpPr txBox="1">
            <a:spLocks noChangeArrowheads="1"/>
          </p:cNvSpPr>
          <p:nvPr/>
        </p:nvSpPr>
        <p:spPr bwMode="auto">
          <a:xfrm>
            <a:off x="2627313" y="5516563"/>
            <a:ext cx="1285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AU" altLang="en-US" b="1" i="1">
                <a:solidFill>
                  <a:schemeClr val="accent2"/>
                </a:solidFill>
              </a:rPr>
              <a:t>Artefact</a:t>
            </a:r>
          </a:p>
        </p:txBody>
      </p:sp>
      <p:sp>
        <p:nvSpPr>
          <p:cNvPr id="18438" name="Slide Number Placeholder 1">
            <a:extLst>
              <a:ext uri="{FF2B5EF4-FFF2-40B4-BE49-F238E27FC236}">
                <a16:creationId xmlns:a16="http://schemas.microsoft.com/office/drawing/2014/main" id="{56BF3470-532C-BE04-660C-4A0A4EB2C7A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392A885-3B5D-41B3-A071-9C8B354B4EDA}" type="slidenum">
              <a:rPr lang="en-AU" altLang="en-US" sz="1400" smtClean="0">
                <a:latin typeface="Times New Roman" panose="02020603050405020304" pitchFamily="18" charset="0"/>
              </a:rPr>
              <a:pPr>
                <a:spcBef>
                  <a:spcPct val="0"/>
                </a:spcBef>
                <a:buSzTx/>
                <a:buFontTx/>
                <a:buNone/>
              </a:pPr>
              <a:t>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2068"/>
                                        </p:tgtEl>
                                        <p:attrNameLst>
                                          <p:attrName>style.visibility</p:attrName>
                                        </p:attrNameLst>
                                      </p:cBhvr>
                                      <p:to>
                                        <p:strVal val="visible"/>
                                      </p:to>
                                    </p:set>
                                    <p:anim calcmode="lin" valueType="num">
                                      <p:cBhvr additive="base">
                                        <p:cTn id="7" dur="500" fill="hold"/>
                                        <p:tgtEl>
                                          <p:spTgt spid="472068"/>
                                        </p:tgtEl>
                                        <p:attrNameLst>
                                          <p:attrName>ppt_x</p:attrName>
                                        </p:attrNameLst>
                                      </p:cBhvr>
                                      <p:tavLst>
                                        <p:tav tm="0">
                                          <p:val>
                                            <p:strVal val="#ppt_x"/>
                                          </p:val>
                                        </p:tav>
                                        <p:tav tm="100000">
                                          <p:val>
                                            <p:strVal val="#ppt_x"/>
                                          </p:val>
                                        </p:tav>
                                      </p:tavLst>
                                    </p:anim>
                                    <p:anim calcmode="lin" valueType="num">
                                      <p:cBhvr additive="base">
                                        <p:cTn id="8" dur="500" fill="hold"/>
                                        <p:tgtEl>
                                          <p:spTgt spid="47206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72069"/>
                                        </p:tgtEl>
                                        <p:attrNameLst>
                                          <p:attrName>style.visibility</p:attrName>
                                        </p:attrNameLst>
                                      </p:cBhvr>
                                      <p:to>
                                        <p:strVal val="visible"/>
                                      </p:to>
                                    </p:set>
                                    <p:anim calcmode="lin" valueType="num">
                                      <p:cBhvr additive="base">
                                        <p:cTn id="11" dur="500" fill="hold"/>
                                        <p:tgtEl>
                                          <p:spTgt spid="472069"/>
                                        </p:tgtEl>
                                        <p:attrNameLst>
                                          <p:attrName>ppt_x</p:attrName>
                                        </p:attrNameLst>
                                      </p:cBhvr>
                                      <p:tavLst>
                                        <p:tav tm="0">
                                          <p:val>
                                            <p:strVal val="#ppt_x"/>
                                          </p:val>
                                        </p:tav>
                                        <p:tav tm="100000">
                                          <p:val>
                                            <p:strVal val="#ppt_x"/>
                                          </p:val>
                                        </p:tav>
                                      </p:tavLst>
                                    </p:anim>
                                    <p:anim calcmode="lin" valueType="num">
                                      <p:cBhvr additive="base">
                                        <p:cTn id="12" dur="500" fill="hold"/>
                                        <p:tgtEl>
                                          <p:spTgt spid="4720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8" grpId="0"/>
      <p:bldP spid="47206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94875F1-1CFD-6034-8A95-990F4F7EC930}"/>
              </a:ext>
            </a:extLst>
          </p:cNvPr>
          <p:cNvSpPr>
            <a:spLocks noGrp="1" noChangeArrowheads="1"/>
          </p:cNvSpPr>
          <p:nvPr>
            <p:ph type="title"/>
          </p:nvPr>
        </p:nvSpPr>
        <p:spPr/>
        <p:txBody>
          <a:bodyPr/>
          <a:lstStyle/>
          <a:p>
            <a:r>
              <a:rPr lang="en-US" altLang="en-US"/>
              <a:t>Design (cont.)</a:t>
            </a:r>
          </a:p>
        </p:txBody>
      </p:sp>
      <p:sp>
        <p:nvSpPr>
          <p:cNvPr id="20483" name="Rectangle 3">
            <a:extLst>
              <a:ext uri="{FF2B5EF4-FFF2-40B4-BE49-F238E27FC236}">
                <a16:creationId xmlns:a16="http://schemas.microsoft.com/office/drawing/2014/main" id="{85B6CA86-1F52-83DD-0176-DBE5ED1504EF}"/>
              </a:ext>
            </a:extLst>
          </p:cNvPr>
          <p:cNvSpPr>
            <a:spLocks noGrp="1" noChangeArrowheads="1"/>
          </p:cNvSpPr>
          <p:nvPr>
            <p:ph type="body" idx="1"/>
          </p:nvPr>
        </p:nvSpPr>
        <p:spPr/>
        <p:txBody>
          <a:bodyPr/>
          <a:lstStyle/>
          <a:p>
            <a:pPr marL="182563" indent="-182563">
              <a:buFont typeface="Wingdings" panose="05000000000000000000" pitchFamily="2" charset="2"/>
              <a:buNone/>
            </a:pPr>
            <a:endParaRPr lang="en-AU" altLang="en-US"/>
          </a:p>
          <a:p>
            <a:pPr marL="182563" indent="-182563">
              <a:buFont typeface="Wingdings" panose="05000000000000000000" pitchFamily="2" charset="2"/>
              <a:buNone/>
            </a:pPr>
            <a:r>
              <a:rPr lang="en-GB" altLang="en-US" i="1"/>
              <a:t>	‘‘A design is a plan how to build a thing. To design is to build a thing in one’s mind but not yet in the real world — or, better yet, to plan how the real thing can be built.’’</a:t>
            </a:r>
          </a:p>
          <a:p>
            <a:pPr marL="182563" indent="-182563">
              <a:buFont typeface="Wingdings" panose="05000000000000000000" pitchFamily="2" charset="2"/>
              <a:buNone/>
            </a:pPr>
            <a:endParaRPr lang="en-GB" altLang="en-US" sz="1600"/>
          </a:p>
          <a:p>
            <a:pPr marL="182563" indent="-182563" algn="r">
              <a:buFont typeface="Wingdings" panose="05000000000000000000" pitchFamily="2" charset="2"/>
              <a:buNone/>
            </a:pPr>
            <a:r>
              <a:rPr lang="en-GB" altLang="en-US" sz="2400"/>
              <a:t>— Guy Steele, OOPSLA 1998</a:t>
            </a:r>
          </a:p>
          <a:p>
            <a:pPr marL="182563" indent="-182563">
              <a:buFont typeface="Wingdings" panose="05000000000000000000" pitchFamily="2" charset="2"/>
              <a:buNone/>
            </a:pPr>
            <a:endParaRPr lang="en-US" altLang="en-US" sz="2400"/>
          </a:p>
        </p:txBody>
      </p:sp>
      <p:sp>
        <p:nvSpPr>
          <p:cNvPr id="20484" name="Slide Number Placeholder 1">
            <a:extLst>
              <a:ext uri="{FF2B5EF4-FFF2-40B4-BE49-F238E27FC236}">
                <a16:creationId xmlns:a16="http://schemas.microsoft.com/office/drawing/2014/main" id="{E14A62E7-BD9F-1A31-98CE-BCFC21E189F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0331466-B36D-4016-A9D3-51FE43ECBF9F}" type="slidenum">
              <a:rPr lang="en-AU" altLang="en-US" sz="1400" smtClean="0">
                <a:latin typeface="Times New Roman" panose="02020603050405020304" pitchFamily="18" charset="0"/>
              </a:rPr>
              <a:pPr>
                <a:spcBef>
                  <a:spcPct val="0"/>
                </a:spcBef>
                <a:buSzTx/>
                <a:buFontTx/>
                <a:buNone/>
              </a:pPr>
              <a:t>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7B8CCBD5-A391-2267-C934-461EFE5C9DE3}"/>
              </a:ext>
            </a:extLst>
          </p:cNvPr>
          <p:cNvSpPr>
            <a:spLocks noGrp="1" noChangeArrowheads="1"/>
          </p:cNvSpPr>
          <p:nvPr>
            <p:ph type="title"/>
          </p:nvPr>
        </p:nvSpPr>
        <p:spPr/>
        <p:txBody>
          <a:bodyPr/>
          <a:lstStyle/>
          <a:p>
            <a:r>
              <a:rPr lang="en-AU" altLang="en-US"/>
              <a:t>Software Design Methods</a:t>
            </a:r>
            <a:endParaRPr lang="en-US" altLang="en-US"/>
          </a:p>
        </p:txBody>
      </p:sp>
      <p:sp>
        <p:nvSpPr>
          <p:cNvPr id="22531" name="Rectangle 3">
            <a:extLst>
              <a:ext uri="{FF2B5EF4-FFF2-40B4-BE49-F238E27FC236}">
                <a16:creationId xmlns:a16="http://schemas.microsoft.com/office/drawing/2014/main" id="{5AFF2957-8121-A82F-0379-11588AA05DBA}"/>
              </a:ext>
            </a:extLst>
          </p:cNvPr>
          <p:cNvSpPr>
            <a:spLocks noGrp="1" noChangeArrowheads="1"/>
          </p:cNvSpPr>
          <p:nvPr>
            <p:ph type="body" idx="1"/>
          </p:nvPr>
        </p:nvSpPr>
        <p:spPr/>
        <p:txBody>
          <a:bodyPr/>
          <a:lstStyle/>
          <a:p>
            <a:pPr>
              <a:lnSpc>
                <a:spcPct val="90000"/>
              </a:lnSpc>
              <a:buFont typeface="Wingdings" panose="05000000000000000000" pitchFamily="2" charset="2"/>
              <a:buNone/>
              <a:defRPr/>
            </a:pPr>
            <a:r>
              <a:rPr lang="en-GB" altLang="en-US" sz="1800" dirty="0"/>
              <a:t>Many design methods have been defined:</a:t>
            </a:r>
          </a:p>
          <a:p>
            <a:pPr>
              <a:lnSpc>
                <a:spcPct val="90000"/>
              </a:lnSpc>
              <a:defRPr/>
            </a:pPr>
            <a:r>
              <a:rPr lang="en-GB" altLang="en-US" sz="1800" dirty="0"/>
              <a:t>Modular:</a:t>
            </a:r>
          </a:p>
          <a:p>
            <a:pPr lvl="1">
              <a:lnSpc>
                <a:spcPct val="90000"/>
              </a:lnSpc>
              <a:defRPr/>
            </a:pPr>
            <a:r>
              <a:rPr lang="en-GB" altLang="en-US" sz="1800" dirty="0"/>
              <a:t>focus on functions and procedures</a:t>
            </a:r>
          </a:p>
          <a:p>
            <a:pPr>
              <a:lnSpc>
                <a:spcPct val="90000"/>
              </a:lnSpc>
              <a:defRPr/>
            </a:pPr>
            <a:r>
              <a:rPr lang="en-GB" altLang="en-US" sz="1800" dirty="0"/>
              <a:t>Data-oriented:</a:t>
            </a:r>
          </a:p>
          <a:p>
            <a:pPr lvl="1">
              <a:lnSpc>
                <a:spcPct val="90000"/>
              </a:lnSpc>
              <a:defRPr/>
            </a:pPr>
            <a:r>
              <a:rPr lang="en-GB" altLang="en-US" sz="1800" dirty="0"/>
              <a:t>focus on external data sources</a:t>
            </a:r>
          </a:p>
          <a:p>
            <a:pPr>
              <a:lnSpc>
                <a:spcPct val="90000"/>
              </a:lnSpc>
              <a:defRPr/>
            </a:pPr>
            <a:r>
              <a:rPr lang="en-GB" altLang="en-US" sz="1800" dirty="0"/>
              <a:t>Event-oriented:</a:t>
            </a:r>
          </a:p>
          <a:p>
            <a:pPr lvl="1">
              <a:lnSpc>
                <a:spcPct val="90000"/>
              </a:lnSpc>
              <a:defRPr/>
            </a:pPr>
            <a:r>
              <a:rPr lang="en-GB" altLang="en-US" sz="1800" dirty="0"/>
              <a:t>how events change states</a:t>
            </a:r>
          </a:p>
          <a:p>
            <a:pPr>
              <a:lnSpc>
                <a:spcPct val="90000"/>
              </a:lnSpc>
              <a:defRPr/>
            </a:pPr>
            <a:r>
              <a:rPr lang="en-GB" altLang="en-US" sz="1800" dirty="0"/>
              <a:t>Middle-out:</a:t>
            </a:r>
          </a:p>
          <a:p>
            <a:pPr lvl="1">
              <a:lnSpc>
                <a:spcPct val="90000"/>
              </a:lnSpc>
              <a:defRPr/>
            </a:pPr>
            <a:r>
              <a:rPr lang="en-GB" altLang="en-US" sz="1800" dirty="0"/>
              <a:t>Jackson System Development (JSD)</a:t>
            </a:r>
          </a:p>
          <a:p>
            <a:pPr>
              <a:lnSpc>
                <a:spcPct val="90000"/>
              </a:lnSpc>
              <a:defRPr/>
            </a:pPr>
            <a:r>
              <a:rPr lang="en-GB" altLang="en-US" sz="1800" dirty="0"/>
              <a:t>Object-oriented:</a:t>
            </a:r>
          </a:p>
          <a:p>
            <a:pPr lvl="1">
              <a:lnSpc>
                <a:spcPct val="90000"/>
              </a:lnSpc>
              <a:defRPr/>
            </a:pPr>
            <a:r>
              <a:rPr lang="en-GB" altLang="en-US" sz="1800" dirty="0"/>
              <a:t>identify classes of objects and their inter-relationships</a:t>
            </a:r>
          </a:p>
          <a:p>
            <a:pPr>
              <a:lnSpc>
                <a:spcPct val="90000"/>
              </a:lnSpc>
              <a:defRPr/>
            </a:pPr>
            <a:r>
              <a:rPr lang="en-GB" altLang="en-US" sz="1800" dirty="0"/>
              <a:t>Process-oriented:</a:t>
            </a:r>
          </a:p>
          <a:p>
            <a:pPr lvl="1">
              <a:lnSpc>
                <a:spcPct val="90000"/>
              </a:lnSpc>
              <a:defRPr/>
            </a:pPr>
            <a:r>
              <a:rPr lang="en-GB" altLang="en-US" sz="1800" dirty="0"/>
              <a:t>focus on communication between independent processing entities</a:t>
            </a:r>
          </a:p>
          <a:p>
            <a:pPr marL="0" indent="0">
              <a:lnSpc>
                <a:spcPct val="90000"/>
              </a:lnSpc>
              <a:buFont typeface="Wingdings" panose="05000000000000000000" pitchFamily="2" charset="2"/>
              <a:buNone/>
              <a:defRPr/>
            </a:pPr>
            <a:r>
              <a:rPr lang="en-GB" altLang="en-US" sz="2200" dirty="0"/>
              <a:t>… </a:t>
            </a:r>
            <a:r>
              <a:rPr lang="en-GB" altLang="en-US" sz="2200" i="1" u="sng" dirty="0">
                <a:solidFill>
                  <a:srgbClr val="FF0000"/>
                </a:solidFill>
              </a:rPr>
              <a:t>abstractions</a:t>
            </a:r>
          </a:p>
        </p:txBody>
      </p:sp>
      <p:sp>
        <p:nvSpPr>
          <p:cNvPr id="22532" name="Slide Number Placeholder 1">
            <a:extLst>
              <a:ext uri="{FF2B5EF4-FFF2-40B4-BE49-F238E27FC236}">
                <a16:creationId xmlns:a16="http://schemas.microsoft.com/office/drawing/2014/main" id="{3BDBA028-E0B1-A51E-A2DC-08B01F9E9A1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8A91EB9-333B-48F9-AF4E-FFCA4B45CA9D}" type="slidenum">
              <a:rPr lang="en-AU" altLang="en-US" sz="1400" smtClean="0">
                <a:latin typeface="Times New Roman" panose="02020603050405020304" pitchFamily="18" charset="0"/>
              </a:rPr>
              <a:pPr>
                <a:spcBef>
                  <a:spcPct val="0"/>
                </a:spcBef>
                <a:buSzTx/>
                <a:buFontTx/>
                <a:buNone/>
              </a:pPr>
              <a:t>10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93C7BFC-A3FD-F652-C007-CC34D1F20958}"/>
              </a:ext>
            </a:extLst>
          </p:cNvPr>
          <p:cNvSpPr>
            <a:spLocks noGrp="1" noChangeArrowheads="1"/>
          </p:cNvSpPr>
          <p:nvPr>
            <p:ph type="title"/>
          </p:nvPr>
        </p:nvSpPr>
        <p:spPr/>
        <p:txBody>
          <a:bodyPr/>
          <a:lstStyle/>
          <a:p>
            <a:endParaRPr lang="en-US" altLang="en-US"/>
          </a:p>
        </p:txBody>
      </p:sp>
      <p:sp>
        <p:nvSpPr>
          <p:cNvPr id="24579" name="Rectangle 3">
            <a:extLst>
              <a:ext uri="{FF2B5EF4-FFF2-40B4-BE49-F238E27FC236}">
                <a16:creationId xmlns:a16="http://schemas.microsoft.com/office/drawing/2014/main" id="{BC87E526-BF89-9D86-2908-80F0872F357C}"/>
              </a:ext>
            </a:extLst>
          </p:cNvPr>
          <p:cNvSpPr>
            <a:spLocks noGrp="1" noChangeArrowheads="1"/>
          </p:cNvSpPr>
          <p:nvPr>
            <p:ph type="body" idx="1"/>
          </p:nvPr>
        </p:nvSpPr>
        <p:spPr/>
        <p:txBody>
          <a:bodyPr/>
          <a:lstStyle/>
          <a:p>
            <a:pPr>
              <a:buFont typeface="Wingdings" panose="05000000000000000000" pitchFamily="2" charset="2"/>
              <a:buNone/>
            </a:pPr>
            <a:endParaRPr lang="en-US" altLang="en-US"/>
          </a:p>
          <a:p>
            <a:pPr>
              <a:buFont typeface="Wingdings" panose="05000000000000000000" pitchFamily="2" charset="2"/>
              <a:buNone/>
            </a:pPr>
            <a:r>
              <a:rPr lang="en-US" altLang="en-US"/>
              <a:t>	</a:t>
            </a:r>
            <a:r>
              <a:rPr lang="en-US" altLang="en-US" sz="4400"/>
              <a:t>Common to all software design methods: support for -</a:t>
            </a:r>
            <a:br>
              <a:rPr lang="en-US" altLang="en-US" sz="4400"/>
            </a:br>
            <a:br>
              <a:rPr lang="en-US" altLang="en-US" sz="4400"/>
            </a:br>
            <a:r>
              <a:rPr lang="en-US" altLang="en-US" sz="4400" i="1">
                <a:solidFill>
                  <a:srgbClr val="7F0101"/>
                </a:solidFill>
              </a:rPr>
              <a:t>abstraction</a:t>
            </a:r>
            <a:r>
              <a:rPr lang="en-US" altLang="en-US" sz="4400"/>
              <a:t>,</a:t>
            </a:r>
            <a:r>
              <a:rPr lang="en-US" altLang="en-US" sz="4400" i="1">
                <a:solidFill>
                  <a:srgbClr val="7F0101"/>
                </a:solidFill>
              </a:rPr>
              <a:t> </a:t>
            </a:r>
          </a:p>
          <a:p>
            <a:pPr>
              <a:buFont typeface="Wingdings" panose="05000000000000000000" pitchFamily="2" charset="2"/>
              <a:buNone/>
            </a:pPr>
            <a:r>
              <a:rPr lang="en-US" altLang="en-US" sz="4400" i="1">
                <a:solidFill>
                  <a:srgbClr val="7F0101"/>
                </a:solidFill>
              </a:rPr>
              <a:t>  </a:t>
            </a:r>
            <a:r>
              <a:rPr lang="en-US" altLang="en-US" sz="4400">
                <a:solidFill>
                  <a:srgbClr val="083A7F"/>
                </a:solidFill>
              </a:rPr>
              <a:t>decomposition </a:t>
            </a:r>
            <a:r>
              <a:rPr lang="en-US" altLang="en-US" sz="4400"/>
              <a:t>&amp; </a:t>
            </a:r>
            <a:r>
              <a:rPr lang="en-US" altLang="en-US" sz="4400">
                <a:solidFill>
                  <a:srgbClr val="008000"/>
                </a:solidFill>
              </a:rPr>
              <a:t>composition</a:t>
            </a:r>
            <a:r>
              <a:rPr lang="en-US" altLang="en-US" sz="4400"/>
              <a:t>!</a:t>
            </a:r>
            <a:endParaRPr lang="en-US" altLang="en-US"/>
          </a:p>
        </p:txBody>
      </p:sp>
      <p:sp>
        <p:nvSpPr>
          <p:cNvPr id="24580" name="Slide Number Placeholder 1">
            <a:extLst>
              <a:ext uri="{FF2B5EF4-FFF2-40B4-BE49-F238E27FC236}">
                <a16:creationId xmlns:a16="http://schemas.microsoft.com/office/drawing/2014/main" id="{840BF2AA-1392-AAAB-0591-8C64C541B1B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F035F4D-457D-4349-BA94-AA2460606EC1}" type="slidenum">
              <a:rPr lang="en-AU" altLang="en-US" sz="1400" smtClean="0">
                <a:latin typeface="Times New Roman" panose="02020603050405020304" pitchFamily="18" charset="0"/>
              </a:rPr>
              <a:pPr>
                <a:spcBef>
                  <a:spcPct val="0"/>
                </a:spcBef>
                <a:buSzTx/>
                <a:buFontTx/>
                <a:buNone/>
              </a:pPr>
              <a:t>11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996BB12-38FA-4D8B-6F6A-DFE3035C4F21}"/>
              </a:ext>
            </a:extLst>
          </p:cNvPr>
          <p:cNvSpPr>
            <a:spLocks noGrp="1" noChangeArrowheads="1"/>
          </p:cNvSpPr>
          <p:nvPr>
            <p:ph type="title"/>
          </p:nvPr>
        </p:nvSpPr>
        <p:spPr/>
        <p:txBody>
          <a:bodyPr/>
          <a:lstStyle/>
          <a:p>
            <a:r>
              <a:rPr lang="en-US" altLang="en-US"/>
              <a:t>Abstraction</a:t>
            </a:r>
          </a:p>
        </p:txBody>
      </p:sp>
      <p:sp>
        <p:nvSpPr>
          <p:cNvPr id="26627" name="Rectangle 3">
            <a:extLst>
              <a:ext uri="{FF2B5EF4-FFF2-40B4-BE49-F238E27FC236}">
                <a16:creationId xmlns:a16="http://schemas.microsoft.com/office/drawing/2014/main" id="{5B4746BC-A850-14CD-BB67-51AB84B3C1C3}"/>
              </a:ext>
            </a:extLst>
          </p:cNvPr>
          <p:cNvSpPr>
            <a:spLocks noGrp="1" noChangeArrowheads="1"/>
          </p:cNvSpPr>
          <p:nvPr>
            <p:ph type="body" idx="1"/>
          </p:nvPr>
        </p:nvSpPr>
        <p:spPr/>
        <p:txBody>
          <a:bodyPr/>
          <a:lstStyle/>
          <a:p>
            <a:pPr>
              <a:buFont typeface="Wingdings" panose="05000000000000000000" pitchFamily="2" charset="2"/>
              <a:buNone/>
            </a:pPr>
            <a:endParaRPr lang="en-US" altLang="en-US"/>
          </a:p>
          <a:p>
            <a:r>
              <a:rPr lang="en-US" altLang="en-US" sz="3200"/>
              <a:t>A </a:t>
            </a:r>
            <a:r>
              <a:rPr lang="en-US" altLang="en-US" sz="3200" i="1">
                <a:solidFill>
                  <a:srgbClr val="083A7F"/>
                </a:solidFill>
              </a:rPr>
              <a:t>concept</a:t>
            </a:r>
            <a:r>
              <a:rPr lang="en-US" altLang="en-US" sz="3200"/>
              <a:t> or </a:t>
            </a:r>
            <a:r>
              <a:rPr lang="en-US" altLang="en-US" sz="3200" i="1">
                <a:solidFill>
                  <a:srgbClr val="083A7F"/>
                </a:solidFill>
              </a:rPr>
              <a:t>idea</a:t>
            </a:r>
            <a:r>
              <a:rPr lang="en-US" altLang="en-US" sz="3200"/>
              <a:t> not associated with any </a:t>
            </a:r>
            <a:r>
              <a:rPr lang="en-US" altLang="en-US" sz="3200" u="sng"/>
              <a:t>specific</a:t>
            </a:r>
            <a:r>
              <a:rPr lang="en-US" altLang="en-US" sz="3200"/>
              <a:t> instance,</a:t>
            </a:r>
          </a:p>
          <a:p>
            <a:r>
              <a:rPr lang="en-US" altLang="en-US" sz="3200"/>
              <a:t>Leaving out irrelevant detail, </a:t>
            </a:r>
            <a:r>
              <a:rPr lang="en-US" altLang="en-US" sz="3200" i="1">
                <a:solidFill>
                  <a:srgbClr val="7F0101"/>
                </a:solidFill>
              </a:rPr>
              <a:t>highlighting important elements</a:t>
            </a:r>
            <a:r>
              <a:rPr lang="en-US" altLang="en-US" sz="3200"/>
              <a:t>,</a:t>
            </a:r>
          </a:p>
          <a:p>
            <a:r>
              <a:rPr lang="en-US" altLang="en-US" sz="3200"/>
              <a:t>Mathematically, an abstraction is a </a:t>
            </a:r>
            <a:r>
              <a:rPr lang="en-US" altLang="en-US" sz="3200" i="1">
                <a:solidFill>
                  <a:srgbClr val="083A7F"/>
                </a:solidFill>
              </a:rPr>
              <a:t>mapping</a:t>
            </a:r>
            <a:r>
              <a:rPr lang="en-US" altLang="en-US" sz="3200"/>
              <a:t>.</a:t>
            </a:r>
            <a:endParaRPr lang="en-US" altLang="en-US"/>
          </a:p>
        </p:txBody>
      </p:sp>
      <p:sp>
        <p:nvSpPr>
          <p:cNvPr id="26628" name="Slide Number Placeholder 1">
            <a:extLst>
              <a:ext uri="{FF2B5EF4-FFF2-40B4-BE49-F238E27FC236}">
                <a16:creationId xmlns:a16="http://schemas.microsoft.com/office/drawing/2014/main" id="{63E76DF5-F5D9-3190-BBF5-E404698984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C10141FF-DAA2-4997-BDBB-B1BEB39CE5C7}" type="slidenum">
              <a:rPr lang="en-AU" altLang="en-US" sz="1400" smtClean="0">
                <a:latin typeface="Times New Roman" panose="02020603050405020304" pitchFamily="18" charset="0"/>
              </a:rPr>
              <a:pPr>
                <a:spcBef>
                  <a:spcPct val="0"/>
                </a:spcBef>
                <a:buSzTx/>
                <a:buFontTx/>
                <a:buNone/>
              </a:pPr>
              <a:t>12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0D625E4B-D83A-91AD-403D-CF9E9A9EDAB2}"/>
              </a:ext>
            </a:extLst>
          </p:cNvPr>
          <p:cNvSpPr>
            <a:spLocks noGrp="1" noChangeArrowheads="1"/>
          </p:cNvSpPr>
          <p:nvPr>
            <p:ph type="title"/>
          </p:nvPr>
        </p:nvSpPr>
        <p:spPr/>
        <p:txBody>
          <a:bodyPr/>
          <a:lstStyle/>
          <a:p>
            <a:r>
              <a:rPr lang="en-US" altLang="en-US"/>
              <a:t>Abstraction - Example</a:t>
            </a:r>
          </a:p>
        </p:txBody>
      </p:sp>
      <p:pic>
        <p:nvPicPr>
          <p:cNvPr id="28675" name="Picture 5" descr="b467">
            <a:extLst>
              <a:ext uri="{FF2B5EF4-FFF2-40B4-BE49-F238E27FC236}">
                <a16:creationId xmlns:a16="http://schemas.microsoft.com/office/drawing/2014/main" id="{6EB67034-5201-1521-3088-68D5F90AA5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295400"/>
            <a:ext cx="369411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Slide Number Placeholder 1">
            <a:extLst>
              <a:ext uri="{FF2B5EF4-FFF2-40B4-BE49-F238E27FC236}">
                <a16:creationId xmlns:a16="http://schemas.microsoft.com/office/drawing/2014/main" id="{D54B1B5E-5F20-106D-0CE4-1E5CBA0FD3D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6485B722-A3F7-4852-A758-4EBC92B2D624}" type="slidenum">
              <a:rPr lang="en-AU" altLang="en-US" sz="1400" smtClean="0">
                <a:latin typeface="Times New Roman" panose="02020603050405020304" pitchFamily="18" charset="0"/>
              </a:rPr>
              <a:pPr>
                <a:spcBef>
                  <a:spcPct val="0"/>
                </a:spcBef>
                <a:buSzTx/>
                <a:buFontTx/>
                <a:buNone/>
              </a:pPr>
              <a:t>13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30516AA-33B5-FCFA-68B2-05F534AE2FD0}"/>
              </a:ext>
            </a:extLst>
          </p:cNvPr>
          <p:cNvSpPr>
            <a:spLocks noGrp="1" noChangeArrowheads="1"/>
          </p:cNvSpPr>
          <p:nvPr>
            <p:ph type="title"/>
          </p:nvPr>
        </p:nvSpPr>
        <p:spPr/>
        <p:txBody>
          <a:bodyPr/>
          <a:lstStyle/>
          <a:p>
            <a:r>
              <a:rPr lang="en-US" altLang="en-US"/>
              <a:t>Abstraction - Example (cont.)</a:t>
            </a:r>
          </a:p>
        </p:txBody>
      </p:sp>
      <p:pic>
        <p:nvPicPr>
          <p:cNvPr id="30723" name="Picture 3" descr="3670455">
            <a:extLst>
              <a:ext uri="{FF2B5EF4-FFF2-40B4-BE49-F238E27FC236}">
                <a16:creationId xmlns:a16="http://schemas.microsoft.com/office/drawing/2014/main" id="{ACDF94EC-C49D-9EF8-A66E-5B34658F3D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938" y="1143000"/>
            <a:ext cx="7231062"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Slide Number Placeholder 1">
            <a:extLst>
              <a:ext uri="{FF2B5EF4-FFF2-40B4-BE49-F238E27FC236}">
                <a16:creationId xmlns:a16="http://schemas.microsoft.com/office/drawing/2014/main" id="{C45B45D0-DD7C-2569-839E-FF490657CA8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3A94DDF-83E3-4606-BB50-9706DBAFC9DA}" type="slidenum">
              <a:rPr lang="en-AU" altLang="en-US" sz="1400" smtClean="0">
                <a:latin typeface="Times New Roman" panose="02020603050405020304" pitchFamily="18" charset="0"/>
              </a:rPr>
              <a:pPr>
                <a:spcBef>
                  <a:spcPct val="0"/>
                </a:spcBef>
                <a:buSzTx/>
                <a:buFontTx/>
                <a:buNone/>
              </a:pPr>
              <a:t>14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DCDCFC0-11C6-3215-5CCD-9F90697EC5EB}"/>
              </a:ext>
            </a:extLst>
          </p:cNvPr>
          <p:cNvSpPr>
            <a:spLocks noGrp="1" noChangeArrowheads="1"/>
          </p:cNvSpPr>
          <p:nvPr>
            <p:ph type="title"/>
          </p:nvPr>
        </p:nvSpPr>
        <p:spPr/>
        <p:txBody>
          <a:bodyPr/>
          <a:lstStyle/>
          <a:p>
            <a:r>
              <a:rPr lang="en-US" altLang="en-US"/>
              <a:t>Abstraction - Example (cont.)</a:t>
            </a:r>
          </a:p>
        </p:txBody>
      </p:sp>
      <p:pic>
        <p:nvPicPr>
          <p:cNvPr id="32771" name="Picture 1" descr="AAA.gif">
            <a:extLst>
              <a:ext uri="{FF2B5EF4-FFF2-40B4-BE49-F238E27FC236}">
                <a16:creationId xmlns:a16="http://schemas.microsoft.com/office/drawing/2014/main" id="{EDD7DA3D-5663-7FD4-4547-FBFF509FA65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052513"/>
            <a:ext cx="5903912" cy="568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Slide Number Placeholder 1">
            <a:extLst>
              <a:ext uri="{FF2B5EF4-FFF2-40B4-BE49-F238E27FC236}">
                <a16:creationId xmlns:a16="http://schemas.microsoft.com/office/drawing/2014/main" id="{906D63B4-3148-3E4B-2120-ECEAC2EBE3F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3E9A0CD-9244-45C0-935A-70C8CB262053}" type="slidenum">
              <a:rPr lang="en-AU" altLang="en-US" sz="1400" smtClean="0">
                <a:latin typeface="Times New Roman" panose="02020603050405020304" pitchFamily="18" charset="0"/>
              </a:rPr>
              <a:pPr>
                <a:spcBef>
                  <a:spcPct val="0"/>
                </a:spcBef>
                <a:buSzTx/>
                <a:buFontTx/>
                <a:buNone/>
              </a:pPr>
              <a:t>15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450F4E76-D100-4313-77EB-1684EBEE8C0E}"/>
              </a:ext>
            </a:extLst>
          </p:cNvPr>
          <p:cNvSpPr>
            <a:spLocks noGrp="1" noChangeArrowheads="1"/>
          </p:cNvSpPr>
          <p:nvPr>
            <p:ph type="title"/>
          </p:nvPr>
        </p:nvSpPr>
        <p:spPr/>
        <p:txBody>
          <a:bodyPr/>
          <a:lstStyle/>
          <a:p>
            <a:r>
              <a:rPr lang="en-US" altLang="en-US"/>
              <a:t>Abstraction - Example (cont.)</a:t>
            </a:r>
          </a:p>
        </p:txBody>
      </p:sp>
      <p:pic>
        <p:nvPicPr>
          <p:cNvPr id="34819" name="Picture 4" descr="318__img_200x200">
            <a:extLst>
              <a:ext uri="{FF2B5EF4-FFF2-40B4-BE49-F238E27FC236}">
                <a16:creationId xmlns:a16="http://schemas.microsoft.com/office/drawing/2014/main" id="{E879A006-C1BF-BF25-5CB8-3E3311C07B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600200"/>
            <a:ext cx="4724400"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Slide Number Placeholder 1">
            <a:extLst>
              <a:ext uri="{FF2B5EF4-FFF2-40B4-BE49-F238E27FC236}">
                <a16:creationId xmlns:a16="http://schemas.microsoft.com/office/drawing/2014/main" id="{72403C2E-E253-C47E-6516-38AA3457EAA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50FCE5F-E01F-4529-B73F-67E29E7E83CD}" type="slidenum">
              <a:rPr lang="en-AU" altLang="en-US" sz="1400" smtClean="0">
                <a:latin typeface="Times New Roman" panose="02020603050405020304" pitchFamily="18" charset="0"/>
              </a:rPr>
              <a:pPr>
                <a:spcBef>
                  <a:spcPct val="0"/>
                </a:spcBef>
                <a:buSzTx/>
                <a:buFontTx/>
                <a:buNone/>
              </a:pPr>
              <a:t>16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5E6411A-2EB2-C1DE-8FED-350C0A3A87FB}"/>
              </a:ext>
            </a:extLst>
          </p:cNvPr>
          <p:cNvSpPr>
            <a:spLocks noGrp="1" noChangeArrowheads="1"/>
          </p:cNvSpPr>
          <p:nvPr>
            <p:ph type="title"/>
          </p:nvPr>
        </p:nvSpPr>
        <p:spPr/>
        <p:txBody>
          <a:bodyPr/>
          <a:lstStyle/>
          <a:p>
            <a:r>
              <a:rPr lang="en-US" altLang="en-US"/>
              <a:t>Abstraction - Example (cont.)</a:t>
            </a:r>
          </a:p>
        </p:txBody>
      </p:sp>
      <p:pic>
        <p:nvPicPr>
          <p:cNvPr id="36867" name="Picture 3">
            <a:extLst>
              <a:ext uri="{FF2B5EF4-FFF2-40B4-BE49-F238E27FC236}">
                <a16:creationId xmlns:a16="http://schemas.microsoft.com/office/drawing/2014/main" id="{1E2A9A1F-BBF6-A75D-545D-71E1812E8C48}"/>
              </a:ext>
            </a:extLst>
          </p:cNvPr>
          <p:cNvPicPr>
            <a:picLocks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p:pic>
      <p:sp>
        <p:nvSpPr>
          <p:cNvPr id="36868" name="Text Box 4">
            <a:extLst>
              <a:ext uri="{FF2B5EF4-FFF2-40B4-BE49-F238E27FC236}">
                <a16:creationId xmlns:a16="http://schemas.microsoft.com/office/drawing/2014/main" id="{625E80C1-7FA0-BE70-7F82-048570C50D00}"/>
              </a:ext>
            </a:extLst>
          </p:cNvPr>
          <p:cNvSpPr txBox="1">
            <a:spLocks noChangeArrowheads="1"/>
          </p:cNvSpPr>
          <p:nvPr/>
        </p:nvSpPr>
        <p:spPr bwMode="auto">
          <a:xfrm>
            <a:off x="762000" y="6011863"/>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50000"/>
              </a:spcBef>
              <a:buSzTx/>
              <a:buFontTx/>
              <a:buNone/>
            </a:pPr>
            <a:r>
              <a:rPr lang="en-US" altLang="en-US" sz="2400" i="1"/>
              <a:t>4-Tier Architecture</a:t>
            </a:r>
            <a:endParaRPr lang="en-US" altLang="en-US" sz="2400"/>
          </a:p>
        </p:txBody>
      </p:sp>
      <p:sp>
        <p:nvSpPr>
          <p:cNvPr id="36869" name="Slide Number Placeholder 1">
            <a:extLst>
              <a:ext uri="{FF2B5EF4-FFF2-40B4-BE49-F238E27FC236}">
                <a16:creationId xmlns:a16="http://schemas.microsoft.com/office/drawing/2014/main" id="{8A1D9899-0A7C-8547-FC3D-8503D554639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230FF9F-7CD2-48C6-AB93-5D306BF0DFF3}" type="slidenum">
              <a:rPr lang="en-AU" altLang="en-US" sz="1400" smtClean="0">
                <a:latin typeface="Times New Roman" panose="02020603050405020304" pitchFamily="18" charset="0"/>
              </a:rPr>
              <a:pPr>
                <a:spcBef>
                  <a:spcPct val="0"/>
                </a:spcBef>
                <a:buSzTx/>
                <a:buFontTx/>
                <a:buNone/>
              </a:pPr>
              <a:t>17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a:extLst>
              <a:ext uri="{FF2B5EF4-FFF2-40B4-BE49-F238E27FC236}">
                <a16:creationId xmlns:a16="http://schemas.microsoft.com/office/drawing/2014/main" id="{59DBEE34-D62B-8E97-E18D-AA3B4E9945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057275"/>
            <a:ext cx="7543800" cy="469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Rectangle 3">
            <a:extLst>
              <a:ext uri="{FF2B5EF4-FFF2-40B4-BE49-F238E27FC236}">
                <a16:creationId xmlns:a16="http://schemas.microsoft.com/office/drawing/2014/main" id="{08837AF2-35E8-EB89-4539-62D73D6CAFA9}"/>
              </a:ext>
            </a:extLst>
          </p:cNvPr>
          <p:cNvSpPr>
            <a:spLocks noGrp="1" noChangeArrowheads="1"/>
          </p:cNvSpPr>
          <p:nvPr>
            <p:ph type="title"/>
          </p:nvPr>
        </p:nvSpPr>
        <p:spPr/>
        <p:txBody>
          <a:bodyPr/>
          <a:lstStyle/>
          <a:p>
            <a:r>
              <a:rPr lang="en-US" altLang="en-US"/>
              <a:t>Abstraction - Example (cont.)</a:t>
            </a:r>
          </a:p>
        </p:txBody>
      </p:sp>
      <p:sp>
        <p:nvSpPr>
          <p:cNvPr id="38916" name="Slide Number Placeholder 1">
            <a:extLst>
              <a:ext uri="{FF2B5EF4-FFF2-40B4-BE49-F238E27FC236}">
                <a16:creationId xmlns:a16="http://schemas.microsoft.com/office/drawing/2014/main" id="{F65BEFDE-943D-4932-CEA8-4E8F02007B8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B064FBF-B549-42A3-9F3F-8A56419FDB01}" type="slidenum">
              <a:rPr lang="en-AU" altLang="en-US" sz="1400" smtClean="0">
                <a:latin typeface="Times New Roman" panose="02020603050405020304" pitchFamily="18" charset="0"/>
              </a:rPr>
              <a:pPr>
                <a:spcBef>
                  <a:spcPct val="0"/>
                </a:spcBef>
                <a:buSzTx/>
                <a:buFontTx/>
                <a:buNone/>
              </a:pPr>
              <a:t>18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5" name="Picture 4">
            <a:extLst>
              <a:ext uri="{FF2B5EF4-FFF2-40B4-BE49-F238E27FC236}">
                <a16:creationId xmlns:a16="http://schemas.microsoft.com/office/drawing/2014/main" id="{BE405642-A0C0-B9E1-1E9F-5CAE9F2FD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7775" y="0"/>
            <a:ext cx="40846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2" name="Rectangle 2">
            <a:extLst>
              <a:ext uri="{FF2B5EF4-FFF2-40B4-BE49-F238E27FC236}">
                <a16:creationId xmlns:a16="http://schemas.microsoft.com/office/drawing/2014/main" id="{483CD42B-6334-400A-69E5-8048EE0B7BE4}"/>
              </a:ext>
            </a:extLst>
          </p:cNvPr>
          <p:cNvSpPr>
            <a:spLocks noGrp="1" noChangeArrowheads="1"/>
          </p:cNvSpPr>
          <p:nvPr>
            <p:ph type="title"/>
          </p:nvPr>
        </p:nvSpPr>
        <p:spPr>
          <a:xfrm>
            <a:off x="107950" y="333375"/>
            <a:ext cx="5327650" cy="685800"/>
          </a:xfrm>
        </p:spPr>
        <p:txBody>
          <a:bodyPr/>
          <a:lstStyle/>
          <a:p>
            <a:r>
              <a:rPr lang="en-US" altLang="en-US"/>
              <a:t>Abstraction - Example (cont.)</a:t>
            </a:r>
          </a:p>
        </p:txBody>
      </p:sp>
      <p:sp>
        <p:nvSpPr>
          <p:cNvPr id="40963" name="Rectangle 3">
            <a:extLst>
              <a:ext uri="{FF2B5EF4-FFF2-40B4-BE49-F238E27FC236}">
                <a16:creationId xmlns:a16="http://schemas.microsoft.com/office/drawing/2014/main" id="{3E4E10C2-1159-4FA8-8512-32B835AAD526}"/>
              </a:ext>
            </a:extLst>
          </p:cNvPr>
          <p:cNvSpPr>
            <a:spLocks noGrp="1" noChangeArrowheads="1"/>
          </p:cNvSpPr>
          <p:nvPr>
            <p:ph type="body" idx="1"/>
          </p:nvPr>
        </p:nvSpPr>
        <p:spPr>
          <a:xfrm>
            <a:off x="107950" y="1352550"/>
            <a:ext cx="8208466" cy="5303838"/>
          </a:xfrm>
        </p:spPr>
        <p:txBody>
          <a:bodyPr/>
          <a:lstStyle/>
          <a:p>
            <a:pPr>
              <a:buFont typeface="Wingdings" panose="05000000000000000000" pitchFamily="2" charset="2"/>
              <a:buNone/>
            </a:pPr>
            <a:endParaRPr lang="en-US" altLang="en-US" sz="1600" dirty="0">
              <a:latin typeface="JetBrains Mono" panose="02000009000000000000" pitchFamily="49" charset="0"/>
              <a:ea typeface="JetBrains Mono" panose="02000009000000000000" pitchFamily="49" charset="0"/>
              <a:cs typeface="JetBrains Mono" panose="02000009000000000000" pitchFamily="49" charset="0"/>
            </a:endParaRPr>
          </a:p>
          <a:p>
            <a:pPr>
              <a:buFont typeface="Wingdings" panose="05000000000000000000" pitchFamily="2" charset="2"/>
              <a:buNone/>
            </a:pPr>
            <a:r>
              <a:rPr lang="en-US" altLang="en-US" sz="1600" b="1" dirty="0">
                <a:latin typeface="JetBrains Mono" panose="02000009000000000000" pitchFamily="49" charset="0"/>
                <a:ea typeface="JetBrains Mono" panose="02000009000000000000" pitchFamily="49" charset="0"/>
                <a:cs typeface="JetBrains Mono" panose="02000009000000000000" pitchFamily="49" charset="0"/>
              </a:rPr>
              <a:t>function</a:t>
            </a: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sort(array)</a:t>
            </a:r>
          </a:p>
          <a:p>
            <a:pPr>
              <a:buFont typeface="Wingdings" panose="05000000000000000000" pitchFamily="2" charset="2"/>
              <a:buNone/>
            </a:pP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600" b="1" dirty="0">
                <a:latin typeface="JetBrains Mono" panose="02000009000000000000" pitchFamily="49" charset="0"/>
                <a:ea typeface="JetBrains Mono" panose="02000009000000000000" pitchFamily="49" charset="0"/>
                <a:cs typeface="JetBrains Mono" panose="02000009000000000000" pitchFamily="49" charset="0"/>
              </a:rPr>
              <a:t>var</a:t>
            </a: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list less, greater</a:t>
            </a:r>
          </a:p>
          <a:p>
            <a:pPr>
              <a:buFont typeface="Wingdings" panose="05000000000000000000" pitchFamily="2" charset="2"/>
              <a:buNone/>
            </a:pP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600" b="1" dirty="0">
                <a:latin typeface="JetBrains Mono" panose="02000009000000000000" pitchFamily="49" charset="0"/>
                <a:ea typeface="JetBrains Mono" panose="02000009000000000000" pitchFamily="49" charset="0"/>
                <a:cs typeface="JetBrains Mono" panose="02000009000000000000" pitchFamily="49" charset="0"/>
              </a:rPr>
              <a:t>if</a:t>
            </a: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length(array) ≤ 1</a:t>
            </a:r>
          </a:p>
          <a:p>
            <a:pPr>
              <a:buFont typeface="Wingdings" panose="05000000000000000000" pitchFamily="2" charset="2"/>
              <a:buNone/>
            </a:pP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600" b="1" dirty="0">
                <a:latin typeface="JetBrains Mono" panose="02000009000000000000" pitchFamily="49" charset="0"/>
                <a:ea typeface="JetBrains Mono" panose="02000009000000000000" pitchFamily="49" charset="0"/>
                <a:cs typeface="JetBrains Mono" panose="02000009000000000000" pitchFamily="49" charset="0"/>
              </a:rPr>
              <a:t>return</a:t>
            </a: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array</a:t>
            </a:r>
          </a:p>
          <a:p>
            <a:pPr>
              <a:buFont typeface="Wingdings" panose="05000000000000000000" pitchFamily="2" charset="2"/>
              <a:buNone/>
            </a:pP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600" b="1" dirty="0">
                <a:latin typeface="JetBrains Mono" panose="02000009000000000000" pitchFamily="49" charset="0"/>
                <a:ea typeface="JetBrains Mono" panose="02000009000000000000" pitchFamily="49" charset="0"/>
                <a:cs typeface="JetBrains Mono" panose="02000009000000000000" pitchFamily="49" charset="0"/>
              </a:rPr>
              <a:t>for</a:t>
            </a: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600" b="1" dirty="0">
                <a:latin typeface="JetBrains Mono" panose="02000009000000000000" pitchFamily="49" charset="0"/>
                <a:ea typeface="JetBrains Mono" panose="02000009000000000000" pitchFamily="49" charset="0"/>
                <a:cs typeface="JetBrains Mono" panose="02000009000000000000" pitchFamily="49" charset="0"/>
              </a:rPr>
              <a:t>each</a:t>
            </a: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x </a:t>
            </a:r>
            <a:r>
              <a:rPr lang="en-US" altLang="en-US" sz="1600" b="1" dirty="0">
                <a:latin typeface="JetBrains Mono" panose="02000009000000000000" pitchFamily="49" charset="0"/>
                <a:ea typeface="JetBrains Mono" panose="02000009000000000000" pitchFamily="49" charset="0"/>
                <a:cs typeface="JetBrains Mono" panose="02000009000000000000" pitchFamily="49" charset="0"/>
              </a:rPr>
              <a:t>in</a:t>
            </a: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array</a:t>
            </a:r>
          </a:p>
          <a:p>
            <a:pPr>
              <a:buFont typeface="Wingdings" panose="05000000000000000000" pitchFamily="2" charset="2"/>
              <a:buNone/>
            </a:pP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600" b="1" dirty="0">
                <a:latin typeface="JetBrains Mono" panose="02000009000000000000" pitchFamily="49" charset="0"/>
                <a:ea typeface="JetBrains Mono" panose="02000009000000000000" pitchFamily="49" charset="0"/>
                <a:cs typeface="JetBrains Mono" panose="02000009000000000000" pitchFamily="49" charset="0"/>
              </a:rPr>
              <a:t>if</a:t>
            </a: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x ≤ pivot </a:t>
            </a:r>
            <a:r>
              <a:rPr lang="en-US" altLang="en-US" sz="1600" b="1" dirty="0">
                <a:latin typeface="JetBrains Mono" panose="02000009000000000000" pitchFamily="49" charset="0"/>
                <a:ea typeface="JetBrains Mono" panose="02000009000000000000" pitchFamily="49" charset="0"/>
                <a:cs typeface="JetBrains Mono" panose="02000009000000000000" pitchFamily="49" charset="0"/>
              </a:rPr>
              <a:t>then</a:t>
            </a: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append x to less</a:t>
            </a:r>
          </a:p>
          <a:p>
            <a:pPr>
              <a:buFont typeface="Wingdings" panose="05000000000000000000" pitchFamily="2" charset="2"/>
              <a:buNone/>
            </a:pP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600" b="1" dirty="0">
                <a:latin typeface="JetBrains Mono" panose="02000009000000000000" pitchFamily="49" charset="0"/>
                <a:ea typeface="JetBrains Mono" panose="02000009000000000000" pitchFamily="49" charset="0"/>
                <a:cs typeface="JetBrains Mono" panose="02000009000000000000" pitchFamily="49" charset="0"/>
              </a:rPr>
              <a:t>else</a:t>
            </a: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append x to greater</a:t>
            </a:r>
          </a:p>
          <a:p>
            <a:pPr>
              <a:buFont typeface="Wingdings" panose="05000000000000000000" pitchFamily="2" charset="2"/>
              <a:buNone/>
            </a:pP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600" b="1" dirty="0">
                <a:latin typeface="JetBrains Mono" panose="02000009000000000000" pitchFamily="49" charset="0"/>
                <a:ea typeface="JetBrains Mono" panose="02000009000000000000" pitchFamily="49" charset="0"/>
                <a:cs typeface="JetBrains Mono" panose="02000009000000000000" pitchFamily="49" charset="0"/>
              </a:rPr>
              <a:t>return</a:t>
            </a:r>
            <a:r>
              <a:rPr lang="en-US" altLang="en-US" sz="1600" dirty="0">
                <a:latin typeface="JetBrains Mono" panose="02000009000000000000" pitchFamily="49" charset="0"/>
                <a:ea typeface="JetBrains Mono" panose="02000009000000000000" pitchFamily="49" charset="0"/>
                <a:cs typeface="JetBrains Mono" panose="02000009000000000000" pitchFamily="49" charset="0"/>
              </a:rPr>
              <a:t> concatenate(sort(less), pivot, sort(greater))</a:t>
            </a:r>
            <a:endParaRPr lang="en-US" altLang="en-US" dirty="0">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40964" name="Slide Number Placeholder 1">
            <a:extLst>
              <a:ext uri="{FF2B5EF4-FFF2-40B4-BE49-F238E27FC236}">
                <a16:creationId xmlns:a16="http://schemas.microsoft.com/office/drawing/2014/main" id="{3615F303-FBD9-B725-8E8D-50A6D5EA1E7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8FB847E-FBB9-43C7-ADD5-B5ACBF7A95D4}" type="slidenum">
              <a:rPr lang="en-AU" altLang="en-US" sz="1400" smtClean="0">
                <a:latin typeface="Times New Roman" panose="02020603050405020304" pitchFamily="18" charset="0"/>
              </a:rPr>
              <a:pPr>
                <a:spcBef>
                  <a:spcPct val="0"/>
                </a:spcBef>
                <a:buSzTx/>
                <a:buFontTx/>
                <a:buNone/>
              </a:pPr>
              <a:t>19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1">
            <a:extLst>
              <a:ext uri="{FF2B5EF4-FFF2-40B4-BE49-F238E27FC236}">
                <a16:creationId xmlns:a16="http://schemas.microsoft.com/office/drawing/2014/main" id="{60775E32-FAB5-922D-CA15-78075985BC18}"/>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81789EDB-7DD9-4CE5-A666-6E5EA965F50B}" type="slidenum">
              <a:rPr lang="en-AU" altLang="en-US" sz="1400" smtClean="0">
                <a:latin typeface="Times New Roman" panose="02020603050405020304" pitchFamily="18" charset="0"/>
              </a:rPr>
              <a:pPr/>
              <a:t>20</a:t>
            </a:fld>
            <a:endParaRPr lang="en-AU" altLang="en-US" sz="1400">
              <a:latin typeface="Times New Roman" panose="02020603050405020304" pitchFamily="18" charset="0"/>
            </a:endParaRPr>
          </a:p>
          <a:p>
            <a:endParaRPr lang="en-AU" altLang="en-US" sz="1400">
              <a:latin typeface="Times New Roman" panose="02020603050405020304" pitchFamily="18" charset="0"/>
            </a:endParaRPr>
          </a:p>
        </p:txBody>
      </p:sp>
      <p:pic>
        <p:nvPicPr>
          <p:cNvPr id="43011" name="Picture 3">
            <a:extLst>
              <a:ext uri="{FF2B5EF4-FFF2-40B4-BE49-F238E27FC236}">
                <a16:creationId xmlns:a16="http://schemas.microsoft.com/office/drawing/2014/main" id="{0E0AE69B-A336-FBF5-FC21-F99726F51C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0"/>
            <a:ext cx="6934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76F56F7D-9DC4-E86E-C107-5E4E7AAAB469}"/>
              </a:ext>
            </a:extLst>
          </p:cNvPr>
          <p:cNvSpPr>
            <a:spLocks noGrp="1" noChangeArrowheads="1"/>
          </p:cNvSpPr>
          <p:nvPr>
            <p:ph type="title"/>
          </p:nvPr>
        </p:nvSpPr>
        <p:spPr/>
        <p:txBody>
          <a:bodyPr/>
          <a:lstStyle/>
          <a:p>
            <a:r>
              <a:rPr lang="en-US" altLang="en-US"/>
              <a:t>Abstraction - Example (cont.)</a:t>
            </a:r>
          </a:p>
        </p:txBody>
      </p:sp>
      <p:sp>
        <p:nvSpPr>
          <p:cNvPr id="44035" name="Rectangle 3">
            <a:extLst>
              <a:ext uri="{FF2B5EF4-FFF2-40B4-BE49-F238E27FC236}">
                <a16:creationId xmlns:a16="http://schemas.microsoft.com/office/drawing/2014/main" id="{CA313800-BE8C-2870-DE0F-A67ECC85A2E0}"/>
              </a:ext>
            </a:extLst>
          </p:cNvPr>
          <p:cNvSpPr>
            <a:spLocks noGrp="1" noChangeArrowheads="1"/>
          </p:cNvSpPr>
          <p:nvPr>
            <p:ph type="body" idx="1"/>
          </p:nvPr>
        </p:nvSpPr>
        <p:spPr>
          <a:xfrm>
            <a:off x="1476375" y="1103313"/>
            <a:ext cx="5831929" cy="5526087"/>
          </a:xfrm>
        </p:spPr>
        <p:txBody>
          <a:bodyPr/>
          <a:lstStyle/>
          <a:p>
            <a:pPr>
              <a:lnSpc>
                <a:spcPct val="90000"/>
              </a:lnSpc>
              <a:buFont typeface="Wingdings" panose="05000000000000000000" pitchFamily="2" charset="2"/>
              <a:buNone/>
            </a:pP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deferred</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class</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STACK [G]</a:t>
            </a:r>
          </a:p>
          <a:p>
            <a:pPr>
              <a:lnSpc>
                <a:spcPct val="90000"/>
              </a:lnSpc>
              <a:buFont typeface="Wingdings" panose="05000000000000000000" pitchFamily="2" charset="2"/>
              <a:buNone/>
            </a:pP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feature</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 Element change</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push (v : G)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is</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 Push v onto top</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deferred</a:t>
            </a:r>
            <a:endParaRPr lang="en-US" altLang="en-US" sz="1200" dirty="0">
              <a:latin typeface="JetBrains Mono" panose="02000009000000000000" pitchFamily="49" charset="0"/>
              <a:ea typeface="JetBrains Mono" panose="02000009000000000000" pitchFamily="49" charset="0"/>
              <a:cs typeface="JetBrains Mono" panose="02000009000000000000" pitchFamily="49" charset="0"/>
            </a:endParaRP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ensure</a:t>
            </a:r>
            <a:endParaRPr lang="en-US" altLang="en-US" sz="1200" dirty="0">
              <a:latin typeface="JetBrains Mono" panose="02000009000000000000" pitchFamily="49" charset="0"/>
              <a:ea typeface="JetBrains Mono" panose="02000009000000000000" pitchFamily="49" charset="0"/>
              <a:cs typeface="JetBrains Mono" panose="02000009000000000000" pitchFamily="49" charset="0"/>
            </a:endParaRP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dirty="0" err="1">
                <a:latin typeface="JetBrains Mono" panose="02000009000000000000" pitchFamily="49" charset="0"/>
                <a:ea typeface="JetBrains Mono" panose="02000009000000000000" pitchFamily="49" charset="0"/>
                <a:cs typeface="JetBrains Mono" panose="02000009000000000000" pitchFamily="49" charset="0"/>
              </a:rPr>
              <a:t>item_pushed</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top = v</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dirty="0" err="1">
                <a:latin typeface="JetBrains Mono" panose="02000009000000000000" pitchFamily="49" charset="0"/>
                <a:ea typeface="JetBrains Mono" panose="02000009000000000000" pitchFamily="49" charset="0"/>
                <a:cs typeface="JetBrains Mono" panose="02000009000000000000" pitchFamily="49" charset="0"/>
              </a:rPr>
              <a:t>size_increased</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size =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old</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size + 1</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end</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pop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is</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 Remove top</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deferred</a:t>
            </a:r>
            <a:endParaRPr lang="en-US" altLang="en-US" sz="1200" dirty="0">
              <a:latin typeface="JetBrains Mono" panose="02000009000000000000" pitchFamily="49" charset="0"/>
              <a:ea typeface="JetBrains Mono" panose="02000009000000000000" pitchFamily="49" charset="0"/>
              <a:cs typeface="JetBrains Mono" panose="02000009000000000000" pitchFamily="49" charset="0"/>
            </a:endParaRP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require</a:t>
            </a:r>
            <a:endParaRPr lang="en-US" altLang="en-US" sz="1200" dirty="0">
              <a:latin typeface="JetBrains Mono" panose="02000009000000000000" pitchFamily="49" charset="0"/>
              <a:ea typeface="JetBrains Mono" panose="02000009000000000000" pitchFamily="49" charset="0"/>
              <a:cs typeface="JetBrains Mono" panose="02000009000000000000" pitchFamily="49" charset="0"/>
            </a:endParaRP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dirty="0" err="1">
                <a:latin typeface="JetBrains Mono" panose="02000009000000000000" pitchFamily="49" charset="0"/>
                <a:ea typeface="JetBrains Mono" panose="02000009000000000000" pitchFamily="49" charset="0"/>
                <a:cs typeface="JetBrains Mono" panose="02000009000000000000" pitchFamily="49" charset="0"/>
              </a:rPr>
              <a:t>not_empty</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size &gt; 0</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ensure</a:t>
            </a:r>
            <a:endParaRPr lang="en-US" altLang="en-US" sz="1200" dirty="0">
              <a:latin typeface="JetBrains Mono" panose="02000009000000000000" pitchFamily="49" charset="0"/>
              <a:ea typeface="JetBrains Mono" panose="02000009000000000000" pitchFamily="49" charset="0"/>
              <a:cs typeface="JetBrains Mono" panose="02000009000000000000" pitchFamily="49" charset="0"/>
            </a:endParaRP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dirty="0" err="1">
                <a:latin typeface="JetBrains Mono" panose="02000009000000000000" pitchFamily="49" charset="0"/>
                <a:ea typeface="JetBrains Mono" panose="02000009000000000000" pitchFamily="49" charset="0"/>
                <a:cs typeface="JetBrains Mono" panose="02000009000000000000" pitchFamily="49" charset="0"/>
              </a:rPr>
              <a:t>item_removed</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size =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old</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size - 1</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end</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top : G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is</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 Get top element</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deferred</a:t>
            </a:r>
            <a:endParaRPr lang="en-US" altLang="en-US" sz="1200" dirty="0">
              <a:latin typeface="JetBrains Mono" panose="02000009000000000000" pitchFamily="49" charset="0"/>
              <a:ea typeface="JetBrains Mono" panose="02000009000000000000" pitchFamily="49" charset="0"/>
              <a:cs typeface="JetBrains Mono" panose="02000009000000000000" pitchFamily="49" charset="0"/>
            </a:endParaRP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require</a:t>
            </a:r>
            <a:endParaRPr lang="en-US" altLang="en-US" sz="1200" dirty="0">
              <a:latin typeface="JetBrains Mono" panose="02000009000000000000" pitchFamily="49" charset="0"/>
              <a:ea typeface="JetBrains Mono" panose="02000009000000000000" pitchFamily="49" charset="0"/>
              <a:cs typeface="JetBrains Mono" panose="02000009000000000000" pitchFamily="49" charset="0"/>
            </a:endParaRP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dirty="0" err="1">
                <a:latin typeface="JetBrains Mono" panose="02000009000000000000" pitchFamily="49" charset="0"/>
                <a:ea typeface="JetBrains Mono" panose="02000009000000000000" pitchFamily="49" charset="0"/>
                <a:cs typeface="JetBrains Mono" panose="02000009000000000000" pitchFamily="49" charset="0"/>
              </a:rPr>
              <a:t>not_empty</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size &gt; 0</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ensure</a:t>
            </a:r>
            <a:endParaRPr lang="en-US" altLang="en-US" sz="1200" dirty="0">
              <a:latin typeface="JetBrains Mono" panose="02000009000000000000" pitchFamily="49" charset="0"/>
              <a:ea typeface="JetBrains Mono" panose="02000009000000000000" pitchFamily="49" charset="0"/>
              <a:cs typeface="JetBrains Mono" panose="02000009000000000000" pitchFamily="49" charset="0"/>
            </a:endParaRP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dirty="0" err="1">
                <a:latin typeface="JetBrains Mono" panose="02000009000000000000" pitchFamily="49" charset="0"/>
                <a:ea typeface="JetBrains Mono" panose="02000009000000000000" pitchFamily="49" charset="0"/>
                <a:cs typeface="JetBrains Mono" panose="02000009000000000000" pitchFamily="49" charset="0"/>
              </a:rPr>
              <a:t>size_invariant</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size =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old</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size</a:t>
            </a:r>
          </a:p>
          <a:p>
            <a:pPr>
              <a:lnSpc>
                <a:spcPct val="90000"/>
              </a:lnSpc>
              <a:buFont typeface="Wingdings" panose="05000000000000000000" pitchFamily="2" charset="2"/>
              <a:buNone/>
            </a:pP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end</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a:t>
            </a:r>
          </a:p>
          <a:p>
            <a:pPr>
              <a:lnSpc>
                <a:spcPct val="90000"/>
              </a:lnSpc>
              <a:buFont typeface="Wingdings" panose="05000000000000000000" pitchFamily="2" charset="2"/>
              <a:buNone/>
            </a:pPr>
            <a:r>
              <a:rPr lang="en-US" altLang="en-US" sz="1200" b="1" dirty="0">
                <a:latin typeface="JetBrains Mono" panose="02000009000000000000" pitchFamily="49" charset="0"/>
                <a:ea typeface="JetBrains Mono" panose="02000009000000000000" pitchFamily="49" charset="0"/>
                <a:cs typeface="JetBrains Mono" panose="02000009000000000000" pitchFamily="49" charset="0"/>
              </a:rPr>
              <a:t>end</a:t>
            </a:r>
            <a:r>
              <a:rPr lang="en-US" altLang="en-US" sz="1200" dirty="0">
                <a:latin typeface="JetBrains Mono" panose="02000009000000000000" pitchFamily="49" charset="0"/>
                <a:ea typeface="JetBrains Mono" panose="02000009000000000000" pitchFamily="49" charset="0"/>
                <a:cs typeface="JetBrains Mono" panose="02000009000000000000" pitchFamily="49" charset="0"/>
              </a:rPr>
              <a:t> -- class Stack</a:t>
            </a:r>
          </a:p>
        </p:txBody>
      </p:sp>
      <p:sp>
        <p:nvSpPr>
          <p:cNvPr id="44036" name="Slide Number Placeholder 1">
            <a:extLst>
              <a:ext uri="{FF2B5EF4-FFF2-40B4-BE49-F238E27FC236}">
                <a16:creationId xmlns:a16="http://schemas.microsoft.com/office/drawing/2014/main" id="{DEE7FF9D-D215-245F-7737-F80D4D1E57B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4607372-7408-44C0-9D29-114A3D8FB44F}" type="slidenum">
              <a:rPr lang="en-AU" altLang="en-US" sz="1400" smtClean="0">
                <a:latin typeface="Times New Roman" panose="02020603050405020304" pitchFamily="18" charset="0"/>
              </a:rPr>
              <a:pPr>
                <a:spcBef>
                  <a:spcPct val="0"/>
                </a:spcBef>
                <a:buSzTx/>
                <a:buFontTx/>
                <a:buNone/>
              </a:pPr>
              <a:t>21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E29AA3C-87DD-F669-1AD5-526C8C7EFEBD}"/>
              </a:ext>
            </a:extLst>
          </p:cNvPr>
          <p:cNvSpPr>
            <a:spLocks noGrp="1" noChangeArrowheads="1"/>
          </p:cNvSpPr>
          <p:nvPr>
            <p:ph type="title"/>
          </p:nvPr>
        </p:nvSpPr>
        <p:spPr/>
        <p:txBody>
          <a:bodyPr/>
          <a:lstStyle/>
          <a:p>
            <a:r>
              <a:rPr lang="en-US" altLang="en-US"/>
              <a:t>General View of Abstraction</a:t>
            </a:r>
          </a:p>
        </p:txBody>
      </p:sp>
      <p:sp>
        <p:nvSpPr>
          <p:cNvPr id="46083" name="Rectangle 3">
            <a:extLst>
              <a:ext uri="{FF2B5EF4-FFF2-40B4-BE49-F238E27FC236}">
                <a16:creationId xmlns:a16="http://schemas.microsoft.com/office/drawing/2014/main" id="{2CFCA561-12B1-0131-6FDF-913049F52561}"/>
              </a:ext>
            </a:extLst>
          </p:cNvPr>
          <p:cNvSpPr>
            <a:spLocks noGrp="1" noChangeArrowheads="1"/>
          </p:cNvSpPr>
          <p:nvPr>
            <p:ph type="body" sz="half" idx="1"/>
          </p:nvPr>
        </p:nvSpPr>
        <p:spPr/>
        <p:txBody>
          <a:bodyPr/>
          <a:lstStyle/>
          <a:p>
            <a:pPr>
              <a:buFont typeface="Wingdings" panose="05000000000000000000" pitchFamily="2" charset="2"/>
              <a:buNone/>
            </a:pPr>
            <a:endParaRPr lang="en-US" altLang="en-US" sz="1000"/>
          </a:p>
          <a:p>
            <a:pPr algn="ctr">
              <a:buFont typeface="Wingdings" panose="05000000000000000000" pitchFamily="2" charset="2"/>
              <a:buNone/>
            </a:pPr>
            <a:r>
              <a:rPr lang="en-US" altLang="en-US" sz="3200" b="1">
                <a:solidFill>
                  <a:srgbClr val="7F0101"/>
                </a:solidFill>
              </a:rPr>
              <a:t>Real World</a:t>
            </a:r>
            <a:endParaRPr lang="en-US" altLang="en-US" sz="2400"/>
          </a:p>
          <a:p>
            <a:pPr>
              <a:buFont typeface="Wingdings" panose="05000000000000000000" pitchFamily="2" charset="2"/>
              <a:buNone/>
            </a:pPr>
            <a:endParaRPr lang="en-US" altLang="en-US" sz="2400"/>
          </a:p>
          <a:p>
            <a:pPr>
              <a:buFont typeface="Wingdings" panose="05000000000000000000" pitchFamily="2" charset="2"/>
              <a:buChar char="F"/>
            </a:pPr>
            <a:r>
              <a:rPr lang="en-US" altLang="en-US" sz="2400"/>
              <a:t>Phenomenon with messy details</a:t>
            </a:r>
          </a:p>
          <a:p>
            <a:pPr>
              <a:buFont typeface="Wingdings" panose="05000000000000000000" pitchFamily="2" charset="2"/>
              <a:buNone/>
            </a:pPr>
            <a:endParaRPr lang="en-US" altLang="en-US" sz="2400"/>
          </a:p>
          <a:p>
            <a:pPr>
              <a:buFont typeface="Wingdings" panose="05000000000000000000" pitchFamily="2" charset="2"/>
              <a:buChar char="F"/>
            </a:pPr>
            <a:r>
              <a:rPr lang="en-US" altLang="en-US" sz="2400" i="1"/>
              <a:t>Facts and laws governing the real world</a:t>
            </a:r>
            <a:endParaRPr lang="en-US" altLang="en-US" sz="2400"/>
          </a:p>
        </p:txBody>
      </p:sp>
      <p:sp>
        <p:nvSpPr>
          <p:cNvPr id="46084" name="Rectangle 4">
            <a:extLst>
              <a:ext uri="{FF2B5EF4-FFF2-40B4-BE49-F238E27FC236}">
                <a16:creationId xmlns:a16="http://schemas.microsoft.com/office/drawing/2014/main" id="{A6BBB474-A2B9-4360-FE6B-E3FDD76E7A5D}"/>
              </a:ext>
            </a:extLst>
          </p:cNvPr>
          <p:cNvSpPr>
            <a:spLocks noGrp="1" noChangeArrowheads="1"/>
          </p:cNvSpPr>
          <p:nvPr>
            <p:ph type="body" sz="half" idx="2"/>
          </p:nvPr>
        </p:nvSpPr>
        <p:spPr/>
        <p:txBody>
          <a:bodyPr/>
          <a:lstStyle/>
          <a:p>
            <a:pPr>
              <a:buFont typeface="Wingdings" panose="05000000000000000000" pitchFamily="2" charset="2"/>
              <a:buNone/>
            </a:pPr>
            <a:endParaRPr lang="en-US" altLang="en-US" sz="1000"/>
          </a:p>
          <a:p>
            <a:pPr algn="ctr">
              <a:buFont typeface="Wingdings" panose="05000000000000000000" pitchFamily="2" charset="2"/>
              <a:buNone/>
            </a:pPr>
            <a:r>
              <a:rPr lang="en-US" altLang="en-US" sz="3200" b="1">
                <a:solidFill>
                  <a:srgbClr val="083A7F"/>
                </a:solidFill>
              </a:rPr>
              <a:t>Abstract World</a:t>
            </a:r>
          </a:p>
          <a:p>
            <a:pPr>
              <a:buFont typeface="Wingdings" panose="05000000000000000000" pitchFamily="2" charset="2"/>
              <a:buNone/>
            </a:pPr>
            <a:endParaRPr lang="en-US" altLang="en-US" sz="2400"/>
          </a:p>
          <a:p>
            <a:pPr>
              <a:buFont typeface="Wingdings" panose="05000000000000000000" pitchFamily="2" charset="2"/>
              <a:buChar char="F"/>
            </a:pPr>
            <a:r>
              <a:rPr lang="en-US" altLang="en-US" sz="2400"/>
              <a:t>Model with “simple” properties</a:t>
            </a:r>
          </a:p>
          <a:p>
            <a:pPr>
              <a:buFont typeface="Wingdings" panose="05000000000000000000" pitchFamily="2" charset="2"/>
              <a:buChar char="F"/>
            </a:pPr>
            <a:endParaRPr lang="en-US" altLang="en-US" sz="2400"/>
          </a:p>
          <a:p>
            <a:pPr>
              <a:buFont typeface="Wingdings" panose="05000000000000000000" pitchFamily="2" charset="2"/>
              <a:buNone/>
            </a:pPr>
            <a:endParaRPr lang="en-US" altLang="en-US" sz="1400"/>
          </a:p>
          <a:p>
            <a:pPr>
              <a:buFont typeface="Wingdings" panose="05000000000000000000" pitchFamily="2" charset="2"/>
              <a:buChar char="F"/>
            </a:pPr>
            <a:r>
              <a:rPr lang="en-US" altLang="en-US" sz="2400" i="1"/>
              <a:t>Representation subject to “formal” manipulation</a:t>
            </a:r>
            <a:endParaRPr lang="en-US" altLang="en-US" sz="2400"/>
          </a:p>
        </p:txBody>
      </p:sp>
      <p:sp>
        <p:nvSpPr>
          <p:cNvPr id="46085" name="Line 5">
            <a:extLst>
              <a:ext uri="{FF2B5EF4-FFF2-40B4-BE49-F238E27FC236}">
                <a16:creationId xmlns:a16="http://schemas.microsoft.com/office/drawing/2014/main" id="{9791DFF2-1405-CF35-C9E3-EF012BBCDEFD}"/>
              </a:ext>
            </a:extLst>
          </p:cNvPr>
          <p:cNvSpPr>
            <a:spLocks noChangeShapeType="1"/>
          </p:cNvSpPr>
          <p:nvPr/>
        </p:nvSpPr>
        <p:spPr bwMode="auto">
          <a:xfrm>
            <a:off x="4724400" y="1219200"/>
            <a:ext cx="0" cy="4572000"/>
          </a:xfrm>
          <a:prstGeom prst="line">
            <a:avLst/>
          </a:prstGeom>
          <a:noFill/>
          <a:ln w="38100">
            <a:solidFill>
              <a:srgbClr val="C0C0C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46086" name="Line 6">
            <a:extLst>
              <a:ext uri="{FF2B5EF4-FFF2-40B4-BE49-F238E27FC236}">
                <a16:creationId xmlns:a16="http://schemas.microsoft.com/office/drawing/2014/main" id="{13B07B83-59C1-3ACD-6E0F-D0826D6E13AB}"/>
              </a:ext>
            </a:extLst>
          </p:cNvPr>
          <p:cNvSpPr>
            <a:spLocks noChangeShapeType="1"/>
          </p:cNvSpPr>
          <p:nvPr/>
        </p:nvSpPr>
        <p:spPr bwMode="auto">
          <a:xfrm>
            <a:off x="4038600" y="5257800"/>
            <a:ext cx="1524000" cy="0"/>
          </a:xfrm>
          <a:prstGeom prst="line">
            <a:avLst/>
          </a:prstGeom>
          <a:noFill/>
          <a:ln w="152400">
            <a:solidFill>
              <a:srgbClr val="3399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46087" name="Text Box 7">
            <a:extLst>
              <a:ext uri="{FF2B5EF4-FFF2-40B4-BE49-F238E27FC236}">
                <a16:creationId xmlns:a16="http://schemas.microsoft.com/office/drawing/2014/main" id="{1DB69A2D-DF1A-1145-BE1A-A6828EFDBAF9}"/>
              </a:ext>
            </a:extLst>
          </p:cNvPr>
          <p:cNvSpPr txBox="1">
            <a:spLocks noChangeArrowheads="1"/>
          </p:cNvSpPr>
          <p:nvPr/>
        </p:nvSpPr>
        <p:spPr bwMode="auto">
          <a:xfrm>
            <a:off x="2057400" y="5791200"/>
            <a:ext cx="5162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000" i="1"/>
              <a:t>Abstraction: </a:t>
            </a:r>
            <a:r>
              <a:rPr lang="en-US" altLang="en-US" sz="2000" i="1">
                <a:solidFill>
                  <a:srgbClr val="00A479"/>
                </a:solidFill>
              </a:rPr>
              <a:t>mapping</a:t>
            </a:r>
            <a:r>
              <a:rPr lang="en-US" altLang="en-US" sz="2000" i="1"/>
              <a:t> from </a:t>
            </a:r>
            <a:r>
              <a:rPr lang="en-US" altLang="en-US" sz="2000" i="1">
                <a:solidFill>
                  <a:srgbClr val="7F0101"/>
                </a:solidFill>
              </a:rPr>
              <a:t>real world</a:t>
            </a:r>
            <a:r>
              <a:rPr lang="en-US" altLang="en-US" sz="2000" i="1"/>
              <a:t> to </a:t>
            </a:r>
            <a:r>
              <a:rPr lang="en-US" altLang="en-US" sz="2000" i="1">
                <a:solidFill>
                  <a:srgbClr val="083A7F"/>
                </a:solidFill>
              </a:rPr>
              <a:t>abstract world</a:t>
            </a:r>
            <a:endParaRPr lang="en-US" altLang="en-US" sz="2000" i="1"/>
          </a:p>
        </p:txBody>
      </p:sp>
      <p:sp>
        <p:nvSpPr>
          <p:cNvPr id="46088" name="Slide Number Placeholder 1">
            <a:extLst>
              <a:ext uri="{FF2B5EF4-FFF2-40B4-BE49-F238E27FC236}">
                <a16:creationId xmlns:a16="http://schemas.microsoft.com/office/drawing/2014/main" id="{626F3921-28C7-4B35-0D80-9210C4F622C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498F8F7-EB78-42D8-9BA1-FC63F8FD8576}" type="slidenum">
              <a:rPr lang="en-AU" altLang="en-US" sz="1400" smtClean="0">
                <a:latin typeface="Times New Roman" panose="02020603050405020304" pitchFamily="18" charset="0"/>
              </a:rPr>
              <a:pPr>
                <a:spcBef>
                  <a:spcPct val="0"/>
                </a:spcBef>
                <a:buSzTx/>
                <a:buFontTx/>
                <a:buNone/>
              </a:pPr>
              <a:t>22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0A921665-FCA9-1962-82EC-888FDABA8CF0}"/>
              </a:ext>
            </a:extLst>
          </p:cNvPr>
          <p:cNvSpPr>
            <a:spLocks noGrp="1" noChangeArrowheads="1"/>
          </p:cNvSpPr>
          <p:nvPr>
            <p:ph type="title"/>
          </p:nvPr>
        </p:nvSpPr>
        <p:spPr/>
        <p:txBody>
          <a:bodyPr/>
          <a:lstStyle/>
          <a:p>
            <a:endParaRPr lang="en-US" altLang="en-US"/>
          </a:p>
        </p:txBody>
      </p:sp>
      <p:sp>
        <p:nvSpPr>
          <p:cNvPr id="47107" name="Content Placeholder 2">
            <a:extLst>
              <a:ext uri="{FF2B5EF4-FFF2-40B4-BE49-F238E27FC236}">
                <a16:creationId xmlns:a16="http://schemas.microsoft.com/office/drawing/2014/main" id="{EFCC900B-018D-B3E5-1F98-8158358D863D}"/>
              </a:ext>
            </a:extLst>
          </p:cNvPr>
          <p:cNvSpPr>
            <a:spLocks noGrp="1" noChangeArrowheads="1"/>
          </p:cNvSpPr>
          <p:nvPr>
            <p:ph idx="1"/>
          </p:nvPr>
        </p:nvSpPr>
        <p:spPr/>
        <p:txBody>
          <a:bodyPr/>
          <a:lstStyle/>
          <a:p>
            <a:pPr marL="0" indent="0">
              <a:buFont typeface="Wingdings" panose="05000000000000000000" pitchFamily="2" charset="2"/>
              <a:buNone/>
            </a:pPr>
            <a:endParaRPr lang="en-AU" altLang="en-US"/>
          </a:p>
          <a:p>
            <a:pPr marL="0" indent="0">
              <a:buFont typeface="Wingdings" panose="05000000000000000000" pitchFamily="2" charset="2"/>
              <a:buNone/>
            </a:pPr>
            <a:endParaRPr lang="en-AU" altLang="en-US"/>
          </a:p>
          <a:p>
            <a:pPr marL="0" indent="0">
              <a:buFont typeface="Wingdings" panose="05000000000000000000" pitchFamily="2" charset="2"/>
              <a:buNone/>
            </a:pPr>
            <a:endParaRPr lang="en-AU" altLang="en-US"/>
          </a:p>
          <a:p>
            <a:pPr marL="0" indent="0" algn="ctr">
              <a:buFont typeface="Wingdings" panose="05000000000000000000" pitchFamily="2" charset="2"/>
              <a:buNone/>
            </a:pPr>
            <a:r>
              <a:rPr lang="en-AU" altLang="en-US"/>
              <a:t>Break</a:t>
            </a:r>
          </a:p>
        </p:txBody>
      </p:sp>
      <p:sp>
        <p:nvSpPr>
          <p:cNvPr id="47108" name="Slide Number Placeholder 3">
            <a:extLst>
              <a:ext uri="{FF2B5EF4-FFF2-40B4-BE49-F238E27FC236}">
                <a16:creationId xmlns:a16="http://schemas.microsoft.com/office/drawing/2014/main" id="{14984620-F3D7-3BA5-9A63-0CAE7886182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5CFA72E2-392A-4E46-8AE2-F94A88B32DCE}" type="slidenum">
              <a:rPr lang="en-AU" altLang="en-US" sz="1400" smtClean="0">
                <a:latin typeface="Times New Roman" panose="02020603050405020304" pitchFamily="18" charset="0"/>
              </a:rPr>
              <a:pPr>
                <a:spcBef>
                  <a:spcPct val="0"/>
                </a:spcBef>
                <a:buSzTx/>
                <a:buFontTx/>
                <a:buNone/>
              </a:pPr>
              <a:t>23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383A7447-8036-6A80-E5AB-A4C139F0CF66}"/>
              </a:ext>
            </a:extLst>
          </p:cNvPr>
          <p:cNvSpPr>
            <a:spLocks noGrp="1" noChangeArrowheads="1"/>
          </p:cNvSpPr>
          <p:nvPr>
            <p:ph type="title"/>
          </p:nvPr>
        </p:nvSpPr>
        <p:spPr/>
        <p:txBody>
          <a:bodyPr/>
          <a:lstStyle/>
          <a:p>
            <a:endParaRPr lang="en-US" altLang="en-US"/>
          </a:p>
        </p:txBody>
      </p:sp>
      <p:sp>
        <p:nvSpPr>
          <p:cNvPr id="48131" name="Rectangle 3">
            <a:extLst>
              <a:ext uri="{FF2B5EF4-FFF2-40B4-BE49-F238E27FC236}">
                <a16:creationId xmlns:a16="http://schemas.microsoft.com/office/drawing/2014/main" id="{ED240E45-A7FA-735F-7F3A-3B17EF215D67}"/>
              </a:ext>
            </a:extLst>
          </p:cNvPr>
          <p:cNvSpPr>
            <a:spLocks noGrp="1" noChangeArrowheads="1"/>
          </p:cNvSpPr>
          <p:nvPr>
            <p:ph type="body" idx="1"/>
          </p:nvPr>
        </p:nvSpPr>
        <p:spPr/>
        <p:txBody>
          <a:bodyPr/>
          <a:lstStyle/>
          <a:p>
            <a:pPr>
              <a:buFont typeface="Wingdings" panose="05000000000000000000" pitchFamily="2" charset="2"/>
              <a:buNone/>
            </a:pPr>
            <a:endParaRPr lang="en-AU" altLang="en-US"/>
          </a:p>
          <a:p>
            <a:pPr>
              <a:buFont typeface="Wingdings" panose="05000000000000000000" pitchFamily="2" charset="2"/>
              <a:buNone/>
            </a:pPr>
            <a:endParaRPr lang="en-AU" altLang="en-US"/>
          </a:p>
          <a:p>
            <a:pPr algn="ctr">
              <a:buFont typeface="Wingdings" panose="05000000000000000000" pitchFamily="2" charset="2"/>
              <a:buNone/>
            </a:pPr>
            <a:r>
              <a:rPr lang="en-AU" altLang="en-US" sz="4000" i="1"/>
              <a:t>But what kinds of abstractions</a:t>
            </a:r>
          </a:p>
          <a:p>
            <a:pPr algn="ctr">
              <a:buFont typeface="Wingdings" panose="05000000000000000000" pitchFamily="2" charset="2"/>
              <a:buNone/>
            </a:pPr>
            <a:r>
              <a:rPr lang="en-AU" altLang="en-US" sz="4000" i="1"/>
              <a:t>do exist in software?</a:t>
            </a:r>
            <a:endParaRPr lang="en-US" altLang="en-US" sz="4000" i="1"/>
          </a:p>
        </p:txBody>
      </p:sp>
      <p:sp>
        <p:nvSpPr>
          <p:cNvPr id="48132" name="Slide Number Placeholder 1">
            <a:extLst>
              <a:ext uri="{FF2B5EF4-FFF2-40B4-BE49-F238E27FC236}">
                <a16:creationId xmlns:a16="http://schemas.microsoft.com/office/drawing/2014/main" id="{304FA89F-3FC9-DBEC-9F41-55FC56C2C66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64B0C27-C1EC-4666-86EA-0BCE8C7E0C87}" type="slidenum">
              <a:rPr lang="en-AU" altLang="en-US" sz="1400" smtClean="0">
                <a:latin typeface="Times New Roman" panose="02020603050405020304" pitchFamily="18" charset="0"/>
              </a:rPr>
              <a:pPr>
                <a:spcBef>
                  <a:spcPct val="0"/>
                </a:spcBef>
                <a:buSzTx/>
                <a:buFontTx/>
                <a:buNone/>
              </a:pPr>
              <a:t>24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ACDF808-1D66-234F-F461-6DDAB19491D4}"/>
              </a:ext>
            </a:extLst>
          </p:cNvPr>
          <p:cNvSpPr>
            <a:spLocks noGrp="1" noChangeArrowheads="1"/>
          </p:cNvSpPr>
          <p:nvPr>
            <p:ph type="title"/>
          </p:nvPr>
        </p:nvSpPr>
        <p:spPr/>
        <p:txBody>
          <a:bodyPr/>
          <a:lstStyle/>
          <a:p>
            <a:r>
              <a:rPr lang="en-US" altLang="en-US" sz="3400"/>
              <a:t>Fundamental Programming Abstractions</a:t>
            </a:r>
          </a:p>
        </p:txBody>
      </p:sp>
      <p:sp>
        <p:nvSpPr>
          <p:cNvPr id="50179" name="Rectangle 3">
            <a:extLst>
              <a:ext uri="{FF2B5EF4-FFF2-40B4-BE49-F238E27FC236}">
                <a16:creationId xmlns:a16="http://schemas.microsoft.com/office/drawing/2014/main" id="{9090801C-4DD6-D1C0-25E9-C80694C3F6BE}"/>
              </a:ext>
            </a:extLst>
          </p:cNvPr>
          <p:cNvSpPr>
            <a:spLocks noGrp="1" noChangeArrowheads="1"/>
          </p:cNvSpPr>
          <p:nvPr>
            <p:ph type="body" sz="half" idx="1"/>
          </p:nvPr>
        </p:nvSpPr>
        <p:spPr/>
        <p:txBody>
          <a:bodyPr/>
          <a:lstStyle/>
          <a:p>
            <a:pPr>
              <a:buFont typeface="Wingdings" panose="05000000000000000000" pitchFamily="2" charset="2"/>
              <a:buNone/>
            </a:pPr>
            <a:endParaRPr lang="en-AU" altLang="en-US" sz="1000"/>
          </a:p>
          <a:p>
            <a:r>
              <a:rPr lang="en-AU" altLang="en-US"/>
              <a:t>Instruction</a:t>
            </a:r>
          </a:p>
          <a:p>
            <a:r>
              <a:rPr lang="en-AU" altLang="en-US"/>
              <a:t>Sequence</a:t>
            </a:r>
          </a:p>
          <a:p>
            <a:r>
              <a:rPr lang="en-AU" altLang="en-US"/>
              <a:t>Condition</a:t>
            </a:r>
          </a:p>
          <a:p>
            <a:r>
              <a:rPr lang="en-AU" altLang="en-US"/>
              <a:t>Repetition</a:t>
            </a:r>
          </a:p>
          <a:p>
            <a:r>
              <a:rPr lang="en-AU" altLang="en-US"/>
              <a:t>Abstraction:</a:t>
            </a:r>
            <a:endParaRPr lang="en-AU" altLang="en-US" sz="2000"/>
          </a:p>
          <a:p>
            <a:pPr lvl="1"/>
            <a:r>
              <a:rPr lang="en-AU" altLang="en-US"/>
              <a:t>Data abstraction</a:t>
            </a:r>
          </a:p>
          <a:p>
            <a:pPr lvl="1"/>
            <a:r>
              <a:rPr lang="en-AU" altLang="en-US"/>
              <a:t>Functional abstraction</a:t>
            </a:r>
            <a:endParaRPr lang="en-US" altLang="en-US" sz="2000"/>
          </a:p>
        </p:txBody>
      </p:sp>
      <p:sp>
        <p:nvSpPr>
          <p:cNvPr id="50180" name="Rectangle 4">
            <a:extLst>
              <a:ext uri="{FF2B5EF4-FFF2-40B4-BE49-F238E27FC236}">
                <a16:creationId xmlns:a16="http://schemas.microsoft.com/office/drawing/2014/main" id="{407CD35B-3A40-648F-67F3-DC880089A36A}"/>
              </a:ext>
            </a:extLst>
          </p:cNvPr>
          <p:cNvSpPr>
            <a:spLocks noGrp="1" noChangeArrowheads="1"/>
          </p:cNvSpPr>
          <p:nvPr>
            <p:ph type="body" sz="half" idx="2"/>
          </p:nvPr>
        </p:nvSpPr>
        <p:spPr/>
        <p:txBody>
          <a:bodyPr/>
          <a:lstStyle/>
          <a:p>
            <a:pPr marL="98425" indent="-98425">
              <a:buFont typeface="Wingdings" panose="05000000000000000000" pitchFamily="2" charset="2"/>
              <a:buNone/>
            </a:pPr>
            <a:endParaRPr lang="en-US" altLang="en-US" sz="2400"/>
          </a:p>
          <a:p>
            <a:pPr marL="98425" indent="-98425">
              <a:buFont typeface="Wingdings" panose="05000000000000000000" pitchFamily="2" charset="2"/>
              <a:buNone/>
            </a:pPr>
            <a:endParaRPr lang="en-US" altLang="en-US" sz="2400"/>
          </a:p>
          <a:p>
            <a:pPr marL="98425" indent="-98425">
              <a:buFont typeface="Wingdings" panose="05000000000000000000" pitchFamily="2" charset="2"/>
              <a:buNone/>
            </a:pPr>
            <a:r>
              <a:rPr lang="en-US" altLang="en-US" sz="2400"/>
              <a:t>	</a:t>
            </a:r>
            <a:r>
              <a:rPr lang="en-US" altLang="en-US" sz="2400" i="1">
                <a:solidFill>
                  <a:srgbClr val="083A7F"/>
                </a:solidFill>
              </a:rPr>
              <a:t>Most (if not all…) programming languages are based on these fundamental abstractions!</a:t>
            </a:r>
            <a:endParaRPr lang="en-US" altLang="en-US" sz="2400"/>
          </a:p>
        </p:txBody>
      </p:sp>
      <p:sp>
        <p:nvSpPr>
          <p:cNvPr id="50181" name="Slide Number Placeholder 1">
            <a:extLst>
              <a:ext uri="{FF2B5EF4-FFF2-40B4-BE49-F238E27FC236}">
                <a16:creationId xmlns:a16="http://schemas.microsoft.com/office/drawing/2014/main" id="{D3519D62-46B6-67E5-2F68-E03B46DB787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BF57F99-A292-4D22-AA11-8CD84F944E0D}" type="slidenum">
              <a:rPr lang="en-AU" altLang="en-US" sz="1400" smtClean="0">
                <a:latin typeface="Times New Roman" panose="02020603050405020304" pitchFamily="18" charset="0"/>
              </a:rPr>
              <a:pPr>
                <a:spcBef>
                  <a:spcPct val="0"/>
                </a:spcBef>
                <a:buSzTx/>
                <a:buFontTx/>
                <a:buNone/>
              </a:pPr>
              <a:t>25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FA951A5-7F11-39BE-E411-90335385DC12}"/>
              </a:ext>
            </a:extLst>
          </p:cNvPr>
          <p:cNvSpPr>
            <a:spLocks noGrp="1" noChangeArrowheads="1"/>
          </p:cNvSpPr>
          <p:nvPr>
            <p:ph type="body" idx="1"/>
          </p:nvPr>
        </p:nvSpPr>
        <p:spPr/>
        <p:txBody>
          <a:bodyPr/>
          <a:lstStyle/>
          <a:p>
            <a:pPr>
              <a:lnSpc>
                <a:spcPct val="90000"/>
              </a:lnSpc>
            </a:pPr>
            <a:r>
              <a:rPr lang="en-AU" altLang="en-US" sz="2000"/>
              <a:t>Subsystems</a:t>
            </a:r>
          </a:p>
          <a:p>
            <a:pPr>
              <a:lnSpc>
                <a:spcPct val="90000"/>
              </a:lnSpc>
            </a:pPr>
            <a:r>
              <a:rPr lang="en-AU" altLang="en-US" sz="2000"/>
              <a:t>Components</a:t>
            </a:r>
          </a:p>
          <a:p>
            <a:pPr>
              <a:lnSpc>
                <a:spcPct val="90000"/>
              </a:lnSpc>
            </a:pPr>
            <a:r>
              <a:rPr lang="en-AU" altLang="en-US" sz="2000"/>
              <a:t>Packages</a:t>
            </a:r>
          </a:p>
          <a:p>
            <a:pPr>
              <a:lnSpc>
                <a:spcPct val="90000"/>
              </a:lnSpc>
            </a:pPr>
            <a:r>
              <a:rPr lang="en-AU" altLang="en-US" sz="2000"/>
              <a:t>Interfaces</a:t>
            </a:r>
          </a:p>
          <a:p>
            <a:pPr>
              <a:lnSpc>
                <a:spcPct val="90000"/>
              </a:lnSpc>
            </a:pPr>
            <a:r>
              <a:rPr lang="en-AU" altLang="en-US" sz="2000"/>
              <a:t>Objects</a:t>
            </a:r>
          </a:p>
          <a:p>
            <a:pPr>
              <a:lnSpc>
                <a:spcPct val="90000"/>
              </a:lnSpc>
            </a:pPr>
            <a:r>
              <a:rPr lang="en-AU" altLang="en-US" sz="2000"/>
              <a:t>Abstract Data Types (e.g, list, tree)</a:t>
            </a:r>
          </a:p>
          <a:p>
            <a:pPr>
              <a:lnSpc>
                <a:spcPct val="90000"/>
              </a:lnSpc>
            </a:pPr>
            <a:r>
              <a:rPr lang="en-AU" altLang="en-US" sz="2000"/>
              <a:t>Functional abstractions (e.g., procedures, methods)</a:t>
            </a:r>
          </a:p>
          <a:p>
            <a:pPr>
              <a:lnSpc>
                <a:spcPct val="90000"/>
              </a:lnSpc>
            </a:pPr>
            <a:r>
              <a:rPr lang="en-AU" altLang="en-US" sz="2000"/>
              <a:t>Primitive data types (e.g., int, bool, char)</a:t>
            </a:r>
          </a:p>
          <a:p>
            <a:pPr>
              <a:lnSpc>
                <a:spcPct val="90000"/>
              </a:lnSpc>
            </a:pPr>
            <a:r>
              <a:rPr lang="en-AU" altLang="en-US" sz="2000"/>
              <a:t>Simple arithmetic expressions and control structures</a:t>
            </a:r>
          </a:p>
          <a:p>
            <a:pPr>
              <a:lnSpc>
                <a:spcPct val="90000"/>
              </a:lnSpc>
            </a:pPr>
            <a:r>
              <a:rPr lang="en-AU" altLang="en-US" sz="2000"/>
              <a:t>Macros</a:t>
            </a:r>
          </a:p>
          <a:p>
            <a:pPr>
              <a:lnSpc>
                <a:spcPct val="90000"/>
              </a:lnSpc>
            </a:pPr>
            <a:r>
              <a:rPr lang="en-AU" altLang="en-US" sz="2000"/>
              <a:t>Symbolic names (for instructions and memory cells)</a:t>
            </a:r>
          </a:p>
          <a:p>
            <a:pPr>
              <a:lnSpc>
                <a:spcPct val="90000"/>
              </a:lnSpc>
            </a:pPr>
            <a:r>
              <a:rPr lang="en-AU" altLang="en-US" sz="2000"/>
              <a:t>Machine instructions, memory cells …</a:t>
            </a:r>
          </a:p>
        </p:txBody>
      </p:sp>
      <p:sp>
        <p:nvSpPr>
          <p:cNvPr id="51203" name="Rectangle 3">
            <a:extLst>
              <a:ext uri="{FF2B5EF4-FFF2-40B4-BE49-F238E27FC236}">
                <a16:creationId xmlns:a16="http://schemas.microsoft.com/office/drawing/2014/main" id="{FD670E49-E1C0-2017-2DA2-B753E0C1E782}"/>
              </a:ext>
            </a:extLst>
          </p:cNvPr>
          <p:cNvSpPr>
            <a:spLocks noGrp="1" noChangeArrowheads="1"/>
          </p:cNvSpPr>
          <p:nvPr>
            <p:ph type="title"/>
          </p:nvPr>
        </p:nvSpPr>
        <p:spPr/>
        <p:txBody>
          <a:bodyPr/>
          <a:lstStyle/>
          <a:p>
            <a:r>
              <a:rPr lang="en-AU" altLang="ja-JP"/>
              <a:t>“Abstraction Stack</a:t>
            </a:r>
            <a:r>
              <a:rPr lang="ja-JP" altLang="en-AU"/>
              <a:t>”</a:t>
            </a:r>
            <a:r>
              <a:rPr lang="en-AU" altLang="ja-JP"/>
              <a:t> in Software</a:t>
            </a:r>
            <a:endParaRPr lang="en-US" altLang="en-US"/>
          </a:p>
        </p:txBody>
      </p:sp>
      <p:sp>
        <p:nvSpPr>
          <p:cNvPr id="51204" name="Text Box 4">
            <a:extLst>
              <a:ext uri="{FF2B5EF4-FFF2-40B4-BE49-F238E27FC236}">
                <a16:creationId xmlns:a16="http://schemas.microsoft.com/office/drawing/2014/main" id="{F203F9C6-AAE0-6E4D-2288-6975E61EF3F1}"/>
              </a:ext>
            </a:extLst>
          </p:cNvPr>
          <p:cNvSpPr txBox="1">
            <a:spLocks noChangeArrowheads="1"/>
          </p:cNvSpPr>
          <p:nvPr/>
        </p:nvSpPr>
        <p:spPr bwMode="auto">
          <a:xfrm>
            <a:off x="4648200" y="1676400"/>
            <a:ext cx="3505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i="1">
                <a:solidFill>
                  <a:srgbClr val="7F0101"/>
                </a:solidFill>
              </a:rPr>
              <a:t>Directly or indirectly, they all related to program code!</a:t>
            </a:r>
            <a:endParaRPr lang="en-US" altLang="en-US" sz="2400"/>
          </a:p>
        </p:txBody>
      </p:sp>
      <p:sp>
        <p:nvSpPr>
          <p:cNvPr id="51205" name="Slide Number Placeholder 1">
            <a:extLst>
              <a:ext uri="{FF2B5EF4-FFF2-40B4-BE49-F238E27FC236}">
                <a16:creationId xmlns:a16="http://schemas.microsoft.com/office/drawing/2014/main" id="{220DE1AD-9B45-33FB-2C1C-6DC3304EA12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C7E7CD28-A59A-4406-A7B8-E712F30A2419}" type="slidenum">
              <a:rPr lang="en-AU" altLang="en-US" sz="1400" smtClean="0">
                <a:latin typeface="Times New Roman" panose="02020603050405020304" pitchFamily="18" charset="0"/>
              </a:rPr>
              <a:pPr>
                <a:spcBef>
                  <a:spcPct val="0"/>
                </a:spcBef>
                <a:buSzTx/>
                <a:buFontTx/>
                <a:buNone/>
              </a:pPr>
              <a:t>26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626B89CA-E412-C661-0385-229E40F68752}"/>
              </a:ext>
            </a:extLst>
          </p:cNvPr>
          <p:cNvSpPr>
            <a:spLocks noGrp="1" noChangeArrowheads="1"/>
          </p:cNvSpPr>
          <p:nvPr>
            <p:ph type="title"/>
          </p:nvPr>
        </p:nvSpPr>
        <p:spPr/>
        <p:txBody>
          <a:bodyPr/>
          <a:lstStyle/>
          <a:p>
            <a:endParaRPr lang="en-US" altLang="en-US"/>
          </a:p>
        </p:txBody>
      </p:sp>
      <p:sp>
        <p:nvSpPr>
          <p:cNvPr id="53251" name="Rectangle 3">
            <a:extLst>
              <a:ext uri="{FF2B5EF4-FFF2-40B4-BE49-F238E27FC236}">
                <a16:creationId xmlns:a16="http://schemas.microsoft.com/office/drawing/2014/main" id="{420CE6AF-1557-F3BA-5B4F-49725FF8FD43}"/>
              </a:ext>
            </a:extLst>
          </p:cNvPr>
          <p:cNvSpPr>
            <a:spLocks noGrp="1" noChangeArrowheads="1"/>
          </p:cNvSpPr>
          <p:nvPr>
            <p:ph type="body" idx="1"/>
          </p:nvPr>
        </p:nvSpPr>
        <p:spPr/>
        <p:txBody>
          <a:bodyPr/>
          <a:lstStyle/>
          <a:p>
            <a:pPr>
              <a:buFont typeface="Wingdings" panose="05000000000000000000" pitchFamily="2" charset="2"/>
              <a:buNone/>
            </a:pPr>
            <a:endParaRPr lang="en-AU" altLang="en-US"/>
          </a:p>
          <a:p>
            <a:pPr>
              <a:buFont typeface="Wingdings" panose="05000000000000000000" pitchFamily="2" charset="2"/>
              <a:buNone/>
            </a:pPr>
            <a:endParaRPr lang="en-AU" altLang="en-US"/>
          </a:p>
          <a:p>
            <a:pPr algn="ctr">
              <a:buFont typeface="Wingdings" panose="05000000000000000000" pitchFamily="2" charset="2"/>
              <a:buNone/>
            </a:pPr>
            <a:r>
              <a:rPr lang="en-AU" altLang="en-US" sz="4000" i="1"/>
              <a:t>But what about if we abstract</a:t>
            </a:r>
            <a:br>
              <a:rPr lang="en-AU" altLang="en-US" sz="4000" i="1"/>
            </a:br>
            <a:r>
              <a:rPr lang="en-AU" altLang="en-US" sz="4000" i="1"/>
              <a:t>from the code/program itself?</a:t>
            </a:r>
            <a:endParaRPr lang="en-US" altLang="en-US" sz="4000" i="1"/>
          </a:p>
        </p:txBody>
      </p:sp>
      <p:sp>
        <p:nvSpPr>
          <p:cNvPr id="53252" name="Slide Number Placeholder 1">
            <a:extLst>
              <a:ext uri="{FF2B5EF4-FFF2-40B4-BE49-F238E27FC236}">
                <a16:creationId xmlns:a16="http://schemas.microsoft.com/office/drawing/2014/main" id="{C757C0E4-B9CB-84EA-ADD1-6AECD88EB46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6DA359F-B7EA-4A09-A76A-78659C2BB3B2}" type="slidenum">
              <a:rPr lang="en-AU" altLang="en-US" sz="1400" smtClean="0">
                <a:latin typeface="Times New Roman" panose="02020603050405020304" pitchFamily="18" charset="0"/>
              </a:rPr>
              <a:pPr>
                <a:spcBef>
                  <a:spcPct val="0"/>
                </a:spcBef>
                <a:buSzTx/>
                <a:buFontTx/>
                <a:buNone/>
              </a:pPr>
              <a:t>27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777A47D6-E523-170D-7E70-E48FCC8D59FD}"/>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55299" name="Picture 6" descr="roadmap">
            <a:extLst>
              <a:ext uri="{FF2B5EF4-FFF2-40B4-BE49-F238E27FC236}">
                <a16:creationId xmlns:a16="http://schemas.microsoft.com/office/drawing/2014/main" id="{6C55E5C3-709C-9A6A-6CA8-ADFC4D5687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Rectangle 4">
            <a:extLst>
              <a:ext uri="{FF2B5EF4-FFF2-40B4-BE49-F238E27FC236}">
                <a16:creationId xmlns:a16="http://schemas.microsoft.com/office/drawing/2014/main" id="{EF31CE84-6C6B-8BAD-2EA2-A7E1CDC643FF}"/>
              </a:ext>
            </a:extLst>
          </p:cNvPr>
          <p:cNvSpPr>
            <a:spLocks noGrp="1" noChangeArrowheads="1"/>
          </p:cNvSpPr>
          <p:nvPr>
            <p:ph type="title" idx="4294967295"/>
          </p:nvPr>
        </p:nvSpPr>
        <p:spPr/>
        <p:txBody>
          <a:bodyPr/>
          <a:lstStyle/>
          <a:p>
            <a:pPr eaLnBrk="1" hangingPunct="1"/>
            <a:r>
              <a:rPr lang="en-US" altLang="en-US"/>
              <a:t>Outline</a:t>
            </a:r>
          </a:p>
        </p:txBody>
      </p:sp>
      <p:sp>
        <p:nvSpPr>
          <p:cNvPr id="55301" name="Rectangle 4">
            <a:extLst>
              <a:ext uri="{FF2B5EF4-FFF2-40B4-BE49-F238E27FC236}">
                <a16:creationId xmlns:a16="http://schemas.microsoft.com/office/drawing/2014/main" id="{A41C68AF-4170-2BA9-4B39-B9275AEC7255}"/>
              </a:ext>
            </a:extLst>
          </p:cNvPr>
          <p:cNvSpPr>
            <a:spLocks noChangeArrowheads="1"/>
          </p:cNvSpPr>
          <p:nvPr/>
        </p:nvSpPr>
        <p:spPr bwMode="auto">
          <a:xfrm>
            <a:off x="914400" y="1371600"/>
            <a:ext cx="6997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eaLnBrk="1" hangingPunct="1">
              <a:spcBef>
                <a:spcPct val="0"/>
              </a:spcBef>
              <a:buSzTx/>
              <a:buFontTx/>
              <a:buNone/>
            </a:pPr>
            <a:endParaRPr lang="en-US" altLang="en-US" sz="3600" b="1">
              <a:solidFill>
                <a:schemeClr val="tx2"/>
              </a:solidFill>
            </a:endParaRPr>
          </a:p>
        </p:txBody>
      </p:sp>
      <p:sp>
        <p:nvSpPr>
          <p:cNvPr id="55302" name="Rectangle 8">
            <a:extLst>
              <a:ext uri="{FF2B5EF4-FFF2-40B4-BE49-F238E27FC236}">
                <a16:creationId xmlns:a16="http://schemas.microsoft.com/office/drawing/2014/main" id="{222B27CD-7A84-13C1-E848-1C87E77D74EB}"/>
              </a:ext>
            </a:extLst>
          </p:cNvPr>
          <p:cNvSpPr>
            <a:spLocks noChangeArrowheads="1"/>
          </p:cNvSpPr>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85750" indent="-285750">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6200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eaLnBrk="1" hangingPunct="1">
              <a:buFont typeface="Wingdings" panose="05000000000000000000" pitchFamily="2" charset="2"/>
              <a:buNone/>
            </a:pPr>
            <a:endParaRPr lang="en-US" altLang="en-US" sz="1400"/>
          </a:p>
          <a:p>
            <a:pPr eaLnBrk="1" hangingPunct="1"/>
            <a:r>
              <a:rPr lang="en-US" altLang="en-US"/>
              <a:t>Abstractions</a:t>
            </a:r>
          </a:p>
          <a:p>
            <a:pPr lvl="1" eaLnBrk="1" hangingPunct="1"/>
            <a:r>
              <a:rPr lang="en-US" altLang="en-US"/>
              <a:t>What is an abstraction?</a:t>
            </a:r>
          </a:p>
          <a:p>
            <a:pPr lvl="1" eaLnBrk="1" hangingPunct="1"/>
            <a:r>
              <a:rPr lang="en-US" altLang="en-US"/>
              <a:t>Abstractions in Software</a:t>
            </a:r>
          </a:p>
          <a:p>
            <a:pPr eaLnBrk="1" hangingPunct="1"/>
            <a:r>
              <a:rPr lang="en-US" altLang="en-US" b="1"/>
              <a:t>Abstractions beyond code</a:t>
            </a:r>
          </a:p>
          <a:p>
            <a:pPr lvl="1" eaLnBrk="1" hangingPunct="1"/>
            <a:r>
              <a:rPr lang="en-US" altLang="en-US"/>
              <a:t>Domain Models</a:t>
            </a:r>
          </a:p>
          <a:p>
            <a:pPr lvl="1" eaLnBrk="1" hangingPunct="1"/>
            <a:r>
              <a:rPr lang="en-US" altLang="en-US"/>
              <a:t>Patterns and Architectures</a:t>
            </a:r>
            <a:endParaRPr lang="en-US" altLang="en-US" sz="2800"/>
          </a:p>
          <a:p>
            <a:pPr eaLnBrk="1" hangingPunct="1"/>
            <a:r>
              <a:rPr lang="en-US" altLang="en-US"/>
              <a:t>Questions for Discussion</a:t>
            </a:r>
          </a:p>
        </p:txBody>
      </p:sp>
      <p:sp>
        <p:nvSpPr>
          <p:cNvPr id="55303" name="Slide Number Placeholder 1">
            <a:extLst>
              <a:ext uri="{FF2B5EF4-FFF2-40B4-BE49-F238E27FC236}">
                <a16:creationId xmlns:a16="http://schemas.microsoft.com/office/drawing/2014/main" id="{3713097B-8023-D46D-2C04-5084AF81E15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0FFD6BE-0B35-48BB-B572-C9CAFB12AF51}" type="slidenum">
              <a:rPr lang="en-AU" altLang="en-US" sz="1400" smtClean="0">
                <a:latin typeface="Times New Roman" panose="02020603050405020304" pitchFamily="18" charset="0"/>
              </a:rPr>
              <a:pPr>
                <a:spcBef>
                  <a:spcPct val="0"/>
                </a:spcBef>
                <a:buSzTx/>
                <a:buFontTx/>
                <a:buNone/>
              </a:pPr>
              <a:t>28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219BBE68-5C6C-794C-A3B5-09A33E8DFCB6}"/>
              </a:ext>
            </a:extLst>
          </p:cNvPr>
          <p:cNvSpPr>
            <a:spLocks noGrp="1" noChangeArrowheads="1"/>
          </p:cNvSpPr>
          <p:nvPr>
            <p:ph type="title"/>
          </p:nvPr>
        </p:nvSpPr>
        <p:spPr/>
        <p:txBody>
          <a:bodyPr/>
          <a:lstStyle/>
          <a:p>
            <a:r>
              <a:rPr lang="en-US" altLang="en-US"/>
              <a:t>Models are Abstractions</a:t>
            </a:r>
          </a:p>
        </p:txBody>
      </p:sp>
      <p:sp>
        <p:nvSpPr>
          <p:cNvPr id="57347" name="Rectangle 3">
            <a:extLst>
              <a:ext uri="{FF2B5EF4-FFF2-40B4-BE49-F238E27FC236}">
                <a16:creationId xmlns:a16="http://schemas.microsoft.com/office/drawing/2014/main" id="{72194B55-914B-410C-8243-CB5D42326826}"/>
              </a:ext>
            </a:extLst>
          </p:cNvPr>
          <p:cNvSpPr>
            <a:spLocks noGrp="1" noChangeArrowheads="1"/>
          </p:cNvSpPr>
          <p:nvPr>
            <p:ph type="body" idx="1"/>
          </p:nvPr>
        </p:nvSpPr>
        <p:spPr/>
        <p:txBody>
          <a:bodyPr/>
          <a:lstStyle/>
          <a:p>
            <a:pPr marL="228600" indent="-228600"/>
            <a:r>
              <a:rPr lang="en-US" altLang="en-US" sz="2400"/>
              <a:t>A </a:t>
            </a:r>
            <a:r>
              <a:rPr lang="en-US" altLang="en-US" sz="2400">
                <a:cs typeface="Times New Roman" panose="02020603050405020304" pitchFamily="18" charset="0"/>
              </a:rPr>
              <a:t>model is a </a:t>
            </a:r>
            <a:r>
              <a:rPr lang="en-US" altLang="en-US" sz="2400" i="1">
                <a:solidFill>
                  <a:srgbClr val="7F0101"/>
                </a:solidFill>
                <a:cs typeface="Times New Roman" panose="02020603050405020304" pitchFamily="18" charset="0"/>
              </a:rPr>
              <a:t>simplification of reality</a:t>
            </a:r>
            <a:r>
              <a:rPr lang="en-US" altLang="en-US" sz="2400"/>
              <a:t>.</a:t>
            </a:r>
          </a:p>
          <a:p>
            <a:pPr marL="228600" indent="-228600"/>
            <a:r>
              <a:rPr lang="en-US" altLang="en-US" sz="2400">
                <a:cs typeface="Times New Roman" panose="02020603050405020304" pitchFamily="18" charset="0"/>
              </a:rPr>
              <a:t>(many) models are created for better understanding of the problem, domain or system to build.</a:t>
            </a:r>
          </a:p>
          <a:p>
            <a:pPr marL="228600" indent="-228600"/>
            <a:r>
              <a:rPr lang="en-US" altLang="en-US" sz="2400">
                <a:cs typeface="Times New Roman" panose="02020603050405020304" pitchFamily="18" charset="0"/>
              </a:rPr>
              <a:t>A model can capture and represent,</a:t>
            </a:r>
            <a:endParaRPr lang="en-US" altLang="en-US" sz="2000">
              <a:cs typeface="Times New Roman" panose="02020603050405020304" pitchFamily="18" charset="0"/>
            </a:endParaRPr>
          </a:p>
          <a:p>
            <a:pPr marL="641350" lvl="1" indent="-288925"/>
            <a:r>
              <a:rPr lang="en-US" altLang="en-US" sz="2000">
                <a:cs typeface="Times New Roman" panose="02020603050405020304" pitchFamily="18" charset="0"/>
              </a:rPr>
              <a:t>Structure (static model)</a:t>
            </a:r>
          </a:p>
          <a:p>
            <a:pPr marL="641350" lvl="1" indent="-288925"/>
            <a:r>
              <a:rPr lang="en-US" altLang="en-US" sz="2000">
                <a:cs typeface="Times New Roman" panose="02020603050405020304" pitchFamily="18" charset="0"/>
              </a:rPr>
              <a:t>Behavior (dynamic model)</a:t>
            </a:r>
          </a:p>
          <a:p>
            <a:pPr marL="228600" indent="-228600"/>
            <a:r>
              <a:rPr lang="en-US" altLang="en-US" sz="2400">
                <a:cs typeface="Times New Roman" panose="02020603050405020304" pitchFamily="18" charset="0"/>
              </a:rPr>
              <a:t>Examples:</a:t>
            </a:r>
          </a:p>
          <a:p>
            <a:pPr marL="641350" lvl="1" indent="-288925"/>
            <a:r>
              <a:rPr lang="en-US" altLang="en-US" sz="2000">
                <a:cs typeface="Times New Roman" panose="02020603050405020304" pitchFamily="18" charset="0"/>
              </a:rPr>
              <a:t>Architectural blue-print of a house</a:t>
            </a:r>
          </a:p>
          <a:p>
            <a:pPr marL="641350" lvl="1" indent="-288925"/>
            <a:r>
              <a:rPr lang="en-US" altLang="en-US" sz="2000">
                <a:cs typeface="Times New Roman" panose="02020603050405020304" pitchFamily="18" charset="0"/>
              </a:rPr>
              <a:t>Hand-drawn screen</a:t>
            </a:r>
            <a:endParaRPr lang="en-US" altLang="en-US" sz="1800">
              <a:cs typeface="Times New Roman" panose="02020603050405020304" pitchFamily="18" charset="0"/>
            </a:endParaRPr>
          </a:p>
        </p:txBody>
      </p:sp>
      <p:pic>
        <p:nvPicPr>
          <p:cNvPr id="57348" name="Picture 4" descr="bd05351_">
            <a:extLst>
              <a:ext uri="{FF2B5EF4-FFF2-40B4-BE49-F238E27FC236}">
                <a16:creationId xmlns:a16="http://schemas.microsoft.com/office/drawing/2014/main" id="{C1CF98FC-056E-9A8A-CCFA-3F727CFBBC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590800"/>
            <a:ext cx="27686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9" name="Slide Number Placeholder 1">
            <a:extLst>
              <a:ext uri="{FF2B5EF4-FFF2-40B4-BE49-F238E27FC236}">
                <a16:creationId xmlns:a16="http://schemas.microsoft.com/office/drawing/2014/main" id="{F04A0122-C108-9915-8492-F678201E322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C226F3E-C4D6-4E97-9E25-D8274E8631E1}" type="slidenum">
              <a:rPr lang="en-AU" altLang="en-US" sz="1400" smtClean="0">
                <a:latin typeface="Times New Roman" panose="02020603050405020304" pitchFamily="18" charset="0"/>
              </a:rPr>
              <a:pPr>
                <a:spcBef>
                  <a:spcPct val="0"/>
                </a:spcBef>
                <a:buSzTx/>
                <a:buFontTx/>
                <a:buNone/>
              </a:pPr>
              <a:t>29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5022B7B-2F0B-31BE-78C0-2C2DEBE09429}"/>
              </a:ext>
            </a:extLst>
          </p:cNvPr>
          <p:cNvSpPr>
            <a:spLocks noGrp="1" noChangeArrowheads="1"/>
          </p:cNvSpPr>
          <p:nvPr>
            <p:ph type="title"/>
          </p:nvPr>
        </p:nvSpPr>
        <p:spPr/>
        <p:txBody>
          <a:bodyPr/>
          <a:lstStyle/>
          <a:p>
            <a:r>
              <a:rPr lang="en-US" altLang="en-US"/>
              <a:t>Domain Models</a:t>
            </a:r>
          </a:p>
        </p:txBody>
      </p:sp>
      <p:sp>
        <p:nvSpPr>
          <p:cNvPr id="59395" name="Rectangle 3">
            <a:extLst>
              <a:ext uri="{FF2B5EF4-FFF2-40B4-BE49-F238E27FC236}">
                <a16:creationId xmlns:a16="http://schemas.microsoft.com/office/drawing/2014/main" id="{1F9B7802-198B-BAC2-5EE7-E488D5B59FCF}"/>
              </a:ext>
            </a:extLst>
          </p:cNvPr>
          <p:cNvSpPr>
            <a:spLocks noGrp="1" noChangeArrowheads="1"/>
          </p:cNvSpPr>
          <p:nvPr>
            <p:ph type="body" idx="1"/>
          </p:nvPr>
        </p:nvSpPr>
        <p:spPr/>
        <p:txBody>
          <a:bodyPr/>
          <a:lstStyle/>
          <a:p>
            <a:pPr>
              <a:buFont typeface="Wingdings" panose="05000000000000000000" pitchFamily="2" charset="2"/>
              <a:buNone/>
            </a:pPr>
            <a:endParaRPr lang="en-US" altLang="en-US" sz="2000"/>
          </a:p>
          <a:p>
            <a:r>
              <a:rPr lang="en-US" altLang="en-US"/>
              <a:t>A </a:t>
            </a:r>
            <a:r>
              <a:rPr lang="en-US" altLang="en-US" i="1">
                <a:solidFill>
                  <a:srgbClr val="083A7F"/>
                </a:solidFill>
              </a:rPr>
              <a:t>domain model</a:t>
            </a:r>
            <a:r>
              <a:rPr lang="en-US" altLang="en-US"/>
              <a:t> captures the domain entities (or concepts) relevant to a given problem specification</a:t>
            </a:r>
          </a:p>
          <a:p>
            <a:r>
              <a:rPr lang="en-US" altLang="en-US"/>
              <a:t>A </a:t>
            </a:r>
            <a:r>
              <a:rPr lang="en-US" altLang="en-US" i="1">
                <a:solidFill>
                  <a:srgbClr val="7F0101"/>
                </a:solidFill>
              </a:rPr>
              <a:t>domain vocabulary</a:t>
            </a:r>
            <a:r>
              <a:rPr lang="en-US" altLang="en-US"/>
              <a:t> generally defines the meaning (or interpretation) of domain entities</a:t>
            </a:r>
          </a:p>
          <a:p>
            <a:r>
              <a:rPr lang="en-US" altLang="en-US"/>
              <a:t>The relationships between domain entities define an </a:t>
            </a:r>
            <a:r>
              <a:rPr lang="en-US" altLang="en-US" i="1">
                <a:solidFill>
                  <a:srgbClr val="083A7F"/>
                </a:solidFill>
              </a:rPr>
              <a:t>abstraction over the problem domain</a:t>
            </a:r>
            <a:r>
              <a:rPr lang="en-US" altLang="en-US"/>
              <a:t>.</a:t>
            </a:r>
          </a:p>
        </p:txBody>
      </p:sp>
      <p:sp>
        <p:nvSpPr>
          <p:cNvPr id="59396" name="Slide Number Placeholder 1">
            <a:extLst>
              <a:ext uri="{FF2B5EF4-FFF2-40B4-BE49-F238E27FC236}">
                <a16:creationId xmlns:a16="http://schemas.microsoft.com/office/drawing/2014/main" id="{281A3011-28F4-9612-5C09-46630585C70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862CD4F-1C97-4ECE-91DB-BF60BC1C43EA}" type="slidenum">
              <a:rPr lang="en-AU" altLang="en-US" sz="1400" smtClean="0">
                <a:latin typeface="Times New Roman" panose="02020603050405020304" pitchFamily="18" charset="0"/>
              </a:rPr>
              <a:pPr>
                <a:spcBef>
                  <a:spcPct val="0"/>
                </a:spcBef>
                <a:buSzTx/>
                <a:buFontTx/>
                <a:buNone/>
              </a:pPr>
              <a:t>30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766336D7-D7C3-2D17-4ABE-C34EAA90CD9F}"/>
              </a:ext>
            </a:extLst>
          </p:cNvPr>
          <p:cNvSpPr>
            <a:spLocks noGrp="1" noChangeArrowheads="1"/>
          </p:cNvSpPr>
          <p:nvPr>
            <p:ph type="title"/>
          </p:nvPr>
        </p:nvSpPr>
        <p:spPr/>
        <p:txBody>
          <a:bodyPr/>
          <a:lstStyle/>
          <a:p>
            <a:endParaRPr lang="en-US" altLang="en-US"/>
          </a:p>
        </p:txBody>
      </p:sp>
      <p:sp>
        <p:nvSpPr>
          <p:cNvPr id="60419" name="Slide Number Placeholder 2">
            <a:extLst>
              <a:ext uri="{FF2B5EF4-FFF2-40B4-BE49-F238E27FC236}">
                <a16:creationId xmlns:a16="http://schemas.microsoft.com/office/drawing/2014/main" id="{33CD3990-BA17-7D48-65EC-20D27E4773AA}"/>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83C43DD-2A6B-4F3F-B851-DC89D1AAA163}" type="slidenum">
              <a:rPr lang="en-AU" altLang="en-US" sz="1400" smtClean="0">
                <a:latin typeface="Times New Roman" panose="02020603050405020304" pitchFamily="18" charset="0"/>
              </a:rPr>
              <a:pPr/>
              <a:t>31</a:t>
            </a:fld>
            <a:endParaRPr lang="en-AU" altLang="en-US" sz="1400">
              <a:latin typeface="Times New Roman" panose="02020603050405020304" pitchFamily="18" charset="0"/>
            </a:endParaRPr>
          </a:p>
          <a:p>
            <a:endParaRPr lang="en-AU" altLang="en-US" sz="1400">
              <a:latin typeface="Times New Roman" panose="02020603050405020304" pitchFamily="18" charset="0"/>
            </a:endParaRPr>
          </a:p>
        </p:txBody>
      </p:sp>
      <p:pic>
        <p:nvPicPr>
          <p:cNvPr id="60420" name="Picture 2">
            <a:extLst>
              <a:ext uri="{FF2B5EF4-FFF2-40B4-BE49-F238E27FC236}">
                <a16:creationId xmlns:a16="http://schemas.microsoft.com/office/drawing/2014/main" id="{B2DC8A46-9F9A-7C68-2F0C-BEE0FF2598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250" y="257175"/>
            <a:ext cx="7956550" cy="650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B6CB8876-5532-9D1D-BF1D-CCA88578E499}"/>
              </a:ext>
            </a:extLst>
          </p:cNvPr>
          <p:cNvSpPr>
            <a:spLocks noGrp="1" noChangeArrowheads="1"/>
          </p:cNvSpPr>
          <p:nvPr>
            <p:ph type="title"/>
          </p:nvPr>
        </p:nvSpPr>
        <p:spPr/>
        <p:txBody>
          <a:bodyPr/>
          <a:lstStyle/>
          <a:p>
            <a:r>
              <a:rPr lang="en-AU" altLang="en-US"/>
              <a:t>Recap - Domain Model Development</a:t>
            </a:r>
            <a:endParaRPr lang="en-US" altLang="en-US"/>
          </a:p>
        </p:txBody>
      </p:sp>
      <p:sp>
        <p:nvSpPr>
          <p:cNvPr id="61443" name="Rectangle 3">
            <a:extLst>
              <a:ext uri="{FF2B5EF4-FFF2-40B4-BE49-F238E27FC236}">
                <a16:creationId xmlns:a16="http://schemas.microsoft.com/office/drawing/2014/main" id="{6CF5A63C-E232-48F9-8986-C384DEA18339}"/>
              </a:ext>
            </a:extLst>
          </p:cNvPr>
          <p:cNvSpPr>
            <a:spLocks noGrp="1" noChangeArrowheads="1"/>
          </p:cNvSpPr>
          <p:nvPr>
            <p:ph type="body" idx="1"/>
          </p:nvPr>
        </p:nvSpPr>
        <p:spPr/>
        <p:txBody>
          <a:bodyPr/>
          <a:lstStyle/>
          <a:p>
            <a:r>
              <a:rPr lang="en-AU" altLang="en-US" sz="2400"/>
              <a:t>Process</a:t>
            </a:r>
            <a:endParaRPr lang="en-AU" altLang="en-US" sz="1800"/>
          </a:p>
          <a:p>
            <a:pPr lvl="1">
              <a:buFont typeface="Wingdings" panose="05000000000000000000" pitchFamily="2" charset="2"/>
              <a:buNone/>
            </a:pPr>
            <a:r>
              <a:rPr lang="en-AU" altLang="en-US" sz="2000"/>
              <a:t>Step 1. Perform a </a:t>
            </a:r>
            <a:r>
              <a:rPr lang="en-AU" altLang="en-US" sz="2000" i="1"/>
              <a:t>textual analysis</a:t>
            </a:r>
            <a:r>
              <a:rPr lang="en-AU" altLang="en-US" sz="2000"/>
              <a:t> of the problem specification for understanding the problem domain</a:t>
            </a:r>
          </a:p>
          <a:p>
            <a:pPr lvl="2"/>
            <a:r>
              <a:rPr lang="en-AU" altLang="en-US" sz="1800"/>
              <a:t>Circle all </a:t>
            </a:r>
            <a:r>
              <a:rPr lang="en-AU" altLang="en-US" sz="1800" i="1">
                <a:solidFill>
                  <a:srgbClr val="7F0101"/>
                </a:solidFill>
              </a:rPr>
              <a:t>nouns</a:t>
            </a:r>
            <a:r>
              <a:rPr lang="en-AU" altLang="en-US" sz="1800"/>
              <a:t> and underline the </a:t>
            </a:r>
            <a:r>
              <a:rPr lang="en-AU" altLang="en-US" sz="1800" i="1">
                <a:solidFill>
                  <a:srgbClr val="083A7F"/>
                </a:solidFill>
              </a:rPr>
              <a:t>verbs</a:t>
            </a:r>
            <a:endParaRPr lang="en-AU" altLang="en-US" sz="1400"/>
          </a:p>
          <a:p>
            <a:pPr lvl="1">
              <a:buFont typeface="Wingdings" panose="05000000000000000000" pitchFamily="2" charset="2"/>
              <a:buNone/>
            </a:pPr>
            <a:r>
              <a:rPr lang="en-AU" altLang="en-US" sz="2000"/>
              <a:t>Step 2. Write down relevant </a:t>
            </a:r>
            <a:r>
              <a:rPr lang="en-AU" altLang="en-US" sz="2000" i="1">
                <a:solidFill>
                  <a:srgbClr val="083A7F"/>
                </a:solidFill>
              </a:rPr>
              <a:t>domain entities</a:t>
            </a:r>
            <a:r>
              <a:rPr lang="en-AU" altLang="en-US" sz="2000"/>
              <a:t>. They are normally (some of) the nouns defined above.</a:t>
            </a:r>
          </a:p>
          <a:p>
            <a:pPr lvl="1">
              <a:buFont typeface="Wingdings" panose="05000000000000000000" pitchFamily="2" charset="2"/>
              <a:buNone/>
            </a:pPr>
            <a:r>
              <a:rPr lang="en-AU" altLang="en-US" sz="2000"/>
              <a:t>Step 3. Revisit the specification to extract the </a:t>
            </a:r>
            <a:r>
              <a:rPr lang="en-AU" altLang="en-US" sz="2000" i="1">
                <a:solidFill>
                  <a:srgbClr val="083A7F"/>
                </a:solidFill>
              </a:rPr>
              <a:t>associations</a:t>
            </a:r>
            <a:endParaRPr lang="en-AU" altLang="en-US" sz="2000"/>
          </a:p>
          <a:p>
            <a:pPr lvl="1">
              <a:buFont typeface="Wingdings" panose="05000000000000000000" pitchFamily="2" charset="2"/>
              <a:buNone/>
            </a:pPr>
            <a:r>
              <a:rPr lang="en-AU" altLang="en-US" sz="2000"/>
              <a:t>Step 4. Record associations with the corresponding domain entities.</a:t>
            </a:r>
          </a:p>
          <a:p>
            <a:pPr>
              <a:buFont typeface="Wingdings" panose="05000000000000000000" pitchFamily="2" charset="2"/>
              <a:buNone/>
            </a:pPr>
            <a:endParaRPr lang="en-AU" altLang="en-US" sz="1400"/>
          </a:p>
          <a:p>
            <a:pPr>
              <a:buFont typeface="Wingdings" panose="05000000000000000000" pitchFamily="2" charset="2"/>
              <a:buChar char="F"/>
            </a:pPr>
            <a:r>
              <a:rPr lang="en-US" altLang="en-US" sz="2400" i="1"/>
              <a:t>Note: </a:t>
            </a:r>
            <a:r>
              <a:rPr lang="en-US" altLang="en-US" sz="2400" i="1">
                <a:solidFill>
                  <a:srgbClr val="083A7F"/>
                </a:solidFill>
              </a:rPr>
              <a:t>domain modeling is not design</a:t>
            </a:r>
            <a:r>
              <a:rPr lang="en-US" altLang="en-US" sz="2400" i="1"/>
              <a:t>; it is merely a way to understand the abstract concepts relevant to the problem!</a:t>
            </a:r>
            <a:endParaRPr lang="en-US" altLang="en-US" sz="2400"/>
          </a:p>
        </p:txBody>
      </p:sp>
      <p:sp>
        <p:nvSpPr>
          <p:cNvPr id="61444" name="Slide Number Placeholder 1">
            <a:extLst>
              <a:ext uri="{FF2B5EF4-FFF2-40B4-BE49-F238E27FC236}">
                <a16:creationId xmlns:a16="http://schemas.microsoft.com/office/drawing/2014/main" id="{8DCDF2E6-CD89-0F1C-003B-439148662E7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45988313-FD29-4B63-84F7-0D80716C34AA}" type="slidenum">
              <a:rPr lang="en-AU" altLang="en-US" sz="1400" smtClean="0">
                <a:latin typeface="Times New Roman" panose="02020603050405020304" pitchFamily="18" charset="0"/>
              </a:rPr>
              <a:pPr>
                <a:spcBef>
                  <a:spcPct val="0"/>
                </a:spcBef>
                <a:buSzTx/>
                <a:buFontTx/>
                <a:buNone/>
              </a:pPr>
              <a:t>32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4DA32C9-E2E2-3DEF-D906-665C9AA1C073}"/>
              </a:ext>
            </a:extLst>
          </p:cNvPr>
          <p:cNvSpPr>
            <a:spLocks noGrp="1" noChangeArrowheads="1"/>
          </p:cNvSpPr>
          <p:nvPr>
            <p:ph type="title"/>
          </p:nvPr>
        </p:nvSpPr>
        <p:spPr/>
        <p:txBody>
          <a:bodyPr/>
          <a:lstStyle/>
          <a:p>
            <a:r>
              <a:rPr lang="en-US" altLang="en-US"/>
              <a:t>“Exercise for the Reader”</a:t>
            </a:r>
          </a:p>
        </p:txBody>
      </p:sp>
      <p:sp>
        <p:nvSpPr>
          <p:cNvPr id="63491" name="Rectangle 3">
            <a:extLst>
              <a:ext uri="{FF2B5EF4-FFF2-40B4-BE49-F238E27FC236}">
                <a16:creationId xmlns:a16="http://schemas.microsoft.com/office/drawing/2014/main" id="{30FE39D8-49A8-6157-FB04-249DABB0D97C}"/>
              </a:ext>
            </a:extLst>
          </p:cNvPr>
          <p:cNvSpPr>
            <a:spLocks noGrp="1" noChangeArrowheads="1"/>
          </p:cNvSpPr>
          <p:nvPr>
            <p:ph type="body" idx="1"/>
          </p:nvPr>
        </p:nvSpPr>
        <p:spPr/>
        <p:txBody>
          <a:bodyPr/>
          <a:lstStyle/>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r>
              <a:rPr lang="en-US" altLang="en-US"/>
              <a:t>	</a:t>
            </a:r>
            <a:r>
              <a:rPr lang="en-US" altLang="en-US" sz="3200" i="1">
                <a:solidFill>
                  <a:srgbClr val="083A7F"/>
                </a:solidFill>
              </a:rPr>
              <a:t>Develop a domain model for a chess game that allows a human player to play a game of chess against a computer.</a:t>
            </a:r>
            <a:endParaRPr lang="en-US" altLang="en-US" sz="3200" i="1"/>
          </a:p>
          <a:p>
            <a:pPr>
              <a:buFont typeface="Wingdings" panose="05000000000000000000" pitchFamily="2" charset="2"/>
              <a:buNone/>
            </a:pPr>
            <a:endParaRPr lang="en-US" altLang="en-US" sz="3200" i="1"/>
          </a:p>
          <a:p>
            <a:pPr>
              <a:buFont typeface="Wingdings" panose="05000000000000000000" pitchFamily="2" charset="2"/>
              <a:buChar char="F"/>
            </a:pPr>
            <a:r>
              <a:rPr lang="en-US" altLang="en-US"/>
              <a:t>We may come back to this problem later in the semester…</a:t>
            </a:r>
          </a:p>
        </p:txBody>
      </p:sp>
      <p:sp>
        <p:nvSpPr>
          <p:cNvPr id="63492" name="Slide Number Placeholder 1">
            <a:extLst>
              <a:ext uri="{FF2B5EF4-FFF2-40B4-BE49-F238E27FC236}">
                <a16:creationId xmlns:a16="http://schemas.microsoft.com/office/drawing/2014/main" id="{9B4654CC-5CBB-7991-F9FB-C79C38D9599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CBE9AB8C-832B-4000-B722-E5D20DBB8313}" type="slidenum">
              <a:rPr lang="en-AU" altLang="en-US" sz="1400" smtClean="0">
                <a:latin typeface="Times New Roman" panose="02020603050405020304" pitchFamily="18" charset="0"/>
              </a:rPr>
              <a:pPr>
                <a:spcBef>
                  <a:spcPct val="0"/>
                </a:spcBef>
                <a:buSzTx/>
                <a:buFontTx/>
                <a:buNone/>
              </a:pPr>
              <a:t>33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1">
            <a:extLst>
              <a:ext uri="{FF2B5EF4-FFF2-40B4-BE49-F238E27FC236}">
                <a16:creationId xmlns:a16="http://schemas.microsoft.com/office/drawing/2014/main" id="{94A510E1-5424-F2C0-417F-BD911ACEC5ED}"/>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E765547-EB4B-461B-901D-BBA8298BB719}" type="slidenum">
              <a:rPr lang="en-AU" altLang="en-US" sz="1400" smtClean="0">
                <a:latin typeface="Times New Roman" panose="02020603050405020304" pitchFamily="18" charset="0"/>
              </a:rPr>
              <a:pPr/>
              <a:t>34</a:t>
            </a:fld>
            <a:endParaRPr lang="en-AU" altLang="en-US" sz="1400">
              <a:latin typeface="Times New Roman" panose="02020603050405020304" pitchFamily="18" charset="0"/>
            </a:endParaRPr>
          </a:p>
          <a:p>
            <a:endParaRPr lang="en-AU" altLang="en-US" sz="1400">
              <a:latin typeface="Times New Roman" panose="02020603050405020304" pitchFamily="18" charset="0"/>
            </a:endParaRPr>
          </a:p>
        </p:txBody>
      </p:sp>
      <p:pic>
        <p:nvPicPr>
          <p:cNvPr id="64515" name="Picture 3">
            <a:extLst>
              <a:ext uri="{FF2B5EF4-FFF2-40B4-BE49-F238E27FC236}">
                <a16:creationId xmlns:a16="http://schemas.microsoft.com/office/drawing/2014/main" id="{BDC5E765-A08D-0DA8-4677-52D26AE056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0"/>
            <a:ext cx="81629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12AE316-69EF-77B1-E5B7-7463FB3C17FC}"/>
              </a:ext>
            </a:extLst>
          </p:cNvPr>
          <p:cNvSpPr>
            <a:spLocks noGrp="1" noChangeArrowheads="1"/>
          </p:cNvSpPr>
          <p:nvPr>
            <p:ph type="title"/>
          </p:nvPr>
        </p:nvSpPr>
        <p:spPr/>
        <p:txBody>
          <a:bodyPr/>
          <a:lstStyle/>
          <a:p>
            <a:r>
              <a:rPr lang="en-US" altLang="en-US"/>
              <a:t>Software Design</a:t>
            </a:r>
          </a:p>
        </p:txBody>
      </p:sp>
      <p:sp>
        <p:nvSpPr>
          <p:cNvPr id="65539" name="Rectangle 3">
            <a:extLst>
              <a:ext uri="{FF2B5EF4-FFF2-40B4-BE49-F238E27FC236}">
                <a16:creationId xmlns:a16="http://schemas.microsoft.com/office/drawing/2014/main" id="{70588014-3127-9F55-91AC-C4C47A2F3887}"/>
              </a:ext>
            </a:extLst>
          </p:cNvPr>
          <p:cNvSpPr>
            <a:spLocks noGrp="1" noChangeArrowheads="1"/>
          </p:cNvSpPr>
          <p:nvPr>
            <p:ph type="body" idx="1"/>
          </p:nvPr>
        </p:nvSpPr>
        <p:spPr/>
        <p:txBody>
          <a:bodyPr/>
          <a:lstStyle/>
          <a:p>
            <a:pPr>
              <a:lnSpc>
                <a:spcPct val="90000"/>
              </a:lnSpc>
              <a:buFont typeface="Wingdings" panose="05000000000000000000" pitchFamily="2" charset="2"/>
              <a:buNone/>
            </a:pPr>
            <a:endParaRPr lang="en-US" altLang="en-US"/>
          </a:p>
          <a:p>
            <a:pPr>
              <a:lnSpc>
                <a:spcPct val="90000"/>
              </a:lnSpc>
              <a:buFont typeface="Wingdings" panose="05000000000000000000" pitchFamily="2" charset="2"/>
              <a:buNone/>
            </a:pPr>
            <a:r>
              <a:rPr lang="en-US" altLang="en-US"/>
              <a:t>	</a:t>
            </a:r>
            <a:r>
              <a:rPr lang="en-US" altLang="en-US" sz="3200" i="1"/>
              <a:t>The activity of </a:t>
            </a:r>
            <a:r>
              <a:rPr lang="en-US" altLang="en-US" sz="3200" i="1">
                <a:solidFill>
                  <a:srgbClr val="083A7F"/>
                </a:solidFill>
              </a:rPr>
              <a:t>software design</a:t>
            </a:r>
            <a:r>
              <a:rPr lang="en-US" altLang="en-US" sz="3200" i="1"/>
              <a:t> can be seen as </a:t>
            </a:r>
            <a:r>
              <a:rPr lang="en-US" altLang="en-US" sz="3200" i="1">
                <a:solidFill>
                  <a:srgbClr val="7F0101"/>
                </a:solidFill>
              </a:rPr>
              <a:t>translating</a:t>
            </a:r>
            <a:r>
              <a:rPr lang="en-US" altLang="en-US" sz="3200" i="1"/>
              <a:t> and </a:t>
            </a:r>
            <a:r>
              <a:rPr lang="en-US" altLang="en-US" sz="3200" i="1">
                <a:solidFill>
                  <a:srgbClr val="7F0101"/>
                </a:solidFill>
              </a:rPr>
              <a:t>refining</a:t>
            </a:r>
            <a:r>
              <a:rPr lang="en-US" altLang="en-US" sz="3200" i="1"/>
              <a:t> a (problem) domain model into abstractions that can be </a:t>
            </a:r>
            <a:r>
              <a:rPr lang="en-US" altLang="en-US" sz="3200" i="1" u="sng"/>
              <a:t>directly</a:t>
            </a:r>
            <a:r>
              <a:rPr lang="en-US" altLang="en-US" sz="3200" i="1"/>
              <a:t> mapped to an implementation in a programming language.</a:t>
            </a:r>
          </a:p>
          <a:p>
            <a:pPr>
              <a:lnSpc>
                <a:spcPct val="90000"/>
              </a:lnSpc>
              <a:buFont typeface="Wingdings" panose="05000000000000000000" pitchFamily="2" charset="2"/>
              <a:buNone/>
            </a:pPr>
            <a:endParaRPr lang="en-US" altLang="en-US" sz="1400"/>
          </a:p>
          <a:p>
            <a:pPr>
              <a:lnSpc>
                <a:spcPct val="90000"/>
              </a:lnSpc>
              <a:buFont typeface="Wingdings" panose="05000000000000000000" pitchFamily="2" charset="2"/>
              <a:buChar char="F"/>
            </a:pPr>
            <a:r>
              <a:rPr lang="en-US" altLang="en-US"/>
              <a:t>In general some “intermediate” steps will become necessary… solutions at different levels of abstraction</a:t>
            </a:r>
          </a:p>
          <a:p>
            <a:pPr>
              <a:lnSpc>
                <a:spcPct val="90000"/>
              </a:lnSpc>
              <a:buFont typeface="Wingdings" panose="05000000000000000000" pitchFamily="2" charset="2"/>
              <a:buChar char="F"/>
            </a:pPr>
            <a:r>
              <a:rPr lang="en-US" altLang="en-US"/>
              <a:t>The “closer” the domain abstractions are to the target language, the easier this process will become…</a:t>
            </a:r>
          </a:p>
        </p:txBody>
      </p:sp>
      <p:sp>
        <p:nvSpPr>
          <p:cNvPr id="65540" name="Slide Number Placeholder 1">
            <a:extLst>
              <a:ext uri="{FF2B5EF4-FFF2-40B4-BE49-F238E27FC236}">
                <a16:creationId xmlns:a16="http://schemas.microsoft.com/office/drawing/2014/main" id="{12F1097E-81E6-66DD-0A49-F036CC20356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0042649-2B2A-47A1-A10B-43C04505C4A4}" type="slidenum">
              <a:rPr lang="en-AU" altLang="en-US" sz="1400" smtClean="0">
                <a:latin typeface="Times New Roman" panose="02020603050405020304" pitchFamily="18" charset="0"/>
              </a:rPr>
              <a:pPr>
                <a:spcBef>
                  <a:spcPct val="0"/>
                </a:spcBef>
                <a:buSzTx/>
                <a:buFontTx/>
                <a:buNone/>
              </a:pPr>
              <a:t>35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514DFD1-8F03-BEB7-1B70-1C3A8F2D3AB7}"/>
              </a:ext>
            </a:extLst>
          </p:cNvPr>
          <p:cNvSpPr>
            <a:spLocks noGrp="1" noChangeArrowheads="1"/>
          </p:cNvSpPr>
          <p:nvPr>
            <p:ph type="title"/>
          </p:nvPr>
        </p:nvSpPr>
        <p:spPr/>
        <p:txBody>
          <a:bodyPr/>
          <a:lstStyle/>
          <a:p>
            <a:r>
              <a:rPr lang="en-AU" altLang="en-US"/>
              <a:t>Design Patterns are Abstractions</a:t>
            </a:r>
            <a:endParaRPr lang="en-US" altLang="en-US"/>
          </a:p>
        </p:txBody>
      </p:sp>
      <p:sp>
        <p:nvSpPr>
          <p:cNvPr id="67587" name="Rectangle 3">
            <a:extLst>
              <a:ext uri="{FF2B5EF4-FFF2-40B4-BE49-F238E27FC236}">
                <a16:creationId xmlns:a16="http://schemas.microsoft.com/office/drawing/2014/main" id="{D693EA9F-F07C-5624-E16F-D6C7C43245B5}"/>
              </a:ext>
            </a:extLst>
          </p:cNvPr>
          <p:cNvSpPr>
            <a:spLocks noGrp="1" noChangeArrowheads="1"/>
          </p:cNvSpPr>
          <p:nvPr>
            <p:ph type="body" idx="1"/>
          </p:nvPr>
        </p:nvSpPr>
        <p:spPr>
          <a:xfrm>
            <a:off x="1079500" y="1411288"/>
            <a:ext cx="7543800" cy="4532312"/>
          </a:xfrm>
        </p:spPr>
        <p:txBody>
          <a:bodyPr/>
          <a:lstStyle/>
          <a:p>
            <a:pPr marL="174625" indent="-174625">
              <a:buFont typeface="Wingdings" panose="05000000000000000000" pitchFamily="2" charset="2"/>
              <a:buNone/>
            </a:pPr>
            <a:r>
              <a:rPr lang="en-GB" altLang="en-US"/>
              <a:t>	Design patterns document standard solutions to common (software) design problems:</a:t>
            </a:r>
          </a:p>
          <a:p>
            <a:pPr marL="174625" indent="-174625">
              <a:buFont typeface="Wingdings" panose="05000000000000000000" pitchFamily="2" charset="2"/>
              <a:buNone/>
            </a:pPr>
            <a:endParaRPr lang="en-GB" altLang="en-US" sz="1200"/>
          </a:p>
          <a:p>
            <a:pPr marL="174625" indent="-174625">
              <a:buFont typeface="Wingdings" panose="05000000000000000000" pitchFamily="2" charset="2"/>
              <a:buNone/>
            </a:pPr>
            <a:r>
              <a:rPr lang="en-GB" altLang="en-US" i="1"/>
              <a:t>	“Each pattern systematically names, explains, and evaluates an important and recurring design in object-oriented systems. Our goal is to capture design experience in a form that people can use effectively.”</a:t>
            </a:r>
            <a:endParaRPr lang="en-GB" altLang="ja-JP"/>
          </a:p>
          <a:p>
            <a:pPr marL="174625" indent="-174625" algn="r">
              <a:buFont typeface="Wingdings" panose="05000000000000000000" pitchFamily="2" charset="2"/>
              <a:buNone/>
            </a:pPr>
            <a:r>
              <a:rPr lang="en-GB" altLang="en-US" sz="2400"/>
              <a:t>	 — Gamma et al., Design Patterns, 1995</a:t>
            </a:r>
          </a:p>
          <a:p>
            <a:pPr marL="174625" indent="-174625" algn="r">
              <a:buFont typeface="Wingdings" panose="05000000000000000000" pitchFamily="2" charset="2"/>
              <a:buNone/>
            </a:pPr>
            <a:endParaRPr lang="en-GB" altLang="en-US" sz="2400"/>
          </a:p>
          <a:p>
            <a:pPr marL="174625" indent="-174625">
              <a:buFont typeface="Wingdings" panose="05000000000000000000" pitchFamily="2" charset="2"/>
              <a:buNone/>
            </a:pPr>
            <a:r>
              <a:rPr lang="en-US" altLang="en-US" sz="2000" i="1"/>
              <a:t>	We will cover Design Patterns in more detail in Lecture 7</a:t>
            </a:r>
          </a:p>
        </p:txBody>
      </p:sp>
      <p:sp>
        <p:nvSpPr>
          <p:cNvPr id="67588" name="Slide Number Placeholder 1">
            <a:extLst>
              <a:ext uri="{FF2B5EF4-FFF2-40B4-BE49-F238E27FC236}">
                <a16:creationId xmlns:a16="http://schemas.microsoft.com/office/drawing/2014/main" id="{CDE898CB-0776-AE24-EC8E-B76D64135A3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9FC68BC-76EA-4C07-A69B-56825B8F083E}" type="slidenum">
              <a:rPr lang="en-AU" altLang="en-US" sz="1400" smtClean="0">
                <a:latin typeface="Times New Roman" panose="02020603050405020304" pitchFamily="18" charset="0"/>
              </a:rPr>
              <a:pPr>
                <a:spcBef>
                  <a:spcPct val="0"/>
                </a:spcBef>
                <a:buSzTx/>
                <a:buFontTx/>
                <a:buNone/>
              </a:pPr>
              <a:t>36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2AD65318-4204-F1BA-3CD2-EFCE4AE77A92}"/>
              </a:ext>
            </a:extLst>
          </p:cNvPr>
          <p:cNvSpPr>
            <a:spLocks noGrp="1" noChangeArrowheads="1"/>
          </p:cNvSpPr>
          <p:nvPr>
            <p:ph type="title"/>
          </p:nvPr>
        </p:nvSpPr>
        <p:spPr/>
        <p:txBody>
          <a:bodyPr/>
          <a:lstStyle/>
          <a:p>
            <a:r>
              <a:rPr lang="en-AU" altLang="en-US"/>
              <a:t>Software Architecture</a:t>
            </a:r>
            <a:endParaRPr lang="en-US" altLang="en-US"/>
          </a:p>
        </p:txBody>
      </p:sp>
      <p:sp>
        <p:nvSpPr>
          <p:cNvPr id="69635" name="Rectangle 3">
            <a:extLst>
              <a:ext uri="{FF2B5EF4-FFF2-40B4-BE49-F238E27FC236}">
                <a16:creationId xmlns:a16="http://schemas.microsoft.com/office/drawing/2014/main" id="{7440CB98-4FDF-4B42-00B9-190EBA0575BA}"/>
              </a:ext>
            </a:extLst>
          </p:cNvPr>
          <p:cNvSpPr>
            <a:spLocks noGrp="1" noChangeArrowheads="1"/>
          </p:cNvSpPr>
          <p:nvPr>
            <p:ph type="body" idx="1"/>
          </p:nvPr>
        </p:nvSpPr>
        <p:spPr/>
        <p:txBody>
          <a:bodyPr/>
          <a:lstStyle/>
          <a:p>
            <a:pPr marL="182563" indent="-182563">
              <a:buFont typeface="Wingdings" panose="05000000000000000000" pitchFamily="2" charset="2"/>
              <a:buNone/>
            </a:pPr>
            <a:endParaRPr lang="en-AU" altLang="en-US" sz="1400" i="1"/>
          </a:p>
          <a:p>
            <a:pPr marL="182563" indent="-182563">
              <a:buFont typeface="Wingdings" panose="05000000000000000000" pitchFamily="2" charset="2"/>
              <a:buNone/>
            </a:pPr>
            <a:r>
              <a:rPr lang="en-AU" altLang="en-US" i="1"/>
              <a:t>	“</a:t>
            </a:r>
            <a:r>
              <a:rPr lang="en-AU" altLang="ja-JP" i="1"/>
              <a:t>In most successful software projects, the expert developers working on that project have a </a:t>
            </a:r>
            <a:r>
              <a:rPr lang="en-AU" altLang="ja-JP" i="1">
                <a:solidFill>
                  <a:srgbClr val="04497D"/>
                </a:solidFill>
              </a:rPr>
              <a:t>shared understanding</a:t>
            </a:r>
            <a:r>
              <a:rPr lang="en-AU" altLang="ja-JP" i="1"/>
              <a:t> of the system to be implemented. This shared understanding is called </a:t>
            </a:r>
            <a:r>
              <a:rPr lang="en-AU" altLang="ja-JP" i="1">
                <a:solidFill>
                  <a:srgbClr val="7F0101"/>
                </a:solidFill>
              </a:rPr>
              <a:t>architecture</a:t>
            </a:r>
            <a:r>
              <a:rPr lang="en-AU" altLang="ja-JP" i="1"/>
              <a:t> and includes how the system is divided into processing elements (i.e. </a:t>
            </a:r>
            <a:r>
              <a:rPr lang="en-AU" altLang="ja-JP" i="1">
                <a:solidFill>
                  <a:srgbClr val="04497D"/>
                </a:solidFill>
              </a:rPr>
              <a:t>components</a:t>
            </a:r>
            <a:r>
              <a:rPr lang="en-AU" altLang="ja-JP" i="1"/>
              <a:t>) and their </a:t>
            </a:r>
            <a:r>
              <a:rPr lang="en-AU" altLang="ja-JP" i="1">
                <a:solidFill>
                  <a:srgbClr val="02357F"/>
                </a:solidFill>
              </a:rPr>
              <a:t>interaction</a:t>
            </a:r>
            <a:r>
              <a:rPr lang="en-AU" altLang="ja-JP" i="1"/>
              <a:t> through interfaces. Theses components are usually composed of smaller components, but the architecture only includes the ones that are understood by all developers.”</a:t>
            </a:r>
          </a:p>
          <a:p>
            <a:pPr marL="182563" indent="-182563" algn="r">
              <a:buFont typeface="Wingdings" panose="05000000000000000000" pitchFamily="2" charset="2"/>
              <a:buNone/>
            </a:pPr>
            <a:r>
              <a:rPr lang="en-US" altLang="en-US" sz="2400"/>
              <a:t>— </a:t>
            </a:r>
            <a:r>
              <a:rPr lang="en-AU" altLang="en-US" sz="2400"/>
              <a:t>Ralph Johnson, 2003</a:t>
            </a:r>
            <a:endParaRPr lang="en-US" altLang="en-US" sz="2400"/>
          </a:p>
        </p:txBody>
      </p:sp>
      <p:sp>
        <p:nvSpPr>
          <p:cNvPr id="69636" name="Slide Number Placeholder 1">
            <a:extLst>
              <a:ext uri="{FF2B5EF4-FFF2-40B4-BE49-F238E27FC236}">
                <a16:creationId xmlns:a16="http://schemas.microsoft.com/office/drawing/2014/main" id="{7317A812-A43F-ED90-8AB3-028C45A18E3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645B2DC8-1516-411A-9E21-8CCADF857A82}" type="slidenum">
              <a:rPr lang="en-AU" altLang="en-US" sz="1400" smtClean="0">
                <a:latin typeface="Times New Roman" panose="02020603050405020304" pitchFamily="18" charset="0"/>
              </a:rPr>
              <a:pPr>
                <a:spcBef>
                  <a:spcPct val="0"/>
                </a:spcBef>
                <a:buSzTx/>
                <a:buFontTx/>
                <a:buNone/>
              </a:pPr>
              <a:t>37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1">
            <a:extLst>
              <a:ext uri="{FF2B5EF4-FFF2-40B4-BE49-F238E27FC236}">
                <a16:creationId xmlns:a16="http://schemas.microsoft.com/office/drawing/2014/main" id="{D909BCAA-9990-8B87-04A7-F2A8E72C252E}"/>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3E5185B-0EC6-4BEC-9D14-E5E5FA04E1AE}" type="slidenum">
              <a:rPr lang="en-AU" altLang="en-US" sz="1400" smtClean="0">
                <a:latin typeface="Times New Roman" panose="02020603050405020304" pitchFamily="18" charset="0"/>
              </a:rPr>
              <a:pPr/>
              <a:t>38</a:t>
            </a:fld>
            <a:endParaRPr lang="en-AU" altLang="en-US" sz="1400">
              <a:latin typeface="Times New Roman" panose="02020603050405020304" pitchFamily="18" charset="0"/>
            </a:endParaRPr>
          </a:p>
          <a:p>
            <a:endParaRPr lang="en-AU" altLang="en-US" sz="1400">
              <a:latin typeface="Times New Roman" panose="02020603050405020304" pitchFamily="18" charset="0"/>
            </a:endParaRPr>
          </a:p>
        </p:txBody>
      </p:sp>
      <p:pic>
        <p:nvPicPr>
          <p:cNvPr id="71683" name="Picture 2" descr="An architecture diagram of a distributed load testing system running on Amazon Web Services">
            <a:extLst>
              <a:ext uri="{FF2B5EF4-FFF2-40B4-BE49-F238E27FC236}">
                <a16:creationId xmlns:a16="http://schemas.microsoft.com/office/drawing/2014/main" id="{70BE32BB-6172-35C1-1414-78AA3A2763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55700"/>
            <a:ext cx="9144000" cy="454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9240B6C9-9848-06B8-4BC4-1CE2BCA5A704}"/>
              </a:ext>
            </a:extLst>
          </p:cNvPr>
          <p:cNvSpPr>
            <a:spLocks noGrp="1" noChangeArrowheads="1"/>
          </p:cNvSpPr>
          <p:nvPr>
            <p:ph type="title"/>
          </p:nvPr>
        </p:nvSpPr>
        <p:spPr/>
        <p:txBody>
          <a:bodyPr/>
          <a:lstStyle/>
          <a:p>
            <a:r>
              <a:rPr lang="en-AU" altLang="en-US"/>
              <a:t>Example - Invoice Processing System</a:t>
            </a:r>
            <a:endParaRPr lang="en-US" altLang="en-US"/>
          </a:p>
        </p:txBody>
      </p:sp>
      <p:pic>
        <p:nvPicPr>
          <p:cNvPr id="72707" name="Picture 3">
            <a:extLst>
              <a:ext uri="{FF2B5EF4-FFF2-40B4-BE49-F238E27FC236}">
                <a16:creationId xmlns:a16="http://schemas.microsoft.com/office/drawing/2014/main" id="{A75BA119-5E55-39AB-6537-C56F161E38A8}"/>
              </a:ext>
            </a:extLst>
          </p:cNvPr>
          <p:cNvPicPr>
            <a:picLocks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863600" y="1916113"/>
            <a:ext cx="8280400" cy="3043237"/>
          </a:xfrm>
        </p:spPr>
      </p:pic>
      <p:sp>
        <p:nvSpPr>
          <p:cNvPr id="72708" name="Slide Number Placeholder 1">
            <a:extLst>
              <a:ext uri="{FF2B5EF4-FFF2-40B4-BE49-F238E27FC236}">
                <a16:creationId xmlns:a16="http://schemas.microsoft.com/office/drawing/2014/main" id="{69417E9F-3E19-1827-A189-74154D775DE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D6241AE-4071-4C80-8AF7-F669A829374F}" type="slidenum">
              <a:rPr lang="en-AU" altLang="en-US" sz="1400" smtClean="0">
                <a:latin typeface="Times New Roman" panose="02020603050405020304" pitchFamily="18" charset="0"/>
              </a:rPr>
              <a:pPr>
                <a:spcBef>
                  <a:spcPct val="0"/>
                </a:spcBef>
                <a:buSzTx/>
                <a:buFontTx/>
                <a:buNone/>
              </a:pPr>
              <a:t>39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EF91A5B9-80EF-1840-36FE-74F166ECE904}"/>
              </a:ext>
            </a:extLst>
          </p:cNvPr>
          <p:cNvSpPr>
            <a:spLocks noGrp="1" noChangeArrowheads="1"/>
          </p:cNvSpPr>
          <p:nvPr>
            <p:ph type="title"/>
          </p:nvPr>
        </p:nvSpPr>
        <p:spPr/>
        <p:txBody>
          <a:bodyPr/>
          <a:lstStyle/>
          <a:p>
            <a:r>
              <a:rPr lang="en-AU" altLang="ja-JP"/>
              <a:t>“Growing a Language”</a:t>
            </a:r>
            <a:endParaRPr lang="en-US" altLang="en-US"/>
          </a:p>
        </p:txBody>
      </p:sp>
      <p:sp>
        <p:nvSpPr>
          <p:cNvPr id="74755" name="Rectangle 3">
            <a:extLst>
              <a:ext uri="{FF2B5EF4-FFF2-40B4-BE49-F238E27FC236}">
                <a16:creationId xmlns:a16="http://schemas.microsoft.com/office/drawing/2014/main" id="{C5369DA2-844A-CBD7-2D8E-A51913700941}"/>
              </a:ext>
            </a:extLst>
          </p:cNvPr>
          <p:cNvSpPr>
            <a:spLocks noGrp="1" noChangeArrowheads="1"/>
          </p:cNvSpPr>
          <p:nvPr>
            <p:ph type="body" idx="1"/>
          </p:nvPr>
        </p:nvSpPr>
        <p:spPr/>
        <p:txBody>
          <a:bodyPr/>
          <a:lstStyle/>
          <a:p>
            <a:pPr marL="182563" indent="-182563">
              <a:buFont typeface="Wingdings" panose="05000000000000000000" pitchFamily="2" charset="2"/>
              <a:buNone/>
            </a:pPr>
            <a:endParaRPr lang="en-AU" altLang="en-US"/>
          </a:p>
          <a:p>
            <a:pPr marL="182563" indent="-182563">
              <a:buFont typeface="Wingdings" panose="05000000000000000000" pitchFamily="2" charset="2"/>
              <a:buNone/>
            </a:pPr>
            <a:r>
              <a:rPr lang="en-GB" altLang="en-US" i="1"/>
              <a:t>	‘‘A design is a plan how to build a thing. To design is to build a thing in one’s mind but not yet in the real world — or, better yet, to plan how the real thing can be built.’’</a:t>
            </a:r>
          </a:p>
          <a:p>
            <a:pPr marL="182563" indent="-182563">
              <a:buFont typeface="Wingdings" panose="05000000000000000000" pitchFamily="2" charset="2"/>
              <a:buNone/>
            </a:pPr>
            <a:endParaRPr lang="en-GB" altLang="en-US" sz="1600"/>
          </a:p>
          <a:p>
            <a:pPr marL="182563" indent="-182563" algn="r">
              <a:buFont typeface="Wingdings" panose="05000000000000000000" pitchFamily="2" charset="2"/>
              <a:buNone/>
            </a:pPr>
            <a:r>
              <a:rPr lang="en-GB" altLang="en-US" sz="2400"/>
              <a:t>— Guy Steele, OOPSLA 1998</a:t>
            </a:r>
          </a:p>
          <a:p>
            <a:pPr marL="182563" indent="-182563">
              <a:buFont typeface="Wingdings" panose="05000000000000000000" pitchFamily="2" charset="2"/>
              <a:buNone/>
            </a:pPr>
            <a:endParaRPr lang="en-US" altLang="en-US" sz="2400"/>
          </a:p>
        </p:txBody>
      </p:sp>
      <p:sp>
        <p:nvSpPr>
          <p:cNvPr id="74756" name="Slide Number Placeholder 1">
            <a:extLst>
              <a:ext uri="{FF2B5EF4-FFF2-40B4-BE49-F238E27FC236}">
                <a16:creationId xmlns:a16="http://schemas.microsoft.com/office/drawing/2014/main" id="{7CF3E81F-FF02-9434-C629-F350868EEEA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BAE98E0-09F3-437D-BE18-6B2AE2F0728B}" type="slidenum">
              <a:rPr lang="en-AU" altLang="en-US" sz="1400" smtClean="0">
                <a:latin typeface="Times New Roman" panose="02020603050405020304" pitchFamily="18" charset="0"/>
              </a:rPr>
              <a:pPr>
                <a:spcBef>
                  <a:spcPct val="0"/>
                </a:spcBef>
                <a:buSzTx/>
                <a:buFontTx/>
                <a:buNone/>
              </a:pPr>
              <a:t>40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2A2B9149-E2C0-9CDD-C6CB-2E5ACF3F1514}"/>
              </a:ext>
            </a:extLst>
          </p:cNvPr>
          <p:cNvSpPr>
            <a:spLocks noGrp="1" noChangeArrowheads="1"/>
          </p:cNvSpPr>
          <p:nvPr>
            <p:ph type="title"/>
          </p:nvPr>
        </p:nvSpPr>
        <p:spPr/>
        <p:txBody>
          <a:bodyPr/>
          <a:lstStyle/>
          <a:p>
            <a:r>
              <a:rPr lang="en-AU" altLang="ja-JP"/>
              <a:t>“Growing a Language” (cont.)</a:t>
            </a:r>
            <a:endParaRPr lang="en-US" altLang="en-US"/>
          </a:p>
        </p:txBody>
      </p:sp>
      <p:sp>
        <p:nvSpPr>
          <p:cNvPr id="76803" name="Rectangle 3">
            <a:extLst>
              <a:ext uri="{FF2B5EF4-FFF2-40B4-BE49-F238E27FC236}">
                <a16:creationId xmlns:a16="http://schemas.microsoft.com/office/drawing/2014/main" id="{EAA2643F-5D00-C439-716D-383EC063BAB3}"/>
              </a:ext>
            </a:extLst>
          </p:cNvPr>
          <p:cNvSpPr>
            <a:spLocks noGrp="1" noChangeArrowheads="1"/>
          </p:cNvSpPr>
          <p:nvPr>
            <p:ph type="body" idx="1"/>
          </p:nvPr>
        </p:nvSpPr>
        <p:spPr/>
        <p:txBody>
          <a:bodyPr/>
          <a:lstStyle/>
          <a:p>
            <a:r>
              <a:rPr lang="en-GB" altLang="en-US"/>
              <a:t>Keynote address at OOPSLA 1998 (Vancouver)</a:t>
            </a:r>
          </a:p>
          <a:p>
            <a:r>
              <a:rPr lang="en-GB" altLang="en-US"/>
              <a:t>Main message: the importance of an appropriate </a:t>
            </a:r>
            <a:r>
              <a:rPr lang="en-GB" altLang="en-US" i="1">
                <a:solidFill>
                  <a:srgbClr val="083A7F"/>
                </a:solidFill>
              </a:rPr>
              <a:t>vocabulary</a:t>
            </a:r>
            <a:r>
              <a:rPr lang="en-GB" altLang="en-US"/>
              <a:t> in communicating software design.</a:t>
            </a:r>
          </a:p>
          <a:p>
            <a:r>
              <a:rPr lang="en-GB" altLang="en-US"/>
              <a:t>Lessons to be learnt: software designers need</a:t>
            </a:r>
          </a:p>
          <a:p>
            <a:pPr lvl="1"/>
            <a:r>
              <a:rPr lang="en-GB" altLang="en-US"/>
              <a:t>a large vocabulary of design elements,</a:t>
            </a:r>
          </a:p>
          <a:p>
            <a:pPr lvl="1"/>
            <a:r>
              <a:rPr lang="en-GB" altLang="en-US"/>
              <a:t>based on a small set of well-founded and well-understood principles,</a:t>
            </a:r>
          </a:p>
          <a:p>
            <a:pPr lvl="1"/>
            <a:r>
              <a:rPr lang="en-GB" altLang="en-US"/>
              <a:t>experience when and how to use the vocabulary.</a:t>
            </a:r>
          </a:p>
          <a:p>
            <a:pPr>
              <a:buSzPct val="85000"/>
              <a:buFont typeface="Wingdings" panose="05000000000000000000" pitchFamily="2" charset="2"/>
              <a:buChar char="F"/>
            </a:pPr>
            <a:r>
              <a:rPr lang="en-GB" altLang="en-US"/>
              <a:t>Abstraction is an important aspect of such a vocabulary!</a:t>
            </a:r>
            <a:endParaRPr lang="en-US" altLang="en-US"/>
          </a:p>
        </p:txBody>
      </p:sp>
      <p:sp>
        <p:nvSpPr>
          <p:cNvPr id="76804" name="Slide Number Placeholder 1">
            <a:extLst>
              <a:ext uri="{FF2B5EF4-FFF2-40B4-BE49-F238E27FC236}">
                <a16:creationId xmlns:a16="http://schemas.microsoft.com/office/drawing/2014/main" id="{B87E6146-FBFE-0F89-35CD-6862BC9D511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E473E982-75F6-4AEF-A2D3-5C07EFAAB14A}" type="slidenum">
              <a:rPr lang="en-AU" altLang="en-US" sz="1400" smtClean="0">
                <a:latin typeface="Times New Roman" panose="02020603050405020304" pitchFamily="18" charset="0"/>
              </a:rPr>
              <a:pPr>
                <a:spcBef>
                  <a:spcPct val="0"/>
                </a:spcBef>
                <a:buSzTx/>
                <a:buFontTx/>
                <a:buNone/>
              </a:pPr>
              <a:t>41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CE941395-80EA-9F73-C1D8-FC9A5213848B}"/>
              </a:ext>
            </a:extLst>
          </p:cNvPr>
          <p:cNvSpPr>
            <a:spLocks noGrp="1" noChangeArrowheads="1"/>
          </p:cNvSpPr>
          <p:nvPr>
            <p:ph type="title"/>
          </p:nvPr>
        </p:nvSpPr>
        <p:spPr/>
        <p:txBody>
          <a:bodyPr/>
          <a:lstStyle/>
          <a:p>
            <a:r>
              <a:rPr lang="en-US" altLang="en-US"/>
              <a:t>Closing Remarks</a:t>
            </a:r>
          </a:p>
        </p:txBody>
      </p:sp>
      <p:sp>
        <p:nvSpPr>
          <p:cNvPr id="78851" name="Rectangle 3">
            <a:extLst>
              <a:ext uri="{FF2B5EF4-FFF2-40B4-BE49-F238E27FC236}">
                <a16:creationId xmlns:a16="http://schemas.microsoft.com/office/drawing/2014/main" id="{3BEB8C47-B777-25A6-AD6E-2E886059E8FF}"/>
              </a:ext>
            </a:extLst>
          </p:cNvPr>
          <p:cNvSpPr>
            <a:spLocks noGrp="1" noChangeArrowheads="1"/>
          </p:cNvSpPr>
          <p:nvPr>
            <p:ph type="body" idx="1"/>
          </p:nvPr>
        </p:nvSpPr>
        <p:spPr/>
        <p:txBody>
          <a:bodyPr/>
          <a:lstStyle/>
          <a:p>
            <a:pPr>
              <a:buFont typeface="Wingdings" panose="05000000000000000000" pitchFamily="2" charset="2"/>
              <a:buNone/>
            </a:pPr>
            <a:endParaRPr lang="en-US" altLang="en-US" sz="1600"/>
          </a:p>
          <a:p>
            <a:r>
              <a:rPr lang="en-US" altLang="en-US"/>
              <a:t>Abstraction and modeling are used at every phase of the software development process.</a:t>
            </a:r>
          </a:p>
          <a:p>
            <a:r>
              <a:rPr lang="en-US" altLang="en-US"/>
              <a:t>The level, benefit, and value of a particular abstraction depend on its purpose.</a:t>
            </a:r>
          </a:p>
          <a:p>
            <a:r>
              <a:rPr lang="en-US" altLang="en-US"/>
              <a:t>Abstraction is key to mastering complexity in software systems.</a:t>
            </a:r>
          </a:p>
          <a:p>
            <a:r>
              <a:rPr lang="en-US" altLang="en-US"/>
              <a:t>Abstraction is key to decomposition.</a:t>
            </a:r>
          </a:p>
        </p:txBody>
      </p:sp>
      <p:sp>
        <p:nvSpPr>
          <p:cNvPr id="78852" name="Slide Number Placeholder 1">
            <a:extLst>
              <a:ext uri="{FF2B5EF4-FFF2-40B4-BE49-F238E27FC236}">
                <a16:creationId xmlns:a16="http://schemas.microsoft.com/office/drawing/2014/main" id="{8EC1B2E9-51B6-7661-CB7B-3341A89CD78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B984486-F7D5-4DC0-8293-14224F520FFA}" type="slidenum">
              <a:rPr lang="en-AU" altLang="en-US" sz="1400" smtClean="0">
                <a:latin typeface="Times New Roman" panose="02020603050405020304" pitchFamily="18" charset="0"/>
              </a:rPr>
              <a:pPr>
                <a:spcBef>
                  <a:spcPct val="0"/>
                </a:spcBef>
                <a:buSzTx/>
                <a:buFontTx/>
                <a:buNone/>
              </a:pPr>
              <a:t>42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72F10185-4480-1536-F798-0B6C31DED4BE}"/>
              </a:ext>
            </a:extLst>
          </p:cNvPr>
          <p:cNvSpPr>
            <a:spLocks noGrp="1" noChangeArrowheads="1"/>
          </p:cNvSpPr>
          <p:nvPr>
            <p:ph type="title"/>
          </p:nvPr>
        </p:nvSpPr>
        <p:spPr>
          <a:xfrm>
            <a:off x="755650" y="342900"/>
            <a:ext cx="7537450" cy="685800"/>
          </a:xfrm>
        </p:spPr>
        <p:txBody>
          <a:bodyPr/>
          <a:lstStyle/>
          <a:p>
            <a:r>
              <a:rPr lang="en-US" altLang="en-US"/>
              <a:t>Question for Consideration</a:t>
            </a:r>
          </a:p>
        </p:txBody>
      </p:sp>
      <p:sp>
        <p:nvSpPr>
          <p:cNvPr id="79875" name="Rectangle 3">
            <a:extLst>
              <a:ext uri="{FF2B5EF4-FFF2-40B4-BE49-F238E27FC236}">
                <a16:creationId xmlns:a16="http://schemas.microsoft.com/office/drawing/2014/main" id="{97C38255-A294-39CE-B242-266B59B5BCE4}"/>
              </a:ext>
            </a:extLst>
          </p:cNvPr>
          <p:cNvSpPr>
            <a:spLocks noGrp="1" noChangeArrowheads="1"/>
          </p:cNvSpPr>
          <p:nvPr>
            <p:ph type="body" idx="1"/>
          </p:nvPr>
        </p:nvSpPr>
        <p:spPr/>
        <p:txBody>
          <a:bodyPr/>
          <a:lstStyle/>
          <a:p>
            <a:pPr marL="365125" indent="-365125">
              <a:buFont typeface="Arial Narrow" panose="020B0606020202030204" pitchFamily="34" charset="0"/>
              <a:buAutoNum type="arabicPeriod"/>
            </a:pPr>
            <a:r>
              <a:rPr lang="en-AU" altLang="en-US" sz="2400"/>
              <a:t>Explain the relation between words, vocabulary and language, in the context of computer programming.</a:t>
            </a:r>
          </a:p>
          <a:p>
            <a:pPr marL="365125" indent="-365125">
              <a:buFont typeface="Arial Narrow" panose="020B0606020202030204" pitchFamily="34" charset="0"/>
              <a:buAutoNum type="arabicPeriod"/>
            </a:pPr>
            <a:r>
              <a:rPr lang="en-AU" altLang="en-US" sz="2400"/>
              <a:t>Explain why designing and implementing a small language that has limited functionality, but has the potential to grow, is a better alternative to developing a larger, more expressive language in the first place.</a:t>
            </a:r>
          </a:p>
          <a:p>
            <a:pPr marL="365125" indent="-365125">
              <a:buFont typeface="Arial Narrow" panose="020B0606020202030204" pitchFamily="34" charset="0"/>
              <a:buAutoNum type="arabicPeriod"/>
            </a:pPr>
            <a:r>
              <a:rPr lang="en-AU" altLang="en-US" sz="2400"/>
              <a:t>What is the difference between abstraction and modularity in a system and how can they be used to enhance the system?</a:t>
            </a:r>
          </a:p>
          <a:p>
            <a:pPr marL="365125" indent="-365125">
              <a:buFont typeface="Arial Narrow" panose="020B0606020202030204" pitchFamily="34" charset="0"/>
              <a:buAutoNum type="arabicPeriod"/>
            </a:pPr>
            <a:r>
              <a:rPr lang="en-AU" altLang="en-US" sz="2400"/>
              <a:t>Explain the analogy of Cathedrals, shopping malls and bazaars in relation to programming languages.</a:t>
            </a:r>
          </a:p>
        </p:txBody>
      </p:sp>
      <p:sp>
        <p:nvSpPr>
          <p:cNvPr id="79876" name="Slide Number Placeholder 1">
            <a:extLst>
              <a:ext uri="{FF2B5EF4-FFF2-40B4-BE49-F238E27FC236}">
                <a16:creationId xmlns:a16="http://schemas.microsoft.com/office/drawing/2014/main" id="{49B00E3C-6927-5D24-291E-8929AB74165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225F8D3-8108-4B1E-9899-FEB123713BBF}" type="slidenum">
              <a:rPr lang="en-AU" altLang="en-US" sz="1400" smtClean="0">
                <a:latin typeface="Times New Roman" panose="02020603050405020304" pitchFamily="18" charset="0"/>
              </a:rPr>
              <a:pPr>
                <a:spcBef>
                  <a:spcPct val="0"/>
                </a:spcBef>
                <a:buSzTx/>
                <a:buFontTx/>
                <a:buNone/>
              </a:pPr>
              <a:t>43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F9E3AEC0-07E1-71EE-E4B9-BDCD75B0A1C5}"/>
              </a:ext>
            </a:extLst>
          </p:cNvPr>
          <p:cNvSpPr>
            <a:spLocks noGrp="1" noChangeArrowheads="1"/>
          </p:cNvSpPr>
          <p:nvPr>
            <p:ph type="title"/>
          </p:nvPr>
        </p:nvSpPr>
        <p:spPr/>
        <p:txBody>
          <a:bodyPr/>
          <a:lstStyle/>
          <a:p>
            <a:r>
              <a:rPr lang="en-US" altLang="en-US"/>
              <a:t>Question to Answer - Week 4</a:t>
            </a:r>
          </a:p>
        </p:txBody>
      </p:sp>
      <p:sp>
        <p:nvSpPr>
          <p:cNvPr id="81923" name="Rectangle 3">
            <a:extLst>
              <a:ext uri="{FF2B5EF4-FFF2-40B4-BE49-F238E27FC236}">
                <a16:creationId xmlns:a16="http://schemas.microsoft.com/office/drawing/2014/main" id="{CB17E97D-8117-2C15-EF40-91766ED915F5}"/>
              </a:ext>
            </a:extLst>
          </p:cNvPr>
          <p:cNvSpPr>
            <a:spLocks noGrp="1" noChangeArrowheads="1"/>
          </p:cNvSpPr>
          <p:nvPr>
            <p:ph type="body" idx="1"/>
          </p:nvPr>
        </p:nvSpPr>
        <p:spPr/>
        <p:txBody>
          <a:bodyPr/>
          <a:lstStyle/>
          <a:p>
            <a:pPr>
              <a:buFont typeface="Wingdings" panose="05000000000000000000" pitchFamily="2" charset="2"/>
              <a:buNone/>
            </a:pPr>
            <a:endParaRPr lang="en-AU" altLang="en-US" i="1"/>
          </a:p>
          <a:p>
            <a:pPr>
              <a:buFont typeface="Wingdings" panose="05000000000000000000" pitchFamily="2" charset="2"/>
              <a:buNone/>
            </a:pPr>
            <a:r>
              <a:rPr lang="en-AU" altLang="en-US" i="1"/>
              <a:t>	</a:t>
            </a:r>
            <a:r>
              <a:rPr lang="en-AU" altLang="en-US"/>
              <a:t>A good programmer in these times does not just write programs, </a:t>
            </a:r>
            <a:r>
              <a:rPr lang="en-AU" altLang="en-US" i="1"/>
              <a:t>he/she builds a working vocabulary</a:t>
            </a:r>
            <a:r>
              <a:rPr lang="en-AU" altLang="en-US"/>
              <a:t>. Provide examples and explain this statement.</a:t>
            </a:r>
          </a:p>
        </p:txBody>
      </p:sp>
      <p:sp>
        <p:nvSpPr>
          <p:cNvPr id="81924" name="Slide Number Placeholder 1">
            <a:extLst>
              <a:ext uri="{FF2B5EF4-FFF2-40B4-BE49-F238E27FC236}">
                <a16:creationId xmlns:a16="http://schemas.microsoft.com/office/drawing/2014/main" id="{4543F0AC-611C-3124-DBB3-DBC2E7A7408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548E2CA-63A9-45A1-8DDA-06731EBE1541}" type="slidenum">
              <a:rPr lang="en-AU" altLang="en-US" sz="1400" smtClean="0">
                <a:latin typeface="Times New Roman" panose="02020603050405020304" pitchFamily="18" charset="0"/>
              </a:rPr>
              <a:pPr>
                <a:spcBef>
                  <a:spcPct val="0"/>
                </a:spcBef>
                <a:buSzTx/>
                <a:buFontTx/>
                <a:buNone/>
              </a:pPr>
              <a:t>44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6EDB53A9-6AB2-B7DC-C593-15014C31D44D}"/>
              </a:ext>
            </a:extLst>
          </p:cNvPr>
          <p:cNvSpPr>
            <a:spLocks noGrp="1" noChangeArrowheads="1"/>
          </p:cNvSpPr>
          <p:nvPr>
            <p:ph type="title"/>
          </p:nvPr>
        </p:nvSpPr>
        <p:spPr/>
        <p:txBody>
          <a:bodyPr/>
          <a:lstStyle/>
          <a:p>
            <a:r>
              <a:rPr lang="en-US" altLang="en-US"/>
              <a:t>Required Reading Lecture 5</a:t>
            </a:r>
          </a:p>
        </p:txBody>
      </p:sp>
      <p:sp>
        <p:nvSpPr>
          <p:cNvPr id="83971" name="Rectangle 3">
            <a:extLst>
              <a:ext uri="{FF2B5EF4-FFF2-40B4-BE49-F238E27FC236}">
                <a16:creationId xmlns:a16="http://schemas.microsoft.com/office/drawing/2014/main" id="{3C1EC2DF-E78F-D656-BCEF-3D90C943FD3B}"/>
              </a:ext>
            </a:extLst>
          </p:cNvPr>
          <p:cNvSpPr>
            <a:spLocks noGrp="1" noChangeArrowheads="1"/>
          </p:cNvSpPr>
          <p:nvPr>
            <p:ph type="body" idx="1"/>
          </p:nvPr>
        </p:nvSpPr>
        <p:spPr/>
        <p:txBody>
          <a:bodyPr/>
          <a:lstStyle/>
          <a:p>
            <a:pPr>
              <a:buFont typeface="Wingdings" panose="05000000000000000000" pitchFamily="2" charset="2"/>
              <a:buNone/>
            </a:pPr>
            <a:endParaRPr lang="en-US" altLang="en-US"/>
          </a:p>
          <a:p>
            <a:r>
              <a:rPr lang="en-US" altLang="en-US"/>
              <a:t>Rebecca Wirfs-Brock and Alan McKean, </a:t>
            </a:r>
            <a:r>
              <a:rPr lang="en-US" altLang="en-US" i="1">
                <a:solidFill>
                  <a:srgbClr val="7F0101"/>
                </a:solidFill>
              </a:rPr>
              <a:t>Object Design: Roles, Responsibilitis, and Collaborations</a:t>
            </a:r>
            <a:r>
              <a:rPr lang="en-US" altLang="en-US"/>
              <a:t>, Addison-Wesley, 2003, Chapter 1 (available from Google Books)</a:t>
            </a:r>
          </a:p>
          <a:p>
            <a:r>
              <a:rPr lang="en-US" altLang="en-US"/>
              <a:t>Timothy A. Budd, </a:t>
            </a:r>
            <a:r>
              <a:rPr lang="en-US" altLang="en-US" i="1">
                <a:solidFill>
                  <a:srgbClr val="7F0101"/>
                </a:solidFill>
              </a:rPr>
              <a:t>An Introduction to Object-Oriented Programming</a:t>
            </a:r>
            <a:r>
              <a:rPr lang="en-US" altLang="en-US"/>
              <a:t> (3</a:t>
            </a:r>
            <a:r>
              <a:rPr lang="en-US" altLang="en-US" baseline="30000"/>
              <a:t>rd</a:t>
            </a:r>
            <a:r>
              <a:rPr lang="en-US" altLang="en-US"/>
              <a:t> Edition), Addison-Wesley, 2002, Chapter 3 (available from Canvas)</a:t>
            </a:r>
          </a:p>
        </p:txBody>
      </p:sp>
      <p:sp>
        <p:nvSpPr>
          <p:cNvPr id="83972" name="Slide Number Placeholder 1">
            <a:extLst>
              <a:ext uri="{FF2B5EF4-FFF2-40B4-BE49-F238E27FC236}">
                <a16:creationId xmlns:a16="http://schemas.microsoft.com/office/drawing/2014/main" id="{FF14C5B5-D6AB-9B9E-884D-CEA9378E3A7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4F2EF544-1438-4631-94F0-993B333E6D07}" type="slidenum">
              <a:rPr lang="en-AU" altLang="en-US" sz="1400" smtClean="0">
                <a:latin typeface="Times New Roman" panose="02020603050405020304" pitchFamily="18" charset="0"/>
              </a:rPr>
              <a:pPr>
                <a:spcBef>
                  <a:spcPct val="0"/>
                </a:spcBef>
                <a:buSzTx/>
                <a:buFontTx/>
                <a:buNone/>
              </a:pPr>
              <a:t>45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FF0000"/>
      </a:accent2>
      <a:accent3>
        <a:srgbClr val="FFFFFF"/>
      </a:accent3>
      <a:accent4>
        <a:srgbClr val="000000"/>
      </a:accent4>
      <a:accent5>
        <a:srgbClr val="AAE2CA"/>
      </a:accent5>
      <a:accent6>
        <a:srgbClr val="E70000"/>
      </a:accent6>
      <a:hlink>
        <a:srgbClr val="5F5F5F"/>
      </a:hlink>
      <a:folHlink>
        <a:srgbClr val="B2B2B2"/>
      </a:folHlink>
    </a:clrScheme>
    <a:fontScheme name="Default Design">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chemeClr val="tx1"/>
            </a:solidFill>
            <a:effectLst/>
            <a:latin typeface="Arial Narrow" pitchFamily="1"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chemeClr val="tx1"/>
            </a:solidFill>
            <a:effectLst/>
            <a:latin typeface="Arial Narrow" pitchFamily="1"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
  <TotalTime>3988</TotalTime>
  <Words>2565</Words>
  <Application>Microsoft Office PowerPoint</Application>
  <PresentationFormat>On-screen Show (4:3)</PresentationFormat>
  <Paragraphs>445</Paragraphs>
  <Slides>45</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Arial Narrow</vt:lpstr>
      <vt:lpstr>MS PGothic</vt:lpstr>
      <vt:lpstr>Arial</vt:lpstr>
      <vt:lpstr>Wingdings</vt:lpstr>
      <vt:lpstr>Times New Roman</vt:lpstr>
      <vt:lpstr>Helvetica</vt:lpstr>
      <vt:lpstr>Courier New</vt:lpstr>
      <vt:lpstr>Tahoma</vt:lpstr>
      <vt:lpstr>Default Design</vt:lpstr>
      <vt:lpstr>SWE30003 Software Architectures and Design</vt:lpstr>
      <vt:lpstr>Logistical matters</vt:lpstr>
      <vt:lpstr>Question to Answer from Week 3</vt:lpstr>
      <vt:lpstr>Outline</vt:lpstr>
      <vt:lpstr>Principal References</vt:lpstr>
      <vt:lpstr>Complexity in Software Systems</vt:lpstr>
      <vt:lpstr>PowerPoint Presentation</vt:lpstr>
      <vt:lpstr>Design vs. Design</vt:lpstr>
      <vt:lpstr>Design (cont.)</vt:lpstr>
      <vt:lpstr>Software Design Methods</vt:lpstr>
      <vt:lpstr>PowerPoint Presentation</vt:lpstr>
      <vt:lpstr>Abstraction</vt:lpstr>
      <vt:lpstr>Abstraction - Example</vt:lpstr>
      <vt:lpstr>Abstraction - Example (cont.)</vt:lpstr>
      <vt:lpstr>Abstraction - Example (cont.)</vt:lpstr>
      <vt:lpstr>Abstraction - Example (cont.)</vt:lpstr>
      <vt:lpstr>Abstraction - Example (cont.)</vt:lpstr>
      <vt:lpstr>Abstraction - Example (cont.)</vt:lpstr>
      <vt:lpstr>Abstraction - Example (cont.)</vt:lpstr>
      <vt:lpstr>PowerPoint Presentation</vt:lpstr>
      <vt:lpstr>Abstraction - Example (cont.)</vt:lpstr>
      <vt:lpstr>General View of Abstraction</vt:lpstr>
      <vt:lpstr>PowerPoint Presentation</vt:lpstr>
      <vt:lpstr>PowerPoint Presentation</vt:lpstr>
      <vt:lpstr>Fundamental Programming Abstractions</vt:lpstr>
      <vt:lpstr>“Abstraction Stack” in Software</vt:lpstr>
      <vt:lpstr>PowerPoint Presentation</vt:lpstr>
      <vt:lpstr>Outline</vt:lpstr>
      <vt:lpstr>Models are Abstractions</vt:lpstr>
      <vt:lpstr>Domain Models</vt:lpstr>
      <vt:lpstr>PowerPoint Presentation</vt:lpstr>
      <vt:lpstr>Recap - Domain Model Development</vt:lpstr>
      <vt:lpstr>“Exercise for the Reader”</vt:lpstr>
      <vt:lpstr>PowerPoint Presentation</vt:lpstr>
      <vt:lpstr>Software Design</vt:lpstr>
      <vt:lpstr>Design Patterns are Abstractions</vt:lpstr>
      <vt:lpstr>Software Architecture</vt:lpstr>
      <vt:lpstr>PowerPoint Presentation</vt:lpstr>
      <vt:lpstr>Example - Invoice Processing System</vt:lpstr>
      <vt:lpstr>“Growing a Language”</vt:lpstr>
      <vt:lpstr>“Growing a Language” (cont.)</vt:lpstr>
      <vt:lpstr>Closing Remarks</vt:lpstr>
      <vt:lpstr>Question for Consideration</vt:lpstr>
      <vt:lpstr>Question to Answer - Week 4</vt:lpstr>
      <vt:lpstr>Required Reading Lecture 5</vt:lpstr>
    </vt:vector>
  </TitlesOfParts>
  <Company>Swinburne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Swinburne Marketing Strategy</dc:title>
  <dc:creator>Swinburne University</dc:creator>
  <cp:lastModifiedBy>Nhu Vinh Hoang</cp:lastModifiedBy>
  <cp:revision>308</cp:revision>
  <cp:lastPrinted>2023-03-15T09:13:38Z</cp:lastPrinted>
  <dcterms:created xsi:type="dcterms:W3CDTF">2012-03-15T00:49:13Z</dcterms:created>
  <dcterms:modified xsi:type="dcterms:W3CDTF">2026-05-13T13:38:43Z</dcterms:modified>
</cp:coreProperties>
</file>