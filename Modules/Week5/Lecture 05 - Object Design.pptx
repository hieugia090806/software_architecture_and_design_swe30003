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0"/>
  </p:notesMasterIdLst>
  <p:handoutMasterIdLst>
    <p:handoutMasterId r:id="rId71"/>
  </p:handoutMasterIdLst>
  <p:sldIdLst>
    <p:sldId id="256" r:id="rId2"/>
    <p:sldId id="406" r:id="rId3"/>
    <p:sldId id="407" r:id="rId4"/>
    <p:sldId id="308" r:id="rId5"/>
    <p:sldId id="408" r:id="rId6"/>
    <p:sldId id="393" r:id="rId7"/>
    <p:sldId id="312" r:id="rId8"/>
    <p:sldId id="313" r:id="rId9"/>
    <p:sldId id="411" r:id="rId10"/>
    <p:sldId id="314" r:id="rId11"/>
    <p:sldId id="412" r:id="rId12"/>
    <p:sldId id="416" r:id="rId13"/>
    <p:sldId id="417" r:id="rId14"/>
    <p:sldId id="418" r:id="rId15"/>
    <p:sldId id="419" r:id="rId16"/>
    <p:sldId id="394" r:id="rId17"/>
    <p:sldId id="320" r:id="rId18"/>
    <p:sldId id="405" r:id="rId19"/>
    <p:sldId id="404" r:id="rId20"/>
    <p:sldId id="321" r:id="rId21"/>
    <p:sldId id="336" r:id="rId22"/>
    <p:sldId id="413" r:id="rId23"/>
    <p:sldId id="414" r:id="rId24"/>
    <p:sldId id="338" r:id="rId25"/>
    <p:sldId id="395" r:id="rId26"/>
    <p:sldId id="318" r:id="rId27"/>
    <p:sldId id="319" r:id="rId28"/>
    <p:sldId id="396" r:id="rId29"/>
    <p:sldId id="261" r:id="rId30"/>
    <p:sldId id="262" r:id="rId31"/>
    <p:sldId id="263" r:id="rId32"/>
    <p:sldId id="269" r:id="rId33"/>
    <p:sldId id="265" r:id="rId34"/>
    <p:sldId id="266" r:id="rId35"/>
    <p:sldId id="267" r:id="rId36"/>
    <p:sldId id="268" r:id="rId37"/>
    <p:sldId id="270" r:id="rId38"/>
    <p:sldId id="271" r:id="rId39"/>
    <p:sldId id="415" r:id="rId40"/>
    <p:sldId id="398" r:id="rId41"/>
    <p:sldId id="273" r:id="rId42"/>
    <p:sldId id="274" r:id="rId43"/>
    <p:sldId id="275" r:id="rId44"/>
    <p:sldId id="276" r:id="rId45"/>
    <p:sldId id="277" r:id="rId46"/>
    <p:sldId id="278" r:id="rId47"/>
    <p:sldId id="403" r:id="rId48"/>
    <p:sldId id="410" r:id="rId49"/>
    <p:sldId id="399" r:id="rId50"/>
    <p:sldId id="354" r:id="rId51"/>
    <p:sldId id="355" r:id="rId52"/>
    <p:sldId id="400" r:id="rId53"/>
    <p:sldId id="357" r:id="rId54"/>
    <p:sldId id="358" r:id="rId55"/>
    <p:sldId id="359" r:id="rId56"/>
    <p:sldId id="360" r:id="rId57"/>
    <p:sldId id="361" r:id="rId58"/>
    <p:sldId id="362" r:id="rId59"/>
    <p:sldId id="363" r:id="rId60"/>
    <p:sldId id="364" r:id="rId61"/>
    <p:sldId id="401" r:id="rId62"/>
    <p:sldId id="366" r:id="rId63"/>
    <p:sldId id="367" r:id="rId64"/>
    <p:sldId id="368" r:id="rId65"/>
    <p:sldId id="379" r:id="rId66"/>
    <p:sldId id="380" r:id="rId67"/>
    <p:sldId id="402" r:id="rId68"/>
    <p:sldId id="382" r:id="rId69"/>
  </p:sldIdLst>
  <p:sldSz cx="9144000" cy="6858000" type="screen4x3"/>
  <p:notesSz cx="7099300" cy="10234613"/>
  <p:defaultTextStyle>
    <a:defPPr>
      <a:defRPr lang="en-AU"/>
    </a:defPPr>
    <a:lvl1pPr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A479"/>
    <a:srgbClr val="7F4D0D"/>
    <a:srgbClr val="0C3A80"/>
    <a:srgbClr val="4D4D4D"/>
    <a:srgbClr val="808080"/>
    <a:srgbClr val="FFFFFF"/>
    <a:srgbClr val="C0C0C0"/>
    <a:srgbClr val="7F0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88E42A-F6E7-4251-A1AF-47466C07F938}" v="3" dt="2026-05-13T13:47:09.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355" autoAdjust="0"/>
  </p:normalViewPr>
  <p:slideViewPr>
    <p:cSldViewPr>
      <p:cViewPr varScale="1">
        <p:scale>
          <a:sx n="69" d="100"/>
          <a:sy n="69" d="100"/>
        </p:scale>
        <p:origin x="97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1848" y="-108"/>
      </p:cViewPr>
      <p:guideLst>
        <p:guide orient="horz" pos="3223"/>
        <p:guide pos="223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u Vinh Hoang" userId="d9f32479-73df-4f34-96ea-cc69d79b83d5" providerId="ADAL" clId="{BEBF3B63-2D49-4899-950E-89F35426BF77}"/>
    <pc:docChg chg="custSel mod modSld modMainMaster">
      <pc:chgData name="Nhu Vinh Hoang" userId="d9f32479-73df-4f34-96ea-cc69d79b83d5" providerId="ADAL" clId="{BEBF3B63-2D49-4899-950E-89F35426BF77}" dt="2026-05-13T13:52:11.300" v="39" actId="403"/>
      <pc:docMkLst>
        <pc:docMk/>
      </pc:docMkLst>
      <pc:sldChg chg="addSp modSp mod">
        <pc:chgData name="Nhu Vinh Hoang" userId="d9f32479-73df-4f34-96ea-cc69d79b83d5" providerId="ADAL" clId="{BEBF3B63-2D49-4899-950E-89F35426BF77}" dt="2026-05-13T13:48:35.525" v="14"/>
        <pc:sldMkLst>
          <pc:docMk/>
          <pc:sldMk cId="0" sldId="416"/>
        </pc:sldMkLst>
        <pc:spChg chg="add mod">
          <ac:chgData name="Nhu Vinh Hoang" userId="d9f32479-73df-4f34-96ea-cc69d79b83d5" providerId="ADAL" clId="{BEBF3B63-2D49-4899-950E-89F35426BF77}" dt="2026-05-13T13:48:35.525" v="14"/>
          <ac:spMkLst>
            <pc:docMk/>
            <pc:sldMk cId="0" sldId="416"/>
            <ac:spMk id="2" creationId="{6DC7DBC4-BD16-4F30-BABB-0437E63F5EA1}"/>
          </ac:spMkLst>
        </pc:spChg>
        <pc:picChg chg="mod">
          <ac:chgData name="Nhu Vinh Hoang" userId="d9f32479-73df-4f34-96ea-cc69d79b83d5" providerId="ADAL" clId="{BEBF3B63-2D49-4899-950E-89F35426BF77}" dt="2026-05-13T13:47:04.810" v="1" actId="1076"/>
          <ac:picMkLst>
            <pc:docMk/>
            <pc:sldMk cId="0" sldId="416"/>
            <ac:picMk id="25604" creationId="{5C1290B9-7863-151E-88F3-4EFA11B0934E}"/>
          </ac:picMkLst>
        </pc:picChg>
      </pc:sldChg>
      <pc:sldChg chg="addSp modSp mod">
        <pc:chgData name="Nhu Vinh Hoang" userId="d9f32479-73df-4f34-96ea-cc69d79b83d5" providerId="ADAL" clId="{BEBF3B63-2D49-4899-950E-89F35426BF77}" dt="2026-05-13T13:49:30.999" v="22"/>
        <pc:sldMkLst>
          <pc:docMk/>
          <pc:sldMk cId="0" sldId="417"/>
        </pc:sldMkLst>
        <pc:spChg chg="add mod">
          <ac:chgData name="Nhu Vinh Hoang" userId="d9f32479-73df-4f34-96ea-cc69d79b83d5" providerId="ADAL" clId="{BEBF3B63-2D49-4899-950E-89F35426BF77}" dt="2026-05-13T13:49:30.999" v="22"/>
          <ac:spMkLst>
            <pc:docMk/>
            <pc:sldMk cId="0" sldId="417"/>
            <ac:spMk id="2" creationId="{9480301B-65F6-431A-9B7C-3A182FBA1199}"/>
          </ac:spMkLst>
        </pc:spChg>
      </pc:sldChg>
      <pc:sldChg chg="addSp modSp mod">
        <pc:chgData name="Nhu Vinh Hoang" userId="d9f32479-73df-4f34-96ea-cc69d79b83d5" providerId="ADAL" clId="{BEBF3B63-2D49-4899-950E-89F35426BF77}" dt="2026-05-13T13:50:23.312" v="30"/>
        <pc:sldMkLst>
          <pc:docMk/>
          <pc:sldMk cId="0" sldId="418"/>
        </pc:sldMkLst>
        <pc:spChg chg="add mod">
          <ac:chgData name="Nhu Vinh Hoang" userId="d9f32479-73df-4f34-96ea-cc69d79b83d5" providerId="ADAL" clId="{BEBF3B63-2D49-4899-950E-89F35426BF77}" dt="2026-05-13T13:50:23.312" v="30"/>
          <ac:spMkLst>
            <pc:docMk/>
            <pc:sldMk cId="0" sldId="418"/>
            <ac:spMk id="2" creationId="{AB020FC0-705E-4E47-A443-16B59A65D7FD}"/>
          </ac:spMkLst>
        </pc:spChg>
      </pc:sldChg>
      <pc:sldChg chg="addSp modSp mod">
        <pc:chgData name="Nhu Vinh Hoang" userId="d9f32479-73df-4f34-96ea-cc69d79b83d5" providerId="ADAL" clId="{BEBF3B63-2D49-4899-950E-89F35426BF77}" dt="2026-05-13T13:52:11.300" v="39" actId="403"/>
        <pc:sldMkLst>
          <pc:docMk/>
          <pc:sldMk cId="0" sldId="419"/>
        </pc:sldMkLst>
        <pc:spChg chg="add mod">
          <ac:chgData name="Nhu Vinh Hoang" userId="d9f32479-73df-4f34-96ea-cc69d79b83d5" providerId="ADAL" clId="{BEBF3B63-2D49-4899-950E-89F35426BF77}" dt="2026-05-13T13:51:11.884" v="38"/>
          <ac:spMkLst>
            <pc:docMk/>
            <pc:sldMk cId="0" sldId="419"/>
            <ac:spMk id="2" creationId="{BD5B8CAF-D2E8-4E7D-BB00-BC725383D270}"/>
          </ac:spMkLst>
        </pc:spChg>
        <pc:spChg chg="mod">
          <ac:chgData name="Nhu Vinh Hoang" userId="d9f32479-73df-4f34-96ea-cc69d79b83d5" providerId="ADAL" clId="{BEBF3B63-2D49-4899-950E-89F35426BF77}" dt="2026-05-13T13:52:11.300" v="39" actId="403"/>
          <ac:spMkLst>
            <pc:docMk/>
            <pc:sldMk cId="0" sldId="419"/>
            <ac:spMk id="28677" creationId="{7899EF44-3589-1EEE-AB46-41C9350DAB8F}"/>
          </ac:spMkLst>
        </pc:spChg>
      </pc:sldChg>
      <pc:sldMasterChg chg="addSp mod">
        <pc:chgData name="Nhu Vinh Hoang" userId="d9f32479-73df-4f34-96ea-cc69d79b83d5" providerId="ADAL" clId="{BEBF3B63-2D49-4899-950E-89F35426BF77}" dt="2026-05-13T13:47:16.794" v="2" actId="33475"/>
        <pc:sldMasterMkLst>
          <pc:docMk/>
          <pc:sldMasterMk cId="0" sldId="2147483648"/>
        </pc:sldMasterMkLst>
        <pc:spChg chg="add">
          <ac:chgData name="Nhu Vinh Hoang" userId="d9f32479-73df-4f34-96ea-cc69d79b83d5" providerId="ADAL" clId="{BEBF3B63-2D49-4899-950E-89F35426BF77}" dt="2026-05-13T13:47:16.794" v="2" actId="33475"/>
          <ac:spMkLst>
            <pc:docMk/>
            <pc:sldMasterMk cId="0" sldId="2147483648"/>
            <ac:spMk id="4" creationId="{2D8BF52F-53F8-E942-0C7E-4957691B00CC}"/>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2BC9F05-7BF4-3314-56FB-6C18C686D0C9}"/>
              </a:ext>
            </a:extLst>
          </p:cNvPr>
          <p:cNvSpPr>
            <a:spLocks noGrp="1" noChangeArrowheads="1"/>
          </p:cNvSpPr>
          <p:nvPr>
            <p:ph type="hdr" sz="quarter"/>
          </p:nvPr>
        </p:nvSpPr>
        <p:spPr bwMode="auto">
          <a:xfrm>
            <a:off x="0" y="0"/>
            <a:ext cx="4005263"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defTabSz="950913">
              <a:defRPr sz="1200">
                <a:latin typeface="Times New Roman" charset="0"/>
                <a:ea typeface="ＭＳ Ｐゴシック" charset="0"/>
                <a:cs typeface="+mn-cs"/>
              </a:defRPr>
            </a:lvl1pPr>
          </a:lstStyle>
          <a:p>
            <a:pPr>
              <a:defRPr/>
            </a:pPr>
            <a:r>
              <a:rPr lang="en-AU"/>
              <a:t>SWE30003 - Software Architectures and Design</a:t>
            </a:r>
          </a:p>
        </p:txBody>
      </p:sp>
      <p:sp>
        <p:nvSpPr>
          <p:cNvPr id="10243" name="Rectangle 3">
            <a:extLst>
              <a:ext uri="{FF2B5EF4-FFF2-40B4-BE49-F238E27FC236}">
                <a16:creationId xmlns:a16="http://schemas.microsoft.com/office/drawing/2014/main" id="{3F857EF8-895D-F665-22B9-1EBEF004C9C6}"/>
              </a:ext>
            </a:extLst>
          </p:cNvPr>
          <p:cNvSpPr>
            <a:spLocks noGrp="1" noChangeArrowheads="1"/>
          </p:cNvSpPr>
          <p:nvPr>
            <p:ph type="dt" sz="quarter" idx="1"/>
          </p:nvPr>
        </p:nvSpPr>
        <p:spPr bwMode="auto">
          <a:xfrm>
            <a:off x="401955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algn="r" defTabSz="950913">
              <a:defRPr sz="1200">
                <a:latin typeface="Times New Roman" charset="0"/>
                <a:ea typeface="ＭＳ Ｐゴシック" charset="0"/>
                <a:cs typeface="+mn-cs"/>
              </a:defRPr>
            </a:lvl1pPr>
          </a:lstStyle>
          <a:p>
            <a:pPr>
              <a:defRPr/>
            </a:pPr>
            <a:r>
              <a:rPr lang="en-US"/>
              <a:t>S1 2023</a:t>
            </a:r>
            <a:endParaRPr lang="en-AU"/>
          </a:p>
        </p:txBody>
      </p:sp>
      <p:sp>
        <p:nvSpPr>
          <p:cNvPr id="10244" name="Rectangle 4">
            <a:extLst>
              <a:ext uri="{FF2B5EF4-FFF2-40B4-BE49-F238E27FC236}">
                <a16:creationId xmlns:a16="http://schemas.microsoft.com/office/drawing/2014/main" id="{938171E1-C9EB-4C03-1A40-0B076A0E8B98}"/>
              </a:ext>
            </a:extLst>
          </p:cNvPr>
          <p:cNvSpPr>
            <a:spLocks noGrp="1" noChangeArrowheads="1"/>
          </p:cNvSpPr>
          <p:nvPr>
            <p:ph type="ftr" sz="quarter" idx="2"/>
          </p:nvPr>
        </p:nvSpPr>
        <p:spPr bwMode="auto">
          <a:xfrm>
            <a:off x="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defTabSz="950913">
              <a:defRPr sz="1200">
                <a:latin typeface="Times New Roman" pitchFamily="18" charset="0"/>
              </a:defRPr>
            </a:lvl1pPr>
          </a:lstStyle>
          <a:p>
            <a:pPr>
              <a:defRPr/>
            </a:pPr>
            <a:r>
              <a:rPr lang="en-AU"/>
              <a:t>© Swinburne University of Technology</a:t>
            </a:r>
          </a:p>
        </p:txBody>
      </p:sp>
      <p:sp>
        <p:nvSpPr>
          <p:cNvPr id="10245" name="Rectangle 5">
            <a:extLst>
              <a:ext uri="{FF2B5EF4-FFF2-40B4-BE49-F238E27FC236}">
                <a16:creationId xmlns:a16="http://schemas.microsoft.com/office/drawing/2014/main" id="{68CA5A5D-15C2-9DA3-71D8-77D891FE7B7A}"/>
              </a:ext>
            </a:extLst>
          </p:cNvPr>
          <p:cNvSpPr>
            <a:spLocks noGrp="1" noChangeArrowheads="1"/>
          </p:cNvSpPr>
          <p:nvPr>
            <p:ph type="sldNum" sz="quarter" idx="3"/>
          </p:nvPr>
        </p:nvSpPr>
        <p:spPr bwMode="auto">
          <a:xfrm>
            <a:off x="401955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algn="r" defTabSz="950913">
              <a:defRPr sz="1200">
                <a:latin typeface="Times New Roman" panose="02020603050405020304" pitchFamily="18" charset="0"/>
              </a:defRPr>
            </a:lvl1pPr>
          </a:lstStyle>
          <a:p>
            <a:pPr>
              <a:defRPr/>
            </a:pPr>
            <a:fld id="{4DE2E755-CC1D-4FF5-85F8-1ADD2C6CE48E}"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6DF6699-2480-6985-E8F4-9912474319FB}"/>
              </a:ext>
            </a:extLst>
          </p:cNvPr>
          <p:cNvSpPr>
            <a:spLocks noGrp="1" noChangeArrowheads="1"/>
          </p:cNvSpPr>
          <p:nvPr>
            <p:ph type="hdr" sz="quarter"/>
          </p:nvPr>
        </p:nvSpPr>
        <p:spPr bwMode="auto">
          <a:xfrm>
            <a:off x="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defTabSz="950913">
              <a:defRPr sz="1200">
                <a:latin typeface="Times New Roman" charset="0"/>
                <a:ea typeface="ＭＳ Ｐゴシック" charset="0"/>
                <a:cs typeface="+mn-cs"/>
              </a:defRPr>
            </a:lvl1pPr>
          </a:lstStyle>
          <a:p>
            <a:pPr>
              <a:defRPr/>
            </a:pPr>
            <a:r>
              <a:rPr lang="en-AU"/>
              <a:t>SWE30003 - Software Architectures and Design</a:t>
            </a:r>
          </a:p>
        </p:txBody>
      </p:sp>
      <p:sp>
        <p:nvSpPr>
          <p:cNvPr id="9219" name="Rectangle 3">
            <a:extLst>
              <a:ext uri="{FF2B5EF4-FFF2-40B4-BE49-F238E27FC236}">
                <a16:creationId xmlns:a16="http://schemas.microsoft.com/office/drawing/2014/main" id="{4853E136-45BA-346E-C71B-34C8E63F7138}"/>
              </a:ext>
            </a:extLst>
          </p:cNvPr>
          <p:cNvSpPr>
            <a:spLocks noGrp="1" noChangeArrowheads="1"/>
          </p:cNvSpPr>
          <p:nvPr>
            <p:ph type="dt" idx="1"/>
          </p:nvPr>
        </p:nvSpPr>
        <p:spPr bwMode="auto">
          <a:xfrm>
            <a:off x="401955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algn="r" defTabSz="950913">
              <a:defRPr sz="1200">
                <a:latin typeface="Times New Roman" charset="0"/>
                <a:ea typeface="ＭＳ Ｐゴシック" charset="0"/>
                <a:cs typeface="+mn-cs"/>
              </a:defRPr>
            </a:lvl1pPr>
          </a:lstStyle>
          <a:p>
            <a:pPr>
              <a:defRPr/>
            </a:pPr>
            <a:r>
              <a:rPr lang="en-US"/>
              <a:t>S1 2023</a:t>
            </a:r>
            <a:endParaRPr lang="en-AU"/>
          </a:p>
        </p:txBody>
      </p:sp>
      <p:sp>
        <p:nvSpPr>
          <p:cNvPr id="3076" name="Rectangle 4">
            <a:extLst>
              <a:ext uri="{FF2B5EF4-FFF2-40B4-BE49-F238E27FC236}">
                <a16:creationId xmlns:a16="http://schemas.microsoft.com/office/drawing/2014/main" id="{3C744E32-E629-893C-2F39-5D431EA53E74}"/>
              </a:ext>
            </a:extLst>
          </p:cNvPr>
          <p:cNvSpPr>
            <a:spLocks noGrp="1" noRot="1" noChangeAspect="1" noChangeArrowheads="1" noTextEdit="1"/>
          </p:cNvSpPr>
          <p:nvPr>
            <p:ph type="sldImg" idx="2"/>
          </p:nvPr>
        </p:nvSpPr>
        <p:spPr bwMode="auto">
          <a:xfrm>
            <a:off x="1011238" y="785813"/>
            <a:ext cx="5132387" cy="3849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a:extLst>
              <a:ext uri="{FF2B5EF4-FFF2-40B4-BE49-F238E27FC236}">
                <a16:creationId xmlns:a16="http://schemas.microsoft.com/office/drawing/2014/main" id="{D57A8249-98E6-9B9B-260D-9922B5C49B7E}"/>
              </a:ext>
            </a:extLst>
          </p:cNvPr>
          <p:cNvSpPr>
            <a:spLocks noGrp="1" noChangeArrowheads="1"/>
          </p:cNvSpPr>
          <p:nvPr>
            <p:ph type="body" sz="quarter" idx="3"/>
          </p:nvPr>
        </p:nvSpPr>
        <p:spPr bwMode="auto">
          <a:xfrm>
            <a:off x="965200" y="4870450"/>
            <a:ext cx="5224463" cy="4635500"/>
          </a:xfrm>
          <a:prstGeom prst="rect">
            <a:avLst/>
          </a:prstGeom>
          <a:noFill/>
          <a:ln>
            <a:noFill/>
          </a:ln>
          <a:effectLst/>
        </p:spPr>
        <p:txBody>
          <a:bodyPr vert="horz" wrap="square" lIns="95152" tIns="47576" rIns="95152" bIns="47576"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9222" name="Rectangle 6">
            <a:extLst>
              <a:ext uri="{FF2B5EF4-FFF2-40B4-BE49-F238E27FC236}">
                <a16:creationId xmlns:a16="http://schemas.microsoft.com/office/drawing/2014/main" id="{B390F575-D800-FD55-E2FE-49A1F3FD7E68}"/>
              </a:ext>
            </a:extLst>
          </p:cNvPr>
          <p:cNvSpPr>
            <a:spLocks noGrp="1" noChangeArrowheads="1"/>
          </p:cNvSpPr>
          <p:nvPr>
            <p:ph type="ftr" sz="quarter" idx="4"/>
          </p:nvPr>
        </p:nvSpPr>
        <p:spPr bwMode="auto">
          <a:xfrm>
            <a:off x="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defTabSz="950913">
              <a:defRPr sz="1200">
                <a:latin typeface="Times New Roman" pitchFamily="18" charset="0"/>
              </a:defRPr>
            </a:lvl1pPr>
          </a:lstStyle>
          <a:p>
            <a:pPr>
              <a:defRPr/>
            </a:pPr>
            <a:r>
              <a:rPr lang="en-AU"/>
              <a:t>© Swinburne University of Technology</a:t>
            </a:r>
          </a:p>
        </p:txBody>
      </p:sp>
      <p:sp>
        <p:nvSpPr>
          <p:cNvPr id="9223" name="Rectangle 7">
            <a:extLst>
              <a:ext uri="{FF2B5EF4-FFF2-40B4-BE49-F238E27FC236}">
                <a16:creationId xmlns:a16="http://schemas.microsoft.com/office/drawing/2014/main" id="{69CA69E0-A3C3-F672-6292-353C43D11FD8}"/>
              </a:ext>
            </a:extLst>
          </p:cNvPr>
          <p:cNvSpPr>
            <a:spLocks noGrp="1" noChangeArrowheads="1"/>
          </p:cNvSpPr>
          <p:nvPr>
            <p:ph type="sldNum" sz="quarter" idx="5"/>
          </p:nvPr>
        </p:nvSpPr>
        <p:spPr bwMode="auto">
          <a:xfrm>
            <a:off x="401955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algn="r" defTabSz="950913">
              <a:defRPr sz="1200">
                <a:latin typeface="Times New Roman" panose="02020603050405020304" pitchFamily="18" charset="0"/>
              </a:defRPr>
            </a:lvl1pPr>
          </a:lstStyle>
          <a:p>
            <a:pPr>
              <a:defRPr/>
            </a:pPr>
            <a:fld id="{0CBA7D08-D724-4892-9299-E342586B0263}"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9E672E5-8751-65FD-9426-3D8E4FA7EB1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147" name="Rectangle 3">
            <a:extLst>
              <a:ext uri="{FF2B5EF4-FFF2-40B4-BE49-F238E27FC236}">
                <a16:creationId xmlns:a16="http://schemas.microsoft.com/office/drawing/2014/main" id="{126B8E18-9597-5276-F86B-9F88936EF02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148" name="Rectangle 6">
            <a:extLst>
              <a:ext uri="{FF2B5EF4-FFF2-40B4-BE49-F238E27FC236}">
                <a16:creationId xmlns:a16="http://schemas.microsoft.com/office/drawing/2014/main" id="{81E19266-71E7-252D-A588-8CD3CEB4373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149" name="Rectangle 7">
            <a:extLst>
              <a:ext uri="{FF2B5EF4-FFF2-40B4-BE49-F238E27FC236}">
                <a16:creationId xmlns:a16="http://schemas.microsoft.com/office/drawing/2014/main" id="{90C703E1-CD43-84B3-FC94-59DA2F53E6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E423ED5-0E36-43A6-99A6-608BC891954C}" type="slidenum">
              <a:rPr lang="en-AU" altLang="en-US" sz="1200" smtClean="0">
                <a:latin typeface="Times New Roman" panose="02020603050405020304" pitchFamily="18" charset="0"/>
              </a:rPr>
              <a:pPr/>
              <a:t>1</a:t>
            </a:fld>
            <a:endParaRPr lang="en-AU" altLang="en-US" sz="1200">
              <a:latin typeface="Times New Roman" panose="02020603050405020304" pitchFamily="18" charset="0"/>
            </a:endParaRPr>
          </a:p>
        </p:txBody>
      </p:sp>
      <p:sp>
        <p:nvSpPr>
          <p:cNvPr id="6150" name="Rectangle 2">
            <a:extLst>
              <a:ext uri="{FF2B5EF4-FFF2-40B4-BE49-F238E27FC236}">
                <a16:creationId xmlns:a16="http://schemas.microsoft.com/office/drawing/2014/main" id="{4691D85A-2863-4F8D-0370-43B962975E1F}"/>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99A3FB4E-5837-BDBB-6302-DBBF4DDCF60F}"/>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BA680AA-A321-978B-08E8-4CB085D8062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8195" name="Rectangle 3">
            <a:extLst>
              <a:ext uri="{FF2B5EF4-FFF2-40B4-BE49-F238E27FC236}">
                <a16:creationId xmlns:a16="http://schemas.microsoft.com/office/drawing/2014/main" id="{08637B5E-1FCE-4891-F963-71EE6BA478E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196" name="Rectangle 6">
            <a:extLst>
              <a:ext uri="{FF2B5EF4-FFF2-40B4-BE49-F238E27FC236}">
                <a16:creationId xmlns:a16="http://schemas.microsoft.com/office/drawing/2014/main" id="{21E8FC8E-590A-F81D-DA3C-3C98CF1541B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197" name="Rectangle 7">
            <a:extLst>
              <a:ext uri="{FF2B5EF4-FFF2-40B4-BE49-F238E27FC236}">
                <a16:creationId xmlns:a16="http://schemas.microsoft.com/office/drawing/2014/main" id="{C242AB96-CCB0-484B-F09E-2210B3CF67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58AB0C3-1F0C-4DDD-85D2-EAEB305561C7}" type="slidenum">
              <a:rPr lang="en-AU" altLang="en-US" sz="1200" smtClean="0">
                <a:latin typeface="Times New Roman" panose="02020603050405020304" pitchFamily="18" charset="0"/>
              </a:rPr>
              <a:pPr/>
              <a:t>2</a:t>
            </a:fld>
            <a:endParaRPr lang="en-AU" altLang="en-US" sz="1200">
              <a:latin typeface="Times New Roman" panose="02020603050405020304" pitchFamily="18" charset="0"/>
            </a:endParaRPr>
          </a:p>
        </p:txBody>
      </p:sp>
      <p:sp>
        <p:nvSpPr>
          <p:cNvPr id="8198" name="Rectangle 2">
            <a:extLst>
              <a:ext uri="{FF2B5EF4-FFF2-40B4-BE49-F238E27FC236}">
                <a16:creationId xmlns:a16="http://schemas.microsoft.com/office/drawing/2014/main" id="{ECE2EE30-0388-52AF-D3CA-CFB6F3E4CB2B}"/>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336899" name="Rectangle 3">
            <a:extLst>
              <a:ext uri="{FF2B5EF4-FFF2-40B4-BE49-F238E27FC236}">
                <a16:creationId xmlns:a16="http://schemas.microsoft.com/office/drawing/2014/main" id="{3D602D49-8447-5059-0EFB-AC8C473C7484}"/>
              </a:ext>
            </a:extLst>
          </p:cNvPr>
          <p:cNvSpPr>
            <a:spLocks noGrp="1" noChangeArrowheads="1"/>
          </p:cNvSpPr>
          <p:nvPr>
            <p:ph type="body" idx="1"/>
          </p:nvPr>
        </p:nvSpPr>
        <p:spPr>
          <a:xfrm>
            <a:off x="946150" y="4860925"/>
            <a:ext cx="5207000" cy="4605338"/>
          </a:xfrm>
          <a:solidFill>
            <a:srgbClr val="FFFFFF"/>
          </a:solidFill>
          <a:ln>
            <a:solidFill>
              <a:srgbClr val="000000"/>
            </a:solidFill>
          </a:ln>
        </p:spPr>
        <p:txBody>
          <a:bodyPr lIns="99032" tIns="49516" rIns="99032" bIns="49516"/>
          <a:lstStyle/>
          <a:p>
            <a:pPr eaLnBrk="1" hangingPunct="1">
              <a:defRPr/>
            </a:pPr>
            <a:endParaRPr lang="en-US">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82A9C1A-2BF4-E0D7-D94A-6A8B1791F41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0243" name="Rectangle 3">
            <a:extLst>
              <a:ext uri="{FF2B5EF4-FFF2-40B4-BE49-F238E27FC236}">
                <a16:creationId xmlns:a16="http://schemas.microsoft.com/office/drawing/2014/main" id="{DEE9367F-A25E-A968-F644-945D5D16969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0244" name="Rectangle 6">
            <a:extLst>
              <a:ext uri="{FF2B5EF4-FFF2-40B4-BE49-F238E27FC236}">
                <a16:creationId xmlns:a16="http://schemas.microsoft.com/office/drawing/2014/main" id="{98484181-2E9F-B8B4-977A-63B32685E91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245" name="Rectangle 7">
            <a:extLst>
              <a:ext uri="{FF2B5EF4-FFF2-40B4-BE49-F238E27FC236}">
                <a16:creationId xmlns:a16="http://schemas.microsoft.com/office/drawing/2014/main" id="{71EA762E-A216-15C7-3DF5-9E2AA88DA8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2B8C621-2522-4DBF-9738-55F2FF17B3A1}" type="slidenum">
              <a:rPr lang="en-AU" altLang="en-US" sz="1200" smtClean="0">
                <a:latin typeface="Times New Roman" panose="02020603050405020304" pitchFamily="18" charset="0"/>
              </a:rPr>
              <a:pPr/>
              <a:t>3</a:t>
            </a:fld>
            <a:endParaRPr lang="en-AU" altLang="en-US" sz="1200">
              <a:latin typeface="Times New Roman" panose="02020603050405020304" pitchFamily="18" charset="0"/>
            </a:endParaRPr>
          </a:p>
        </p:txBody>
      </p:sp>
      <p:sp>
        <p:nvSpPr>
          <p:cNvPr id="10246" name="Rectangle 2">
            <a:extLst>
              <a:ext uri="{FF2B5EF4-FFF2-40B4-BE49-F238E27FC236}">
                <a16:creationId xmlns:a16="http://schemas.microsoft.com/office/drawing/2014/main" id="{BD9AC3AC-F35A-4626-BD51-D57AEA5EDCFC}"/>
              </a:ext>
            </a:extLst>
          </p:cNvPr>
          <p:cNvSpPr>
            <a:spLocks noGrp="1" noRot="1" noChangeAspect="1" noChangeArrowheads="1" noTextEdit="1"/>
          </p:cNvSpPr>
          <p:nvPr>
            <p:ph type="sldImg"/>
          </p:nvPr>
        </p:nvSpPr>
        <p:spPr>
          <a:ln/>
        </p:spPr>
      </p:sp>
      <p:sp>
        <p:nvSpPr>
          <p:cNvPr id="10247" name="Rectangle 3">
            <a:extLst>
              <a:ext uri="{FF2B5EF4-FFF2-40B4-BE49-F238E27FC236}">
                <a16:creationId xmlns:a16="http://schemas.microsoft.com/office/drawing/2014/main" id="{C50ED10D-1678-13B8-5238-FEC3D857DD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None/>
            </a:pPr>
            <a:r>
              <a:rPr lang="en-AU" altLang="en-US">
                <a:latin typeface="Times New Roman" panose="02020603050405020304" pitchFamily="18" charset="0"/>
              </a:rPr>
              <a:t>Working vocabulary” - two aspects:</a:t>
            </a:r>
          </a:p>
          <a:p>
            <a:r>
              <a:rPr lang="en-AU" altLang="en-US">
                <a:latin typeface="Times New Roman" panose="02020603050405020304" pitchFamily="18" charset="0"/>
              </a:rPr>
              <a:t>Cross programs</a:t>
            </a:r>
          </a:p>
          <a:p>
            <a:r>
              <a:rPr lang="en-AU" altLang="en-US">
                <a:latin typeface="Times New Roman" panose="02020603050405020304" pitchFamily="18" charset="0"/>
              </a:rPr>
              <a:t>Within program</a:t>
            </a:r>
          </a:p>
          <a:p>
            <a:r>
              <a:rPr lang="en-AU" altLang="en-US">
                <a:latin typeface="Times New Roman" panose="02020603050405020304" pitchFamily="18" charset="0"/>
              </a:rPr>
              <a:t>---- </a:t>
            </a:r>
          </a:p>
          <a:p>
            <a:r>
              <a:rPr lang="en-AU" altLang="en-US">
                <a:latin typeface="Times New Roman" panose="02020603050405020304" pitchFamily="18" charset="0"/>
              </a:rPr>
              <a:t>Abstractions, pattern, meta, extension</a:t>
            </a:r>
          </a:p>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9B5A1A6-F7C4-D403-A03A-6DEA15ADF9D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291" name="Rectangle 3">
            <a:extLst>
              <a:ext uri="{FF2B5EF4-FFF2-40B4-BE49-F238E27FC236}">
                <a16:creationId xmlns:a16="http://schemas.microsoft.com/office/drawing/2014/main" id="{D2F56E3C-56BA-3535-E9ED-FE7C9F5838A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2292" name="Rectangle 6">
            <a:extLst>
              <a:ext uri="{FF2B5EF4-FFF2-40B4-BE49-F238E27FC236}">
                <a16:creationId xmlns:a16="http://schemas.microsoft.com/office/drawing/2014/main" id="{D844C08A-0999-2C9C-E734-1CCC360CEA7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293" name="Rectangle 7">
            <a:extLst>
              <a:ext uri="{FF2B5EF4-FFF2-40B4-BE49-F238E27FC236}">
                <a16:creationId xmlns:a16="http://schemas.microsoft.com/office/drawing/2014/main" id="{B751FBB4-C8FC-F5B5-B292-9616335E332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0087F69-06AB-484F-9F5D-544C9E6FB833}" type="slidenum">
              <a:rPr lang="en-AU" altLang="en-US" sz="1200" smtClean="0">
                <a:latin typeface="Times New Roman" panose="02020603050405020304" pitchFamily="18" charset="0"/>
              </a:rPr>
              <a:pPr/>
              <a:t>4</a:t>
            </a:fld>
            <a:endParaRPr lang="en-AU" altLang="en-US" sz="1200">
              <a:latin typeface="Times New Roman" panose="02020603050405020304" pitchFamily="18" charset="0"/>
            </a:endParaRPr>
          </a:p>
        </p:txBody>
      </p:sp>
      <p:sp>
        <p:nvSpPr>
          <p:cNvPr id="12294" name="Rectangle 2">
            <a:extLst>
              <a:ext uri="{FF2B5EF4-FFF2-40B4-BE49-F238E27FC236}">
                <a16:creationId xmlns:a16="http://schemas.microsoft.com/office/drawing/2014/main" id="{B6D14EF4-F7DD-AD4E-D91A-4EB8FD000130}"/>
              </a:ext>
            </a:extLst>
          </p:cNvPr>
          <p:cNvSpPr>
            <a:spLocks noGrp="1" noRot="1" noChangeAspect="1" noChangeArrowheads="1" noTextEdit="1"/>
          </p:cNvSpPr>
          <p:nvPr>
            <p:ph type="sldImg"/>
          </p:nvPr>
        </p:nvSpPr>
        <p:spPr>
          <a:solidFill>
            <a:srgbClr val="FFFFFF"/>
          </a:solidFill>
          <a:ln/>
        </p:spPr>
      </p:sp>
      <p:sp>
        <p:nvSpPr>
          <p:cNvPr id="192515" name="Rectangle 3">
            <a:extLst>
              <a:ext uri="{FF2B5EF4-FFF2-40B4-BE49-F238E27FC236}">
                <a16:creationId xmlns:a16="http://schemas.microsoft.com/office/drawing/2014/main" id="{ED2D6012-8B98-79E2-BDD7-4679B6BFF314}"/>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A74C3BE9-2B85-CD88-3E21-1B730F82FF97}"/>
              </a:ext>
            </a:extLst>
          </p:cNvPr>
          <p:cNvSpPr>
            <a:spLocks noGrp="1" noRot="1" noChangeAspect="1" noChangeArrowheads="1" noTextEdit="1"/>
          </p:cNvSpPr>
          <p:nvPr>
            <p:ph type="sldImg"/>
          </p:nvPr>
        </p:nvSpPr>
        <p:spPr>
          <a:ln/>
        </p:spPr>
      </p:sp>
      <p:sp>
        <p:nvSpPr>
          <p:cNvPr id="14339" name="Notes Placeholder 2">
            <a:extLst>
              <a:ext uri="{FF2B5EF4-FFF2-40B4-BE49-F238E27FC236}">
                <a16:creationId xmlns:a16="http://schemas.microsoft.com/office/drawing/2014/main" id="{2F012EBC-62F0-EB9D-C40D-586320C1D4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latin typeface="Times New Roman" panose="02020603050405020304" pitchFamily="18" charset="0"/>
              </a:rPr>
              <a:t>NOT everything is an object. EG, in OOP “button” in an UI can be modelled as an object, but NOT in OOD at the domain/business level.</a:t>
            </a:r>
          </a:p>
        </p:txBody>
      </p:sp>
      <p:sp>
        <p:nvSpPr>
          <p:cNvPr id="14340" name="Header Placeholder 3">
            <a:extLst>
              <a:ext uri="{FF2B5EF4-FFF2-40B4-BE49-F238E27FC236}">
                <a16:creationId xmlns:a16="http://schemas.microsoft.com/office/drawing/2014/main" id="{42ABF05A-D6C1-546D-62AF-4CC30505E63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4341" name="Date Placeholder 4">
            <a:extLst>
              <a:ext uri="{FF2B5EF4-FFF2-40B4-BE49-F238E27FC236}">
                <a16:creationId xmlns:a16="http://schemas.microsoft.com/office/drawing/2014/main" id="{2CDDA33B-3625-7D80-FE2E-9475267AB07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4342" name="Footer Placeholder 5">
            <a:extLst>
              <a:ext uri="{FF2B5EF4-FFF2-40B4-BE49-F238E27FC236}">
                <a16:creationId xmlns:a16="http://schemas.microsoft.com/office/drawing/2014/main" id="{636B6C7A-453D-C16C-0F95-49AB6814626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343" name="Slide Number Placeholder 6">
            <a:extLst>
              <a:ext uri="{FF2B5EF4-FFF2-40B4-BE49-F238E27FC236}">
                <a16:creationId xmlns:a16="http://schemas.microsoft.com/office/drawing/2014/main" id="{94EFDABD-BECE-F74D-A9B1-9352F774D9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0210BF7-3B77-45F1-91C1-6316F1FC0F2A}" type="slidenum">
              <a:rPr lang="en-AU" altLang="en-US" sz="1200" smtClean="0">
                <a:latin typeface="Times New Roman" panose="02020603050405020304" pitchFamily="18" charset="0"/>
              </a:rPr>
              <a:pPr/>
              <a:t>5</a:t>
            </a:fld>
            <a:endParaRPr lang="en-AU" altLang="en-US" sz="12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81658352-51CE-C2BE-B704-2EFFD8BF9CA1}"/>
              </a:ext>
            </a:extLst>
          </p:cNvPr>
          <p:cNvSpPr>
            <a:spLocks noGrp="1" noRot="1" noChangeAspect="1" noChangeArrowheads="1" noTextEdit="1"/>
          </p:cNvSpPr>
          <p:nvPr>
            <p:ph type="sldImg"/>
          </p:nvPr>
        </p:nvSpPr>
        <p:spPr>
          <a:ln/>
        </p:spPr>
      </p:sp>
      <p:sp>
        <p:nvSpPr>
          <p:cNvPr id="16387" name="Notes Placeholder 2">
            <a:extLst>
              <a:ext uri="{FF2B5EF4-FFF2-40B4-BE49-F238E27FC236}">
                <a16:creationId xmlns:a16="http://schemas.microsoft.com/office/drawing/2014/main" id="{A31B0110-0233-4213-4D35-9D2F5C5EA4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latin typeface="Times New Roman" panose="02020603050405020304" pitchFamily="18" charset="0"/>
              </a:rPr>
              <a:t>Familiar concepts, BUT deeper reflection, and analysis </a:t>
            </a:r>
            <a:r>
              <a:rPr lang="en-AU" altLang="en-US">
                <a:latin typeface="Times New Roman" panose="02020603050405020304" pitchFamily="18" charset="0"/>
                <a:sym typeface="Wingdings" panose="05000000000000000000" pitchFamily="2" charset="2"/>
              </a:rPr>
              <a:t> deeper understanding and better use --- considered/rationalised use! … at a higher level of abstraction.</a:t>
            </a:r>
            <a:endParaRPr lang="en-AU" altLang="en-US">
              <a:latin typeface="Times New Roman" panose="02020603050405020304" pitchFamily="18" charset="0"/>
            </a:endParaRPr>
          </a:p>
        </p:txBody>
      </p:sp>
      <p:sp>
        <p:nvSpPr>
          <p:cNvPr id="16388" name="Header Placeholder 3">
            <a:extLst>
              <a:ext uri="{FF2B5EF4-FFF2-40B4-BE49-F238E27FC236}">
                <a16:creationId xmlns:a16="http://schemas.microsoft.com/office/drawing/2014/main" id="{4B429BB6-07AB-EEC2-E28C-145D08AFC49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6389" name="Date Placeholder 4">
            <a:extLst>
              <a:ext uri="{FF2B5EF4-FFF2-40B4-BE49-F238E27FC236}">
                <a16:creationId xmlns:a16="http://schemas.microsoft.com/office/drawing/2014/main" id="{B5E8EE06-31D0-38DC-95B9-075B0E48620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6390" name="Footer Placeholder 5">
            <a:extLst>
              <a:ext uri="{FF2B5EF4-FFF2-40B4-BE49-F238E27FC236}">
                <a16:creationId xmlns:a16="http://schemas.microsoft.com/office/drawing/2014/main" id="{BA6716C2-B1A9-1874-70FF-9E245239F36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6391" name="Slide Number Placeholder 6">
            <a:extLst>
              <a:ext uri="{FF2B5EF4-FFF2-40B4-BE49-F238E27FC236}">
                <a16:creationId xmlns:a16="http://schemas.microsoft.com/office/drawing/2014/main" id="{EBBABE58-4EF9-8611-FD3E-AFC5E6E78D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22D42C7-6EC2-4FE2-91A3-466DFCD26EE7}" type="slidenum">
              <a:rPr lang="en-AU" altLang="en-US" sz="1200" smtClean="0">
                <a:latin typeface="Times New Roman" panose="02020603050405020304" pitchFamily="18" charset="0"/>
              </a:rPr>
              <a:pPr/>
              <a:t>6</a:t>
            </a:fld>
            <a:endParaRPr lang="en-AU" altLang="en-US" sz="12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3D314C6-0904-8B64-9945-EB6F794ACD1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8435" name="Rectangle 3">
            <a:extLst>
              <a:ext uri="{FF2B5EF4-FFF2-40B4-BE49-F238E27FC236}">
                <a16:creationId xmlns:a16="http://schemas.microsoft.com/office/drawing/2014/main" id="{4A3CFB48-FCD1-CE60-3524-01EF09C1047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8436" name="Rectangle 6">
            <a:extLst>
              <a:ext uri="{FF2B5EF4-FFF2-40B4-BE49-F238E27FC236}">
                <a16:creationId xmlns:a16="http://schemas.microsoft.com/office/drawing/2014/main" id="{B0DDE826-9A78-5B19-8C45-5D50ABF97F6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8437" name="Rectangle 7">
            <a:extLst>
              <a:ext uri="{FF2B5EF4-FFF2-40B4-BE49-F238E27FC236}">
                <a16:creationId xmlns:a16="http://schemas.microsoft.com/office/drawing/2014/main" id="{8BC9B1DB-9279-4C3D-D96E-C406327B5B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53B4750-8100-471A-9172-32BDB62134E7}" type="slidenum">
              <a:rPr lang="en-AU" altLang="en-US" sz="1200" smtClean="0">
                <a:latin typeface="Times New Roman" panose="02020603050405020304" pitchFamily="18" charset="0"/>
              </a:rPr>
              <a:pPr/>
              <a:t>7</a:t>
            </a:fld>
            <a:endParaRPr lang="en-AU" altLang="en-US" sz="1200">
              <a:latin typeface="Times New Roman" panose="02020603050405020304" pitchFamily="18" charset="0"/>
            </a:endParaRPr>
          </a:p>
        </p:txBody>
      </p:sp>
      <p:sp>
        <p:nvSpPr>
          <p:cNvPr id="18438" name="Rectangle 2">
            <a:extLst>
              <a:ext uri="{FF2B5EF4-FFF2-40B4-BE49-F238E27FC236}">
                <a16:creationId xmlns:a16="http://schemas.microsoft.com/office/drawing/2014/main" id="{E35468DE-072C-BE13-23F5-1051EC189DA1}"/>
              </a:ext>
            </a:extLst>
          </p:cNvPr>
          <p:cNvSpPr>
            <a:spLocks noGrp="1" noRot="1" noChangeAspect="1" noChangeArrowheads="1" noTextEdit="1"/>
          </p:cNvSpPr>
          <p:nvPr>
            <p:ph type="sldImg"/>
          </p:nvPr>
        </p:nvSpPr>
        <p:spPr>
          <a:xfrm>
            <a:off x="992188" y="766763"/>
            <a:ext cx="5119687" cy="3840162"/>
          </a:xfrm>
          <a:solidFill>
            <a:srgbClr val="FFFFFF"/>
          </a:solidFill>
          <a:ln/>
        </p:spPr>
      </p:sp>
      <p:sp>
        <p:nvSpPr>
          <p:cNvPr id="199683" name="Rectangle 3">
            <a:extLst>
              <a:ext uri="{FF2B5EF4-FFF2-40B4-BE49-F238E27FC236}">
                <a16:creationId xmlns:a16="http://schemas.microsoft.com/office/drawing/2014/main" id="{F1A91634-FA50-2D2E-A3B7-D78A3DE30768}"/>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9367759-74C2-E850-5CAC-112BE718170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20483" name="Rectangle 3">
            <a:extLst>
              <a:ext uri="{FF2B5EF4-FFF2-40B4-BE49-F238E27FC236}">
                <a16:creationId xmlns:a16="http://schemas.microsoft.com/office/drawing/2014/main" id="{3FCBB87A-7916-1174-1624-0AA2A8D4DE6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0484" name="Rectangle 6">
            <a:extLst>
              <a:ext uri="{FF2B5EF4-FFF2-40B4-BE49-F238E27FC236}">
                <a16:creationId xmlns:a16="http://schemas.microsoft.com/office/drawing/2014/main" id="{D3AF54A2-8E6E-5A1B-E4A9-12DDC5C0361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0485" name="Rectangle 7">
            <a:extLst>
              <a:ext uri="{FF2B5EF4-FFF2-40B4-BE49-F238E27FC236}">
                <a16:creationId xmlns:a16="http://schemas.microsoft.com/office/drawing/2014/main" id="{DD68F0EE-3ABB-9B61-7D90-0E5F1B4149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A207A40-8BF4-4446-99D2-9D37656DDEE7}" type="slidenum">
              <a:rPr lang="en-AU" altLang="en-US" sz="1200" smtClean="0">
                <a:latin typeface="Times New Roman" panose="02020603050405020304" pitchFamily="18" charset="0"/>
              </a:rPr>
              <a:pPr/>
              <a:t>8</a:t>
            </a:fld>
            <a:endParaRPr lang="en-AU" altLang="en-US" sz="1200">
              <a:latin typeface="Times New Roman" panose="02020603050405020304" pitchFamily="18" charset="0"/>
            </a:endParaRPr>
          </a:p>
        </p:txBody>
      </p:sp>
      <p:sp>
        <p:nvSpPr>
          <p:cNvPr id="20486" name="Rectangle 2">
            <a:extLst>
              <a:ext uri="{FF2B5EF4-FFF2-40B4-BE49-F238E27FC236}">
                <a16:creationId xmlns:a16="http://schemas.microsoft.com/office/drawing/2014/main" id="{34831ADD-38EA-5C61-6D39-81E45FA6E7B7}"/>
              </a:ext>
            </a:extLst>
          </p:cNvPr>
          <p:cNvSpPr>
            <a:spLocks noGrp="1" noRot="1" noChangeAspect="1" noChangeArrowheads="1" noTextEdit="1"/>
          </p:cNvSpPr>
          <p:nvPr>
            <p:ph type="sldImg"/>
          </p:nvPr>
        </p:nvSpPr>
        <p:spPr>
          <a:xfrm>
            <a:off x="992188" y="766763"/>
            <a:ext cx="5119687" cy="3840162"/>
          </a:xfrm>
          <a:solidFill>
            <a:srgbClr val="FFFFFF"/>
          </a:solidFill>
          <a:ln/>
        </p:spPr>
      </p:sp>
      <p:sp>
        <p:nvSpPr>
          <p:cNvPr id="20487" name="Rectangle 3">
            <a:extLst>
              <a:ext uri="{FF2B5EF4-FFF2-40B4-BE49-F238E27FC236}">
                <a16:creationId xmlns:a16="http://schemas.microsoft.com/office/drawing/2014/main" id="{8D0B3E0C-B899-813F-DECE-4901B3C38537}"/>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a:lstStyle/>
          <a:p>
            <a:r>
              <a:rPr lang="en-AU" altLang="en-US">
                <a:latin typeface="Times New Roman" panose="02020603050405020304" pitchFamily="18" charset="0"/>
              </a:rPr>
              <a:t>At the top level, there is the architecture or system design. This is the fundamental framework for structuring the system, not hierarchy!). In it are described the principal subsystems and their relationships, where a subsystem is an independent software unit. This is (not) going to be a part of the focus of (later part of) this course, but you need to be aware that large systems will require this level of design. There are lots of different models of architectures.</a:t>
            </a:r>
          </a:p>
          <a:p>
            <a:endParaRPr lang="en-AU" altLang="en-US">
              <a:latin typeface="Times New Roman" panose="02020603050405020304" pitchFamily="18" charset="0"/>
            </a:endParaRPr>
          </a:p>
          <a:p>
            <a:r>
              <a:rPr lang="en-AU" altLang="en-US">
                <a:latin typeface="Times New Roman" panose="02020603050405020304" pitchFamily="18" charset="0"/>
              </a:rPr>
              <a:t>At successive lower levels, the subsystems are decomposed into modules. In OO analysis and design, we get a set of loosely coupled objects with well-defined interfaces. Alternatively, decompositions could be functional eg using DFDs.</a:t>
            </a:r>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0A3F1F4-5E34-E1C2-4AEB-9A4E53A353B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23555" name="Rectangle 3">
            <a:extLst>
              <a:ext uri="{FF2B5EF4-FFF2-40B4-BE49-F238E27FC236}">
                <a16:creationId xmlns:a16="http://schemas.microsoft.com/office/drawing/2014/main" id="{70257252-4FC7-2689-13A8-FF07C6DB6CB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3556" name="Rectangle 6">
            <a:extLst>
              <a:ext uri="{FF2B5EF4-FFF2-40B4-BE49-F238E27FC236}">
                <a16:creationId xmlns:a16="http://schemas.microsoft.com/office/drawing/2014/main" id="{87E4A555-B50C-AC24-6C5F-E727853F6E4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3557" name="Rectangle 7">
            <a:extLst>
              <a:ext uri="{FF2B5EF4-FFF2-40B4-BE49-F238E27FC236}">
                <a16:creationId xmlns:a16="http://schemas.microsoft.com/office/drawing/2014/main" id="{C6A8B89C-8E45-3994-4591-AEF78B4FC9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4C13131-9E49-4234-B078-1AD80E57C290}" type="slidenum">
              <a:rPr lang="en-AU" altLang="en-US" sz="1200" smtClean="0">
                <a:latin typeface="Times New Roman" panose="02020603050405020304" pitchFamily="18" charset="0"/>
              </a:rPr>
              <a:pPr/>
              <a:t>10</a:t>
            </a:fld>
            <a:endParaRPr lang="en-AU" altLang="en-US" sz="1200">
              <a:latin typeface="Times New Roman" panose="02020603050405020304" pitchFamily="18" charset="0"/>
            </a:endParaRPr>
          </a:p>
        </p:txBody>
      </p:sp>
      <p:sp>
        <p:nvSpPr>
          <p:cNvPr id="23558" name="Rectangle 2">
            <a:extLst>
              <a:ext uri="{FF2B5EF4-FFF2-40B4-BE49-F238E27FC236}">
                <a16:creationId xmlns:a16="http://schemas.microsoft.com/office/drawing/2014/main" id="{D290C97B-9DEC-2D76-8233-E34B0AF52C5F}"/>
              </a:ext>
            </a:extLst>
          </p:cNvPr>
          <p:cNvSpPr>
            <a:spLocks noGrp="1" noRot="1" noChangeAspect="1" noChangeArrowheads="1" noTextEdit="1"/>
          </p:cNvSpPr>
          <p:nvPr>
            <p:ph type="sldImg"/>
          </p:nvPr>
        </p:nvSpPr>
        <p:spPr>
          <a:xfrm>
            <a:off x="992188" y="766763"/>
            <a:ext cx="5119687" cy="3840162"/>
          </a:xfrm>
          <a:solidFill>
            <a:srgbClr val="FFFFFF"/>
          </a:solidFill>
          <a:ln/>
        </p:spPr>
      </p:sp>
      <p:sp>
        <p:nvSpPr>
          <p:cNvPr id="23559" name="Rectangle 3">
            <a:extLst>
              <a:ext uri="{FF2B5EF4-FFF2-40B4-BE49-F238E27FC236}">
                <a16:creationId xmlns:a16="http://schemas.microsoft.com/office/drawing/2014/main" id="{34E63805-B798-C998-61E6-B489FAE66B09}"/>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a:lstStyle/>
          <a:p>
            <a:r>
              <a:rPr lang="en-US" altLang="en-US">
                <a:latin typeface="Times New Roman" panose="02020603050405020304" pitchFamily="18" charset="0"/>
              </a:rPr>
              <a:t>Pfleeger 2nd ed. p. 220–226</a:t>
            </a:r>
          </a:p>
          <a:p>
            <a:r>
              <a:rPr lang="en-AU" altLang="en-US">
                <a:latin typeface="Times New Roman" panose="02020603050405020304" pitchFamily="18" charset="0"/>
              </a:rPr>
              <a:t>Bruegge p.174 covers these concepts in the context of subsystems in section 6.3.3. </a:t>
            </a:r>
            <a:r>
              <a:rPr lang="en-US" altLang="en-US">
                <a:latin typeface="Times New Roman" panose="02020603050405020304" pitchFamily="18" charset="0"/>
              </a:rPr>
              <a:t>He uses the term ‘coherence’ as ‘cohesion’. </a:t>
            </a:r>
            <a:r>
              <a:rPr lang="en-AU" altLang="en-US">
                <a:latin typeface="Times New Roman" panose="02020603050405020304" pitchFamily="18" charset="0"/>
              </a:rPr>
              <a:t>The concepts here are more general than is discussed in textbook.</a:t>
            </a:r>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93EA536B-F3B8-5EBE-95CB-3D73FC96E07A}"/>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BE8F16A4-F0EA-1078-5623-573CAB4D38E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0724" name="Header Placeholder 3">
            <a:extLst>
              <a:ext uri="{FF2B5EF4-FFF2-40B4-BE49-F238E27FC236}">
                <a16:creationId xmlns:a16="http://schemas.microsoft.com/office/drawing/2014/main" id="{A3F70F38-EC90-7AA9-192F-DEAFF03049B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0725" name="Date Placeholder 4">
            <a:extLst>
              <a:ext uri="{FF2B5EF4-FFF2-40B4-BE49-F238E27FC236}">
                <a16:creationId xmlns:a16="http://schemas.microsoft.com/office/drawing/2014/main" id="{D03655D1-24B9-6A90-6C23-8667628BA89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0726" name="Footer Placeholder 5">
            <a:extLst>
              <a:ext uri="{FF2B5EF4-FFF2-40B4-BE49-F238E27FC236}">
                <a16:creationId xmlns:a16="http://schemas.microsoft.com/office/drawing/2014/main" id="{9EA886A3-9494-2610-DAA8-E5929D1B829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0727" name="Slide Number Placeholder 6">
            <a:extLst>
              <a:ext uri="{FF2B5EF4-FFF2-40B4-BE49-F238E27FC236}">
                <a16:creationId xmlns:a16="http://schemas.microsoft.com/office/drawing/2014/main" id="{F2EBF995-382E-3A17-DD96-052086D79F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F9CED9F-AE1A-481B-807A-3C49DD27646C}" type="slidenum">
              <a:rPr lang="en-AU" altLang="en-US" sz="1200" smtClean="0">
                <a:latin typeface="Times New Roman" panose="02020603050405020304" pitchFamily="18" charset="0"/>
              </a:rPr>
              <a:pPr/>
              <a:t>16</a:t>
            </a:fld>
            <a:endParaRPr lang="en-AU" altLang="en-US" sz="120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3A83078-5EC5-1DF1-FEEE-4F3CDC5D776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2771" name="Rectangle 3">
            <a:extLst>
              <a:ext uri="{FF2B5EF4-FFF2-40B4-BE49-F238E27FC236}">
                <a16:creationId xmlns:a16="http://schemas.microsoft.com/office/drawing/2014/main" id="{0E055813-CF8B-7ED4-6EFF-C7F6DC68D83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2772" name="Rectangle 6">
            <a:extLst>
              <a:ext uri="{FF2B5EF4-FFF2-40B4-BE49-F238E27FC236}">
                <a16:creationId xmlns:a16="http://schemas.microsoft.com/office/drawing/2014/main" id="{DC72BA34-0AE0-31CE-8E4D-726FCF849F7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2773" name="Rectangle 7">
            <a:extLst>
              <a:ext uri="{FF2B5EF4-FFF2-40B4-BE49-F238E27FC236}">
                <a16:creationId xmlns:a16="http://schemas.microsoft.com/office/drawing/2014/main" id="{2897DFB2-C0F8-0319-163B-AFC93C914DC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1D09052-18EF-49B4-ACF4-77F35C907E04}" type="slidenum">
              <a:rPr lang="en-AU" altLang="en-US" sz="1200" smtClean="0">
                <a:latin typeface="Times New Roman" panose="02020603050405020304" pitchFamily="18" charset="0"/>
              </a:rPr>
              <a:pPr/>
              <a:t>17</a:t>
            </a:fld>
            <a:endParaRPr lang="en-AU" altLang="en-US" sz="1200">
              <a:latin typeface="Times New Roman" panose="02020603050405020304" pitchFamily="18" charset="0"/>
            </a:endParaRPr>
          </a:p>
        </p:txBody>
      </p:sp>
      <p:sp>
        <p:nvSpPr>
          <p:cNvPr id="32774" name="Rectangle 2">
            <a:extLst>
              <a:ext uri="{FF2B5EF4-FFF2-40B4-BE49-F238E27FC236}">
                <a16:creationId xmlns:a16="http://schemas.microsoft.com/office/drawing/2014/main" id="{C3AAB910-DA3D-C858-72C0-7A9C7EFDD178}"/>
              </a:ext>
            </a:extLst>
          </p:cNvPr>
          <p:cNvSpPr>
            <a:spLocks noGrp="1" noRot="1" noChangeAspect="1" noChangeArrowheads="1" noTextEdit="1"/>
          </p:cNvSpPr>
          <p:nvPr>
            <p:ph type="sldImg"/>
          </p:nvPr>
        </p:nvSpPr>
        <p:spPr>
          <a:xfrm>
            <a:off x="992188" y="766763"/>
            <a:ext cx="5119687" cy="3840162"/>
          </a:xfrm>
          <a:solidFill>
            <a:srgbClr val="FFFFFF"/>
          </a:solidFill>
          <a:ln/>
        </p:spPr>
      </p:sp>
      <p:sp>
        <p:nvSpPr>
          <p:cNvPr id="32775" name="Rectangle 3">
            <a:extLst>
              <a:ext uri="{FF2B5EF4-FFF2-40B4-BE49-F238E27FC236}">
                <a16:creationId xmlns:a16="http://schemas.microsoft.com/office/drawing/2014/main" id="{7515171E-DCDF-D263-12D2-AFE8E9D7C80B}"/>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a:lstStyle/>
          <a:p>
            <a:r>
              <a:rPr lang="en-US" altLang="en-US">
                <a:latin typeface="Times New Roman" panose="02020603050405020304" pitchFamily="18" charset="0"/>
              </a:rPr>
              <a:t>Although the terms “class” and “object” are distinguished, we still have object-oriented design instead of class-oriented design.</a:t>
            </a:r>
          </a:p>
          <a:p>
            <a:r>
              <a:rPr lang="en-US" altLang="en-US">
                <a:latin typeface="Times New Roman" panose="02020603050405020304" pitchFamily="18" charset="0"/>
              </a:rPr>
              <a:t>From Analysis to Design, we need a way to capture an </a:t>
            </a:r>
            <a:r>
              <a:rPr lang="en-US" altLang="en-US" i="1">
                <a:latin typeface="Times New Roman" panose="02020603050405020304" pitchFamily="18" charset="0"/>
              </a:rPr>
              <a:t>object</a:t>
            </a:r>
            <a:r>
              <a:rPr lang="en-US" altLang="en-US">
                <a:latin typeface="Times New Roman" panose="02020603050405020304" pitchFamily="18" charset="0"/>
              </a:rPr>
              <a:t>  from real world entity and “transform” the entity to a software component.</a:t>
            </a:r>
          </a:p>
          <a:p>
            <a:endParaRPr lang="en-AU" altLang="en-US">
              <a:latin typeface="Times New Roman" panose="02020603050405020304" pitchFamily="18" charset="0"/>
            </a:endParaRPr>
          </a:p>
          <a:p>
            <a:r>
              <a:rPr lang="en-AU" altLang="en-US">
                <a:latin typeface="Times New Roman" panose="02020603050405020304" pitchFamily="18" charset="0"/>
              </a:rPr>
              <a:t>This should be revision from SD1</a:t>
            </a:r>
          </a:p>
          <a:p>
            <a:pPr>
              <a:buFontTx/>
              <a:buChar char="•"/>
            </a:pPr>
            <a:r>
              <a:rPr lang="en-AU" altLang="en-US">
                <a:latin typeface="Times New Roman" panose="02020603050405020304" pitchFamily="18" charset="0"/>
              </a:rPr>
              <a:t>Identity</a:t>
            </a:r>
          </a:p>
          <a:p>
            <a:pPr>
              <a:buFontTx/>
              <a:buChar char="•"/>
            </a:pPr>
            <a:r>
              <a:rPr lang="en-AU" altLang="en-US">
                <a:latin typeface="Times New Roman" panose="02020603050405020304" pitchFamily="18" charset="0"/>
              </a:rPr>
              <a:t>State</a:t>
            </a:r>
          </a:p>
          <a:p>
            <a:pPr>
              <a:buFontTx/>
              <a:buChar char="•"/>
            </a:pPr>
            <a:r>
              <a:rPr lang="en-AU" altLang="en-US">
                <a:latin typeface="Times New Roman" panose="02020603050405020304" pitchFamily="18" charset="0"/>
              </a:rPr>
              <a:t>Behaviour</a:t>
            </a:r>
          </a:p>
          <a:p>
            <a:pPr>
              <a:buFontTx/>
              <a:buChar char="•"/>
            </a:pPr>
            <a:r>
              <a:rPr lang="en-AU" altLang="en-US">
                <a:latin typeface="Times New Roman" panose="02020603050405020304" pitchFamily="18" charset="0"/>
              </a:rPr>
              <a:t>Messages</a:t>
            </a:r>
          </a:p>
          <a:p>
            <a:r>
              <a:rPr lang="en-AU" altLang="en-US">
                <a:latin typeface="Times New Roman" panose="02020603050405020304" pitchFamily="18" charset="0"/>
              </a:rPr>
              <a:t>First three covered in detail on the next three slides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04BB9B1-4C41-9E32-7EED-0C3705744DF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4819" name="Rectangle 3">
            <a:extLst>
              <a:ext uri="{FF2B5EF4-FFF2-40B4-BE49-F238E27FC236}">
                <a16:creationId xmlns:a16="http://schemas.microsoft.com/office/drawing/2014/main" id="{00A1D4E9-92BD-38C4-8D8A-C4B58719DC4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4820" name="Rectangle 6">
            <a:extLst>
              <a:ext uri="{FF2B5EF4-FFF2-40B4-BE49-F238E27FC236}">
                <a16:creationId xmlns:a16="http://schemas.microsoft.com/office/drawing/2014/main" id="{77B499E6-F177-1A6D-3C9D-92D9EC57ACB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4821" name="Rectangle 7">
            <a:extLst>
              <a:ext uri="{FF2B5EF4-FFF2-40B4-BE49-F238E27FC236}">
                <a16:creationId xmlns:a16="http://schemas.microsoft.com/office/drawing/2014/main" id="{33EA3C97-CEEE-1A8F-2423-0ADBFF4C7F0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62D37BA-ED00-4226-BA6A-DB88DCDAE7A6}" type="slidenum">
              <a:rPr lang="en-AU" altLang="en-US" sz="1200" smtClean="0">
                <a:latin typeface="Times New Roman" panose="02020603050405020304" pitchFamily="18" charset="0"/>
              </a:rPr>
              <a:pPr/>
              <a:t>18</a:t>
            </a:fld>
            <a:endParaRPr lang="en-AU" altLang="en-US" sz="1200">
              <a:latin typeface="Times New Roman" panose="02020603050405020304" pitchFamily="18" charset="0"/>
            </a:endParaRPr>
          </a:p>
        </p:txBody>
      </p:sp>
      <p:sp>
        <p:nvSpPr>
          <p:cNvPr id="34822" name="Rectangle 2">
            <a:extLst>
              <a:ext uri="{FF2B5EF4-FFF2-40B4-BE49-F238E27FC236}">
                <a16:creationId xmlns:a16="http://schemas.microsoft.com/office/drawing/2014/main" id="{911D2F69-684C-BC7B-B09C-76DE8ECB8820}"/>
              </a:ext>
            </a:extLst>
          </p:cNvPr>
          <p:cNvSpPr>
            <a:spLocks noGrp="1" noRot="1" noChangeAspect="1" noChangeArrowheads="1" noTextEdit="1"/>
          </p:cNvSpPr>
          <p:nvPr>
            <p:ph type="sldImg"/>
          </p:nvPr>
        </p:nvSpPr>
        <p:spPr>
          <a:ln/>
        </p:spPr>
      </p:sp>
      <p:sp>
        <p:nvSpPr>
          <p:cNvPr id="34823" name="Rectangle 3">
            <a:extLst>
              <a:ext uri="{FF2B5EF4-FFF2-40B4-BE49-F238E27FC236}">
                <a16:creationId xmlns:a16="http://schemas.microsoft.com/office/drawing/2014/main" id="{535644A6-544D-D5FC-3A0F-BBC3968284A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 and then get away with the notion of an Object in the middle – let’s call it a “Processing Element”</a:t>
            </a:r>
            <a:r>
              <a:rPr lang="en-US" altLang="ja-JP">
                <a:latin typeface="Times New Roman" panose="02020603050405020304" pitchFamily="18" charset="0"/>
              </a:rPr>
              <a:t>…</a:t>
            </a:r>
          </a:p>
          <a:p>
            <a:r>
              <a:rPr lang="en-US" altLang="en-US">
                <a:latin typeface="Times New Roman" panose="02020603050405020304" pitchFamily="18" charset="0"/>
              </a:rPr>
              <a:t>… and one can already highlight the notion of “Separation of Concerns”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0B818BD-6B3D-70A7-4E91-1C355F9EDD1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6867" name="Rectangle 3">
            <a:extLst>
              <a:ext uri="{FF2B5EF4-FFF2-40B4-BE49-F238E27FC236}">
                <a16:creationId xmlns:a16="http://schemas.microsoft.com/office/drawing/2014/main" id="{7FD04A04-D608-61B4-2B7F-CD7D5910021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6868" name="Rectangle 6">
            <a:extLst>
              <a:ext uri="{FF2B5EF4-FFF2-40B4-BE49-F238E27FC236}">
                <a16:creationId xmlns:a16="http://schemas.microsoft.com/office/drawing/2014/main" id="{FCD93989-33E1-CC73-95A2-4A6D40B8382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6869" name="Rectangle 7">
            <a:extLst>
              <a:ext uri="{FF2B5EF4-FFF2-40B4-BE49-F238E27FC236}">
                <a16:creationId xmlns:a16="http://schemas.microsoft.com/office/drawing/2014/main" id="{6BF121D5-FC60-68F3-A015-9384FB7E0C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6BA5A49-1D72-4B30-A49A-89EB473E845A}" type="slidenum">
              <a:rPr lang="en-AU" altLang="en-US" sz="1200" smtClean="0">
                <a:latin typeface="Times New Roman" panose="02020603050405020304" pitchFamily="18" charset="0"/>
              </a:rPr>
              <a:pPr/>
              <a:t>19</a:t>
            </a:fld>
            <a:endParaRPr lang="en-AU" altLang="en-US" sz="1200">
              <a:latin typeface="Times New Roman" panose="02020603050405020304" pitchFamily="18" charset="0"/>
            </a:endParaRPr>
          </a:p>
        </p:txBody>
      </p:sp>
      <p:sp>
        <p:nvSpPr>
          <p:cNvPr id="36870" name="Rectangle 2">
            <a:extLst>
              <a:ext uri="{FF2B5EF4-FFF2-40B4-BE49-F238E27FC236}">
                <a16:creationId xmlns:a16="http://schemas.microsoft.com/office/drawing/2014/main" id="{BC53A3ED-EA46-AE93-96DF-B7888359DBE1}"/>
              </a:ext>
            </a:extLst>
          </p:cNvPr>
          <p:cNvSpPr>
            <a:spLocks noGrp="1" noRot="1" noChangeAspect="1" noChangeArrowheads="1" noTextEdit="1"/>
          </p:cNvSpPr>
          <p:nvPr>
            <p:ph type="sldImg"/>
          </p:nvPr>
        </p:nvSpPr>
        <p:spPr>
          <a:ln/>
        </p:spPr>
      </p:sp>
      <p:sp>
        <p:nvSpPr>
          <p:cNvPr id="36871" name="Rectangle 3">
            <a:extLst>
              <a:ext uri="{FF2B5EF4-FFF2-40B4-BE49-F238E27FC236}">
                <a16:creationId xmlns:a16="http://schemas.microsoft.com/office/drawing/2014/main" id="{7D1DF5BC-1677-3E96-F55C-7F839B7C66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We will discuss the notion of a “generic” process elements in later lectures…</a:t>
            </a:r>
          </a:p>
          <a:p>
            <a:r>
              <a:rPr lang="en-US" altLang="en-US">
                <a:latin typeface="Times New Roman" panose="02020603050405020304" pitchFamily="18" charset="0"/>
              </a:rPr>
              <a:t>But -&gt; in most instances, you can safely replace the term ‘object’ with ‘processing element’ and it should still be OK… only inheritance is not directly supported… but this can be an issue anyway…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465D671-FC4D-ADB7-2E86-624F7C1CB62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8915" name="Rectangle 3">
            <a:extLst>
              <a:ext uri="{FF2B5EF4-FFF2-40B4-BE49-F238E27FC236}">
                <a16:creationId xmlns:a16="http://schemas.microsoft.com/office/drawing/2014/main" id="{64E8691E-D100-DB61-32DA-29165B1AA92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8916" name="Rectangle 6">
            <a:extLst>
              <a:ext uri="{FF2B5EF4-FFF2-40B4-BE49-F238E27FC236}">
                <a16:creationId xmlns:a16="http://schemas.microsoft.com/office/drawing/2014/main" id="{03FEC816-DC89-2C12-D83E-CAADB85A722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8917" name="Rectangle 7">
            <a:extLst>
              <a:ext uri="{FF2B5EF4-FFF2-40B4-BE49-F238E27FC236}">
                <a16:creationId xmlns:a16="http://schemas.microsoft.com/office/drawing/2014/main" id="{C474BEE2-3385-01DB-E37D-696DD861C0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FCBEC18-26DA-41C1-9EB7-526FC631D33D}" type="slidenum">
              <a:rPr lang="en-AU" altLang="en-US" sz="1200" smtClean="0">
                <a:latin typeface="Times New Roman" panose="02020603050405020304" pitchFamily="18" charset="0"/>
              </a:rPr>
              <a:pPr/>
              <a:t>20</a:t>
            </a:fld>
            <a:endParaRPr lang="en-AU" altLang="en-US" sz="1200">
              <a:latin typeface="Times New Roman" panose="02020603050405020304" pitchFamily="18" charset="0"/>
            </a:endParaRPr>
          </a:p>
        </p:txBody>
      </p:sp>
      <p:sp>
        <p:nvSpPr>
          <p:cNvPr id="38918" name="Rectangle 2">
            <a:extLst>
              <a:ext uri="{FF2B5EF4-FFF2-40B4-BE49-F238E27FC236}">
                <a16:creationId xmlns:a16="http://schemas.microsoft.com/office/drawing/2014/main" id="{CB26D80C-6D7E-A951-3BCE-C1F2D2991FFD}"/>
              </a:ext>
            </a:extLst>
          </p:cNvPr>
          <p:cNvSpPr>
            <a:spLocks noGrp="1" noRot="1" noChangeAspect="1" noChangeArrowheads="1" noTextEdit="1"/>
          </p:cNvSpPr>
          <p:nvPr>
            <p:ph type="sldImg"/>
          </p:nvPr>
        </p:nvSpPr>
        <p:spPr>
          <a:xfrm>
            <a:off x="992188" y="766763"/>
            <a:ext cx="5119687" cy="3840162"/>
          </a:xfrm>
          <a:solidFill>
            <a:srgbClr val="FFFFFF"/>
          </a:solidFill>
          <a:ln/>
        </p:spPr>
      </p:sp>
      <p:sp>
        <p:nvSpPr>
          <p:cNvPr id="38919" name="Rectangle 3">
            <a:extLst>
              <a:ext uri="{FF2B5EF4-FFF2-40B4-BE49-F238E27FC236}">
                <a16:creationId xmlns:a16="http://schemas.microsoft.com/office/drawing/2014/main" id="{9BDACB16-D7C6-30C3-2E2F-47E0438CD67B}"/>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a:lstStyle/>
          <a:p>
            <a:r>
              <a:rPr lang="en-US" altLang="en-US">
                <a:latin typeface="Times New Roman" panose="02020603050405020304" pitchFamily="18" charset="0"/>
              </a:rPr>
              <a:t>Note that the last dot point can become an issue… over focus on static entities, rather than dynamic entities… one weekly reading deals with this ‘dilemma’…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798147C-4D66-6301-DAEA-A2CF2CB7DE4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0963" name="Rectangle 3">
            <a:extLst>
              <a:ext uri="{FF2B5EF4-FFF2-40B4-BE49-F238E27FC236}">
                <a16:creationId xmlns:a16="http://schemas.microsoft.com/office/drawing/2014/main" id="{1C3CB7A5-AAF2-879B-7319-A70DF57358A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0964" name="Rectangle 6">
            <a:extLst>
              <a:ext uri="{FF2B5EF4-FFF2-40B4-BE49-F238E27FC236}">
                <a16:creationId xmlns:a16="http://schemas.microsoft.com/office/drawing/2014/main" id="{05555155-BCD1-69E7-33C7-39685C0C833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0965" name="Rectangle 7">
            <a:extLst>
              <a:ext uri="{FF2B5EF4-FFF2-40B4-BE49-F238E27FC236}">
                <a16:creationId xmlns:a16="http://schemas.microsoft.com/office/drawing/2014/main" id="{93E3FBC9-B850-FC0F-BAD1-B39094712B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250207B-D982-4896-B950-E028937A7CB1}" type="slidenum">
              <a:rPr lang="en-AU" altLang="en-US" sz="1200" smtClean="0">
                <a:latin typeface="Times New Roman" panose="02020603050405020304" pitchFamily="18" charset="0"/>
              </a:rPr>
              <a:pPr/>
              <a:t>21</a:t>
            </a:fld>
            <a:endParaRPr lang="en-AU" altLang="en-US" sz="1200">
              <a:latin typeface="Times New Roman" panose="02020603050405020304" pitchFamily="18" charset="0"/>
            </a:endParaRPr>
          </a:p>
        </p:txBody>
      </p:sp>
      <p:sp>
        <p:nvSpPr>
          <p:cNvPr id="40966" name="Rectangle 2">
            <a:extLst>
              <a:ext uri="{FF2B5EF4-FFF2-40B4-BE49-F238E27FC236}">
                <a16:creationId xmlns:a16="http://schemas.microsoft.com/office/drawing/2014/main" id="{90C4CC57-51D8-DC60-81F2-B428A5D8D0C4}"/>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38595" name="Rectangle 3">
            <a:extLst>
              <a:ext uri="{FF2B5EF4-FFF2-40B4-BE49-F238E27FC236}">
                <a16:creationId xmlns:a16="http://schemas.microsoft.com/office/drawing/2014/main" id="{E5AF44C3-FC82-DF19-FBFE-3CBD364BE6BC}"/>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a:defRPr/>
            </a:pPr>
            <a:endParaRPr lang="en-US" dirty="0">
              <a:ea typeface="ＭＳ Ｐゴシック" charset="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25103E8-CB41-DC4E-A5BE-CA0F55CB15D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5059" name="Rectangle 3">
            <a:extLst>
              <a:ext uri="{FF2B5EF4-FFF2-40B4-BE49-F238E27FC236}">
                <a16:creationId xmlns:a16="http://schemas.microsoft.com/office/drawing/2014/main" id="{28164CF5-54AD-3638-407A-5A4F4BCF532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5060" name="Rectangle 6">
            <a:extLst>
              <a:ext uri="{FF2B5EF4-FFF2-40B4-BE49-F238E27FC236}">
                <a16:creationId xmlns:a16="http://schemas.microsoft.com/office/drawing/2014/main" id="{EFFC3A41-75E8-9642-D497-183C3F352E5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5061" name="Rectangle 7">
            <a:extLst>
              <a:ext uri="{FF2B5EF4-FFF2-40B4-BE49-F238E27FC236}">
                <a16:creationId xmlns:a16="http://schemas.microsoft.com/office/drawing/2014/main" id="{97ADAFFC-8ED6-1A44-86FE-CDED263896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693A964-070D-4E72-8E58-2C45C225FEB8}" type="slidenum">
              <a:rPr lang="en-AU" altLang="en-US" sz="1200" smtClean="0">
                <a:latin typeface="Times New Roman" panose="02020603050405020304" pitchFamily="18" charset="0"/>
              </a:rPr>
              <a:pPr/>
              <a:t>24</a:t>
            </a:fld>
            <a:endParaRPr lang="en-AU" altLang="en-US" sz="1200">
              <a:latin typeface="Times New Roman" panose="02020603050405020304" pitchFamily="18" charset="0"/>
            </a:endParaRPr>
          </a:p>
        </p:txBody>
      </p:sp>
      <p:sp>
        <p:nvSpPr>
          <p:cNvPr id="45062" name="Rectangle 2">
            <a:extLst>
              <a:ext uri="{FF2B5EF4-FFF2-40B4-BE49-F238E27FC236}">
                <a16:creationId xmlns:a16="http://schemas.microsoft.com/office/drawing/2014/main" id="{06CD319B-47C9-5854-5A5C-AC959EC6B6C3}"/>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42691" name="Rectangle 3">
            <a:extLst>
              <a:ext uri="{FF2B5EF4-FFF2-40B4-BE49-F238E27FC236}">
                <a16:creationId xmlns:a16="http://schemas.microsoft.com/office/drawing/2014/main" id="{19DB5739-03FE-33D8-15F3-ED04CCB687F2}"/>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a:defRPr/>
            </a:pPr>
            <a:endParaRPr lang="en-US" dirty="0">
              <a:ea typeface="ＭＳ Ｐゴシック" charset="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63CA80C8-0879-A5C7-5B44-63E1BC9D27B0}"/>
              </a:ext>
            </a:extLst>
          </p:cNvPr>
          <p:cNvSpPr>
            <a:spLocks noGrp="1" noRot="1" noChangeAspect="1" noChangeArrowheads="1" noTextEdit="1"/>
          </p:cNvSpPr>
          <p:nvPr>
            <p:ph type="sldImg"/>
          </p:nvPr>
        </p:nvSpPr>
        <p:spPr>
          <a:ln/>
        </p:spPr>
      </p:sp>
      <p:sp>
        <p:nvSpPr>
          <p:cNvPr id="47107" name="Notes Placeholder 2">
            <a:extLst>
              <a:ext uri="{FF2B5EF4-FFF2-40B4-BE49-F238E27FC236}">
                <a16:creationId xmlns:a16="http://schemas.microsoft.com/office/drawing/2014/main" id="{B421D4A2-108A-C6B6-CB93-2897F3E824A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47108" name="Header Placeholder 3">
            <a:extLst>
              <a:ext uri="{FF2B5EF4-FFF2-40B4-BE49-F238E27FC236}">
                <a16:creationId xmlns:a16="http://schemas.microsoft.com/office/drawing/2014/main" id="{89CA4E5F-34B6-B417-6AA5-90657B02D89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7109" name="Date Placeholder 4">
            <a:extLst>
              <a:ext uri="{FF2B5EF4-FFF2-40B4-BE49-F238E27FC236}">
                <a16:creationId xmlns:a16="http://schemas.microsoft.com/office/drawing/2014/main" id="{07B776E7-8161-E316-053D-7592B4AF57A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7110" name="Footer Placeholder 5">
            <a:extLst>
              <a:ext uri="{FF2B5EF4-FFF2-40B4-BE49-F238E27FC236}">
                <a16:creationId xmlns:a16="http://schemas.microsoft.com/office/drawing/2014/main" id="{230C55C5-4109-DD5C-0BFF-81B0D8457B6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7111" name="Slide Number Placeholder 6">
            <a:extLst>
              <a:ext uri="{FF2B5EF4-FFF2-40B4-BE49-F238E27FC236}">
                <a16:creationId xmlns:a16="http://schemas.microsoft.com/office/drawing/2014/main" id="{FA4F6ADC-0975-4959-CD7B-1C9F54D8D3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CA9B8E5-1675-45F5-95C7-AF5D31BFE2BC}" type="slidenum">
              <a:rPr lang="en-AU" altLang="en-US" sz="1200" smtClean="0">
                <a:latin typeface="Times New Roman" panose="02020603050405020304" pitchFamily="18" charset="0"/>
              </a:rPr>
              <a:pPr/>
              <a:t>25</a:t>
            </a:fld>
            <a:endParaRPr lang="en-AU" altLang="en-US" sz="120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BABD24F-0D56-C2C8-68D0-B142513A672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9155" name="Rectangle 3">
            <a:extLst>
              <a:ext uri="{FF2B5EF4-FFF2-40B4-BE49-F238E27FC236}">
                <a16:creationId xmlns:a16="http://schemas.microsoft.com/office/drawing/2014/main" id="{671AB037-DFEF-414C-D9F3-E538F58E179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9156" name="Rectangle 6">
            <a:extLst>
              <a:ext uri="{FF2B5EF4-FFF2-40B4-BE49-F238E27FC236}">
                <a16:creationId xmlns:a16="http://schemas.microsoft.com/office/drawing/2014/main" id="{4AAEC722-8100-D957-C13A-0DF33337A162}"/>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9157" name="Rectangle 7">
            <a:extLst>
              <a:ext uri="{FF2B5EF4-FFF2-40B4-BE49-F238E27FC236}">
                <a16:creationId xmlns:a16="http://schemas.microsoft.com/office/drawing/2014/main" id="{80400EF6-188E-47CF-ABF1-A982F84C28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C2FEDB9-57B4-4DCF-B71A-1EAC2F6F9A14}" type="slidenum">
              <a:rPr lang="en-AU" altLang="en-US" sz="1200" smtClean="0">
                <a:latin typeface="Times New Roman" panose="02020603050405020304" pitchFamily="18" charset="0"/>
              </a:rPr>
              <a:pPr/>
              <a:t>26</a:t>
            </a:fld>
            <a:endParaRPr lang="en-AU" altLang="en-US" sz="1200">
              <a:latin typeface="Times New Roman" panose="02020603050405020304" pitchFamily="18" charset="0"/>
            </a:endParaRPr>
          </a:p>
        </p:txBody>
      </p:sp>
      <p:sp>
        <p:nvSpPr>
          <p:cNvPr id="49158" name="Rectangle 2">
            <a:extLst>
              <a:ext uri="{FF2B5EF4-FFF2-40B4-BE49-F238E27FC236}">
                <a16:creationId xmlns:a16="http://schemas.microsoft.com/office/drawing/2014/main" id="{6032ED3B-C465-6762-2F82-689C8C965E94}"/>
              </a:ext>
            </a:extLst>
          </p:cNvPr>
          <p:cNvSpPr>
            <a:spLocks noGrp="1" noRot="1" noChangeAspect="1" noChangeArrowheads="1" noTextEdit="1"/>
          </p:cNvSpPr>
          <p:nvPr>
            <p:ph type="sldImg"/>
          </p:nvPr>
        </p:nvSpPr>
        <p:spPr>
          <a:xfrm>
            <a:off x="992188" y="766763"/>
            <a:ext cx="5119687" cy="3840162"/>
          </a:xfrm>
          <a:solidFill>
            <a:srgbClr val="FFFFFF"/>
          </a:solidFill>
          <a:ln/>
        </p:spPr>
      </p:sp>
      <p:sp>
        <p:nvSpPr>
          <p:cNvPr id="211971" name="Rectangle 3">
            <a:extLst>
              <a:ext uri="{FF2B5EF4-FFF2-40B4-BE49-F238E27FC236}">
                <a16:creationId xmlns:a16="http://schemas.microsoft.com/office/drawing/2014/main" id="{7D35D8E1-B23F-2240-0694-BE86F31CBA1F}"/>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BA07A75-5336-91F1-0DB0-4E8D50BEF8B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1203" name="Rectangle 3">
            <a:extLst>
              <a:ext uri="{FF2B5EF4-FFF2-40B4-BE49-F238E27FC236}">
                <a16:creationId xmlns:a16="http://schemas.microsoft.com/office/drawing/2014/main" id="{3BD3490D-38E2-8E1F-F5EB-0234282A26F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1204" name="Rectangle 6">
            <a:extLst>
              <a:ext uri="{FF2B5EF4-FFF2-40B4-BE49-F238E27FC236}">
                <a16:creationId xmlns:a16="http://schemas.microsoft.com/office/drawing/2014/main" id="{5C7FFA0A-B2B4-8C4E-CB5D-67842B6B626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1205" name="Rectangle 7">
            <a:extLst>
              <a:ext uri="{FF2B5EF4-FFF2-40B4-BE49-F238E27FC236}">
                <a16:creationId xmlns:a16="http://schemas.microsoft.com/office/drawing/2014/main" id="{D06B8625-4190-FA13-5E4F-58BC6DBAEB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38FCCF6-5B32-4483-98B3-DE69430E8299}" type="slidenum">
              <a:rPr lang="en-AU" altLang="en-US" sz="1200" smtClean="0">
                <a:latin typeface="Times New Roman" panose="02020603050405020304" pitchFamily="18" charset="0"/>
              </a:rPr>
              <a:pPr/>
              <a:t>27</a:t>
            </a:fld>
            <a:endParaRPr lang="en-AU" altLang="en-US" sz="1200">
              <a:latin typeface="Times New Roman" panose="02020603050405020304" pitchFamily="18" charset="0"/>
            </a:endParaRPr>
          </a:p>
        </p:txBody>
      </p:sp>
      <p:sp>
        <p:nvSpPr>
          <p:cNvPr id="51206" name="Rectangle 2">
            <a:extLst>
              <a:ext uri="{FF2B5EF4-FFF2-40B4-BE49-F238E27FC236}">
                <a16:creationId xmlns:a16="http://schemas.microsoft.com/office/drawing/2014/main" id="{F3F6CCB5-8C77-70D5-EA2B-F6F15A49518E}"/>
              </a:ext>
            </a:extLst>
          </p:cNvPr>
          <p:cNvSpPr>
            <a:spLocks noGrp="1" noRot="1" noChangeAspect="1" noChangeArrowheads="1" noTextEdit="1"/>
          </p:cNvSpPr>
          <p:nvPr>
            <p:ph type="sldImg"/>
          </p:nvPr>
        </p:nvSpPr>
        <p:spPr>
          <a:xfrm>
            <a:off x="992188" y="766763"/>
            <a:ext cx="5119687" cy="3840162"/>
          </a:xfrm>
          <a:solidFill>
            <a:srgbClr val="FFFFFF"/>
          </a:solidFill>
          <a:ln/>
        </p:spPr>
      </p:sp>
      <p:sp>
        <p:nvSpPr>
          <p:cNvPr id="214019" name="Rectangle 3">
            <a:extLst>
              <a:ext uri="{FF2B5EF4-FFF2-40B4-BE49-F238E27FC236}">
                <a16:creationId xmlns:a16="http://schemas.microsoft.com/office/drawing/2014/main" id="{D7F5538A-F642-9011-5BA1-7BCD6301B519}"/>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5682D435-ACAA-CE21-CA9C-4BAAF393896A}"/>
              </a:ext>
            </a:extLst>
          </p:cNvPr>
          <p:cNvSpPr>
            <a:spLocks noGrp="1" noRot="1" noChangeAspect="1" noChangeArrowheads="1" noTextEdit="1"/>
          </p:cNvSpPr>
          <p:nvPr>
            <p:ph type="sldImg"/>
          </p:nvPr>
        </p:nvSpPr>
        <p:spPr>
          <a:ln/>
        </p:spPr>
      </p:sp>
      <p:sp>
        <p:nvSpPr>
          <p:cNvPr id="53251" name="Notes Placeholder 2">
            <a:extLst>
              <a:ext uri="{FF2B5EF4-FFF2-40B4-BE49-F238E27FC236}">
                <a16:creationId xmlns:a16="http://schemas.microsoft.com/office/drawing/2014/main" id="{21A18FEE-073C-1F3D-473D-0AEA85BC29F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3252" name="Header Placeholder 3">
            <a:extLst>
              <a:ext uri="{FF2B5EF4-FFF2-40B4-BE49-F238E27FC236}">
                <a16:creationId xmlns:a16="http://schemas.microsoft.com/office/drawing/2014/main" id="{61591005-753A-7558-CCF8-D9C42628D21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3253" name="Date Placeholder 4">
            <a:extLst>
              <a:ext uri="{FF2B5EF4-FFF2-40B4-BE49-F238E27FC236}">
                <a16:creationId xmlns:a16="http://schemas.microsoft.com/office/drawing/2014/main" id="{0D2945D6-16DB-1E23-613F-8FD5E441BD1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3254" name="Footer Placeholder 5">
            <a:extLst>
              <a:ext uri="{FF2B5EF4-FFF2-40B4-BE49-F238E27FC236}">
                <a16:creationId xmlns:a16="http://schemas.microsoft.com/office/drawing/2014/main" id="{F6FC1F35-CFED-0881-67F4-7F454376373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3255" name="Slide Number Placeholder 6">
            <a:extLst>
              <a:ext uri="{FF2B5EF4-FFF2-40B4-BE49-F238E27FC236}">
                <a16:creationId xmlns:a16="http://schemas.microsoft.com/office/drawing/2014/main" id="{BE1FDE93-5D14-B543-8E68-99E261EDD2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DE816C5-3EE9-4CB1-8285-E12FDB5E14DA}" type="slidenum">
              <a:rPr lang="en-AU" altLang="en-US" sz="1200" smtClean="0">
                <a:latin typeface="Times New Roman" panose="02020603050405020304" pitchFamily="18" charset="0"/>
              </a:rPr>
              <a:pPr/>
              <a:t>28</a:t>
            </a:fld>
            <a:endParaRPr lang="en-AU" altLang="en-US" sz="120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F4A5C32-BC2D-FFB4-3DBC-711D037E9AB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5299" name="Rectangle 3">
            <a:extLst>
              <a:ext uri="{FF2B5EF4-FFF2-40B4-BE49-F238E27FC236}">
                <a16:creationId xmlns:a16="http://schemas.microsoft.com/office/drawing/2014/main" id="{A76B643E-E764-7B12-B56F-DDFA4CBCCA5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5300" name="Rectangle 6">
            <a:extLst>
              <a:ext uri="{FF2B5EF4-FFF2-40B4-BE49-F238E27FC236}">
                <a16:creationId xmlns:a16="http://schemas.microsoft.com/office/drawing/2014/main" id="{08050F05-16E0-916C-3D8A-2BD1692C315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5301" name="Rectangle 7">
            <a:extLst>
              <a:ext uri="{FF2B5EF4-FFF2-40B4-BE49-F238E27FC236}">
                <a16:creationId xmlns:a16="http://schemas.microsoft.com/office/drawing/2014/main" id="{0C6A99A5-3D4C-26CB-8E63-01D9405BB5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B1F7BD0-81F3-4ABC-95AD-A19027928F90}" type="slidenum">
              <a:rPr lang="en-AU" altLang="en-US" sz="1200" smtClean="0">
                <a:latin typeface="Times New Roman" panose="02020603050405020304" pitchFamily="18" charset="0"/>
              </a:rPr>
              <a:pPr/>
              <a:t>29</a:t>
            </a:fld>
            <a:endParaRPr lang="en-AU" altLang="en-US" sz="1200">
              <a:latin typeface="Times New Roman" panose="02020603050405020304" pitchFamily="18" charset="0"/>
            </a:endParaRPr>
          </a:p>
        </p:txBody>
      </p:sp>
      <p:sp>
        <p:nvSpPr>
          <p:cNvPr id="55302" name="Rectangle 2">
            <a:extLst>
              <a:ext uri="{FF2B5EF4-FFF2-40B4-BE49-F238E27FC236}">
                <a16:creationId xmlns:a16="http://schemas.microsoft.com/office/drawing/2014/main" id="{7194A804-14D9-9805-9078-377C57BA1032}"/>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94211" name="Rectangle 3">
            <a:extLst>
              <a:ext uri="{FF2B5EF4-FFF2-40B4-BE49-F238E27FC236}">
                <a16:creationId xmlns:a16="http://schemas.microsoft.com/office/drawing/2014/main" id="{71D87BA3-0298-7C77-BB89-672BC2FCEAA8}"/>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ED19DAC-90D8-C690-D1EE-63FE9B597A1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7347" name="Rectangle 3">
            <a:extLst>
              <a:ext uri="{FF2B5EF4-FFF2-40B4-BE49-F238E27FC236}">
                <a16:creationId xmlns:a16="http://schemas.microsoft.com/office/drawing/2014/main" id="{630D0513-C074-400D-A901-595F3A219B8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7348" name="Rectangle 6">
            <a:extLst>
              <a:ext uri="{FF2B5EF4-FFF2-40B4-BE49-F238E27FC236}">
                <a16:creationId xmlns:a16="http://schemas.microsoft.com/office/drawing/2014/main" id="{228BEE40-D6C8-524E-E8A7-9BF81166D80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7349" name="Rectangle 7">
            <a:extLst>
              <a:ext uri="{FF2B5EF4-FFF2-40B4-BE49-F238E27FC236}">
                <a16:creationId xmlns:a16="http://schemas.microsoft.com/office/drawing/2014/main" id="{8848C593-D204-6F65-D600-7B7D616535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1DA65E0-B3E5-4897-8EDB-DE08BAD6939E}" type="slidenum">
              <a:rPr lang="en-AU" altLang="en-US" sz="1200" smtClean="0">
                <a:latin typeface="Times New Roman" panose="02020603050405020304" pitchFamily="18" charset="0"/>
              </a:rPr>
              <a:pPr/>
              <a:t>30</a:t>
            </a:fld>
            <a:endParaRPr lang="en-AU" altLang="en-US" sz="1200">
              <a:latin typeface="Times New Roman" panose="02020603050405020304" pitchFamily="18" charset="0"/>
            </a:endParaRPr>
          </a:p>
        </p:txBody>
      </p:sp>
      <p:sp>
        <p:nvSpPr>
          <p:cNvPr id="57350" name="Rectangle 2">
            <a:extLst>
              <a:ext uri="{FF2B5EF4-FFF2-40B4-BE49-F238E27FC236}">
                <a16:creationId xmlns:a16="http://schemas.microsoft.com/office/drawing/2014/main" id="{21FEC6C6-FA50-ABD5-2C9B-A24E50ABA79F}"/>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96259" name="Rectangle 3">
            <a:extLst>
              <a:ext uri="{FF2B5EF4-FFF2-40B4-BE49-F238E27FC236}">
                <a16:creationId xmlns:a16="http://schemas.microsoft.com/office/drawing/2014/main" id="{4A8B62BC-05FF-15F5-A7F5-2ED4994208BC}"/>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403E1AF-19A3-4447-B52A-CB8F81C8191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9395" name="Rectangle 3">
            <a:extLst>
              <a:ext uri="{FF2B5EF4-FFF2-40B4-BE49-F238E27FC236}">
                <a16:creationId xmlns:a16="http://schemas.microsoft.com/office/drawing/2014/main" id="{C1A9F289-A0EC-0D17-F67C-8E59C2C051A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9396" name="Rectangle 6">
            <a:extLst>
              <a:ext uri="{FF2B5EF4-FFF2-40B4-BE49-F238E27FC236}">
                <a16:creationId xmlns:a16="http://schemas.microsoft.com/office/drawing/2014/main" id="{23756ECA-CC8B-22AE-83CB-31470AA16C0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9397" name="Rectangle 7">
            <a:extLst>
              <a:ext uri="{FF2B5EF4-FFF2-40B4-BE49-F238E27FC236}">
                <a16:creationId xmlns:a16="http://schemas.microsoft.com/office/drawing/2014/main" id="{10BD59FA-E0AA-3229-1AE0-0DF6BD1E0E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0EFB128-2CF5-4573-9B67-4A28B85F16B1}" type="slidenum">
              <a:rPr lang="en-AU" altLang="en-US" sz="1200" smtClean="0">
                <a:latin typeface="Times New Roman" panose="02020603050405020304" pitchFamily="18" charset="0"/>
              </a:rPr>
              <a:pPr/>
              <a:t>31</a:t>
            </a:fld>
            <a:endParaRPr lang="en-AU" altLang="en-US" sz="1200">
              <a:latin typeface="Times New Roman" panose="02020603050405020304" pitchFamily="18" charset="0"/>
            </a:endParaRPr>
          </a:p>
        </p:txBody>
      </p:sp>
      <p:sp>
        <p:nvSpPr>
          <p:cNvPr id="59398" name="Rectangle 2">
            <a:extLst>
              <a:ext uri="{FF2B5EF4-FFF2-40B4-BE49-F238E27FC236}">
                <a16:creationId xmlns:a16="http://schemas.microsoft.com/office/drawing/2014/main" id="{95F2B505-CC8A-D3AA-F59C-0A82CF00DB8E}"/>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98307" name="Rectangle 3">
            <a:extLst>
              <a:ext uri="{FF2B5EF4-FFF2-40B4-BE49-F238E27FC236}">
                <a16:creationId xmlns:a16="http://schemas.microsoft.com/office/drawing/2014/main" id="{C217A748-7B31-FB6D-05F9-797E014B5831}"/>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8DAFC9C-75EF-A519-CC58-9A51FB84215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1443" name="Rectangle 3">
            <a:extLst>
              <a:ext uri="{FF2B5EF4-FFF2-40B4-BE49-F238E27FC236}">
                <a16:creationId xmlns:a16="http://schemas.microsoft.com/office/drawing/2014/main" id="{FDF27D3A-C5CE-F5C3-98E1-EE4CBFAB503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1444" name="Rectangle 6">
            <a:extLst>
              <a:ext uri="{FF2B5EF4-FFF2-40B4-BE49-F238E27FC236}">
                <a16:creationId xmlns:a16="http://schemas.microsoft.com/office/drawing/2014/main" id="{160DEC3F-E592-E666-ACBF-261E7634C26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1445" name="Rectangle 7">
            <a:extLst>
              <a:ext uri="{FF2B5EF4-FFF2-40B4-BE49-F238E27FC236}">
                <a16:creationId xmlns:a16="http://schemas.microsoft.com/office/drawing/2014/main" id="{6DFC60D7-565F-8016-5158-2AFEB4E368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C805C3C-063E-41A9-815F-A94A4B5F9DC9}" type="slidenum">
              <a:rPr lang="en-AU" altLang="en-US" sz="1200" smtClean="0">
                <a:latin typeface="Times New Roman" panose="02020603050405020304" pitchFamily="18" charset="0"/>
              </a:rPr>
              <a:pPr/>
              <a:t>32</a:t>
            </a:fld>
            <a:endParaRPr lang="en-AU" altLang="en-US" sz="1200">
              <a:latin typeface="Times New Roman" panose="02020603050405020304" pitchFamily="18" charset="0"/>
            </a:endParaRPr>
          </a:p>
        </p:txBody>
      </p:sp>
      <p:sp>
        <p:nvSpPr>
          <p:cNvPr id="61446" name="Rectangle 2">
            <a:extLst>
              <a:ext uri="{FF2B5EF4-FFF2-40B4-BE49-F238E27FC236}">
                <a16:creationId xmlns:a16="http://schemas.microsoft.com/office/drawing/2014/main" id="{B990AE66-83D6-3E86-C61E-6F008CC92652}"/>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10595" name="Rectangle 3">
            <a:extLst>
              <a:ext uri="{FF2B5EF4-FFF2-40B4-BE49-F238E27FC236}">
                <a16:creationId xmlns:a16="http://schemas.microsoft.com/office/drawing/2014/main" id="{B83060BF-933E-0887-15C1-BF561F9732E3}"/>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8CA82FFF-6F71-3844-25E3-ACB14D45F0D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3491" name="Rectangle 3">
            <a:extLst>
              <a:ext uri="{FF2B5EF4-FFF2-40B4-BE49-F238E27FC236}">
                <a16:creationId xmlns:a16="http://schemas.microsoft.com/office/drawing/2014/main" id="{5339BB73-0E60-445B-E732-16489344DD5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3492" name="Rectangle 6">
            <a:extLst>
              <a:ext uri="{FF2B5EF4-FFF2-40B4-BE49-F238E27FC236}">
                <a16:creationId xmlns:a16="http://schemas.microsoft.com/office/drawing/2014/main" id="{4D20DFA9-0723-F855-75CD-767E022A445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3493" name="Rectangle 7">
            <a:extLst>
              <a:ext uri="{FF2B5EF4-FFF2-40B4-BE49-F238E27FC236}">
                <a16:creationId xmlns:a16="http://schemas.microsoft.com/office/drawing/2014/main" id="{C4F3EB33-1F71-CE64-F09C-8EF3C9E71E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AEA1AF7-0D8B-48E2-87AD-CB93A468721F}" type="slidenum">
              <a:rPr lang="en-AU" altLang="en-US" sz="1200" smtClean="0">
                <a:latin typeface="Times New Roman" panose="02020603050405020304" pitchFamily="18" charset="0"/>
              </a:rPr>
              <a:pPr/>
              <a:t>33</a:t>
            </a:fld>
            <a:endParaRPr lang="en-AU" altLang="en-US" sz="1200">
              <a:latin typeface="Times New Roman" panose="02020603050405020304" pitchFamily="18" charset="0"/>
            </a:endParaRPr>
          </a:p>
        </p:txBody>
      </p:sp>
      <p:sp>
        <p:nvSpPr>
          <p:cNvPr id="63494" name="Rectangle 2">
            <a:extLst>
              <a:ext uri="{FF2B5EF4-FFF2-40B4-BE49-F238E27FC236}">
                <a16:creationId xmlns:a16="http://schemas.microsoft.com/office/drawing/2014/main" id="{B1AF7DA6-7506-3E62-0A5F-0BAC7FF636BF}"/>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02403" name="Rectangle 3">
            <a:extLst>
              <a:ext uri="{FF2B5EF4-FFF2-40B4-BE49-F238E27FC236}">
                <a16:creationId xmlns:a16="http://schemas.microsoft.com/office/drawing/2014/main" id="{5878593B-3F68-C59A-DEFE-524CEB839F46}"/>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B559E6B-0D7F-9209-135E-2DCDC9DCB3F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5539" name="Rectangle 3">
            <a:extLst>
              <a:ext uri="{FF2B5EF4-FFF2-40B4-BE49-F238E27FC236}">
                <a16:creationId xmlns:a16="http://schemas.microsoft.com/office/drawing/2014/main" id="{E96F02C9-5384-B83B-C6E4-7CE58BF87C2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5540" name="Rectangle 6">
            <a:extLst>
              <a:ext uri="{FF2B5EF4-FFF2-40B4-BE49-F238E27FC236}">
                <a16:creationId xmlns:a16="http://schemas.microsoft.com/office/drawing/2014/main" id="{8E6912FE-6BD9-D960-BD82-05FD7F47F21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5541" name="Rectangle 7">
            <a:extLst>
              <a:ext uri="{FF2B5EF4-FFF2-40B4-BE49-F238E27FC236}">
                <a16:creationId xmlns:a16="http://schemas.microsoft.com/office/drawing/2014/main" id="{7C148B52-8643-F77F-FB73-F79EF346B1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91633B0-63D2-4E71-A40C-B8D8C5C2D3D8}" type="slidenum">
              <a:rPr lang="en-AU" altLang="en-US" sz="1200" smtClean="0">
                <a:latin typeface="Times New Roman" panose="02020603050405020304" pitchFamily="18" charset="0"/>
              </a:rPr>
              <a:pPr/>
              <a:t>34</a:t>
            </a:fld>
            <a:endParaRPr lang="en-AU" altLang="en-US" sz="1200">
              <a:latin typeface="Times New Roman" panose="02020603050405020304" pitchFamily="18" charset="0"/>
            </a:endParaRPr>
          </a:p>
        </p:txBody>
      </p:sp>
      <p:sp>
        <p:nvSpPr>
          <p:cNvPr id="65542" name="Rectangle 2">
            <a:extLst>
              <a:ext uri="{FF2B5EF4-FFF2-40B4-BE49-F238E27FC236}">
                <a16:creationId xmlns:a16="http://schemas.microsoft.com/office/drawing/2014/main" id="{6C806778-1484-97BA-D8F7-FFBA4966D7A9}"/>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04451" name="Rectangle 3">
            <a:extLst>
              <a:ext uri="{FF2B5EF4-FFF2-40B4-BE49-F238E27FC236}">
                <a16:creationId xmlns:a16="http://schemas.microsoft.com/office/drawing/2014/main" id="{0549D965-467F-4995-52E1-8348A2E2E3EA}"/>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D757B313-4941-1F5B-1941-CEAA7674343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7587" name="Rectangle 3">
            <a:extLst>
              <a:ext uri="{FF2B5EF4-FFF2-40B4-BE49-F238E27FC236}">
                <a16:creationId xmlns:a16="http://schemas.microsoft.com/office/drawing/2014/main" id="{8B1546D1-491A-A9E8-A2E6-4D276186330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7588" name="Rectangle 6">
            <a:extLst>
              <a:ext uri="{FF2B5EF4-FFF2-40B4-BE49-F238E27FC236}">
                <a16:creationId xmlns:a16="http://schemas.microsoft.com/office/drawing/2014/main" id="{25D999D3-1FC3-8FA2-1520-FC2B7A665C9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7589" name="Rectangle 7">
            <a:extLst>
              <a:ext uri="{FF2B5EF4-FFF2-40B4-BE49-F238E27FC236}">
                <a16:creationId xmlns:a16="http://schemas.microsoft.com/office/drawing/2014/main" id="{3204921D-43FA-C8F0-1BB5-9C7EF6FA40A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98F44B0-0B6B-4D75-A98D-9F23AA9D842B}" type="slidenum">
              <a:rPr lang="en-AU" altLang="en-US" sz="1200" smtClean="0">
                <a:latin typeface="Times New Roman" panose="02020603050405020304" pitchFamily="18" charset="0"/>
              </a:rPr>
              <a:pPr/>
              <a:t>35</a:t>
            </a:fld>
            <a:endParaRPr lang="en-AU" altLang="en-US" sz="1200">
              <a:latin typeface="Times New Roman" panose="02020603050405020304" pitchFamily="18" charset="0"/>
            </a:endParaRPr>
          </a:p>
        </p:txBody>
      </p:sp>
      <p:sp>
        <p:nvSpPr>
          <p:cNvPr id="67590" name="Rectangle 2">
            <a:extLst>
              <a:ext uri="{FF2B5EF4-FFF2-40B4-BE49-F238E27FC236}">
                <a16:creationId xmlns:a16="http://schemas.microsoft.com/office/drawing/2014/main" id="{44BBB102-384F-3DB6-26A2-16BB84402BBA}"/>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67591" name="Rectangle 3">
            <a:extLst>
              <a:ext uri="{FF2B5EF4-FFF2-40B4-BE49-F238E27FC236}">
                <a16:creationId xmlns:a16="http://schemas.microsoft.com/office/drawing/2014/main" id="{78E14153-C7C0-5AC7-FE69-E68A827AE179}"/>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r>
              <a:rPr lang="en-US" altLang="en-US">
                <a:latin typeface="Times New Roman" panose="02020603050405020304" pitchFamily="18" charset="0"/>
              </a:rPr>
              <a:t>Hence if a suitable domain model is available, the “only” thing we may have to do is to extend/revise it!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212ABDD-8923-47BD-BC0D-D333711705C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9635" name="Rectangle 3">
            <a:extLst>
              <a:ext uri="{FF2B5EF4-FFF2-40B4-BE49-F238E27FC236}">
                <a16:creationId xmlns:a16="http://schemas.microsoft.com/office/drawing/2014/main" id="{803ABC55-64A4-007B-C1C7-37672EABA7A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9636" name="Rectangle 6">
            <a:extLst>
              <a:ext uri="{FF2B5EF4-FFF2-40B4-BE49-F238E27FC236}">
                <a16:creationId xmlns:a16="http://schemas.microsoft.com/office/drawing/2014/main" id="{9E074840-7FAA-A071-3D84-A7B3756D9B1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9637" name="Rectangle 7">
            <a:extLst>
              <a:ext uri="{FF2B5EF4-FFF2-40B4-BE49-F238E27FC236}">
                <a16:creationId xmlns:a16="http://schemas.microsoft.com/office/drawing/2014/main" id="{59B69049-CC7B-CFDF-E9F5-ADD3CD763A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8D55724-5686-4041-A9B5-E3E933B763E0}" type="slidenum">
              <a:rPr lang="en-AU" altLang="en-US" sz="1200" smtClean="0">
                <a:latin typeface="Times New Roman" panose="02020603050405020304" pitchFamily="18" charset="0"/>
              </a:rPr>
              <a:pPr/>
              <a:t>36</a:t>
            </a:fld>
            <a:endParaRPr lang="en-AU" altLang="en-US" sz="1200">
              <a:latin typeface="Times New Roman" panose="02020603050405020304" pitchFamily="18" charset="0"/>
            </a:endParaRPr>
          </a:p>
        </p:txBody>
      </p:sp>
      <p:sp>
        <p:nvSpPr>
          <p:cNvPr id="69638" name="Rectangle 2">
            <a:extLst>
              <a:ext uri="{FF2B5EF4-FFF2-40B4-BE49-F238E27FC236}">
                <a16:creationId xmlns:a16="http://schemas.microsoft.com/office/drawing/2014/main" id="{C93B61F7-42CD-D5B4-163A-3D263D6CD767}"/>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08547" name="Rectangle 3">
            <a:extLst>
              <a:ext uri="{FF2B5EF4-FFF2-40B4-BE49-F238E27FC236}">
                <a16:creationId xmlns:a16="http://schemas.microsoft.com/office/drawing/2014/main" id="{FA48CA57-E39F-3506-0211-AA4411ADE0B6}"/>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0F832917-2CC4-E9DB-95BB-AB2A3006F7A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1683" name="Rectangle 3">
            <a:extLst>
              <a:ext uri="{FF2B5EF4-FFF2-40B4-BE49-F238E27FC236}">
                <a16:creationId xmlns:a16="http://schemas.microsoft.com/office/drawing/2014/main" id="{2E7D887F-7939-88E2-0479-AB602323CB5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1684" name="Rectangle 6">
            <a:extLst>
              <a:ext uri="{FF2B5EF4-FFF2-40B4-BE49-F238E27FC236}">
                <a16:creationId xmlns:a16="http://schemas.microsoft.com/office/drawing/2014/main" id="{CCC1DD77-0C79-DA60-DBEA-0D7AD876C77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1685" name="Rectangle 7">
            <a:extLst>
              <a:ext uri="{FF2B5EF4-FFF2-40B4-BE49-F238E27FC236}">
                <a16:creationId xmlns:a16="http://schemas.microsoft.com/office/drawing/2014/main" id="{E10F0FB1-BD73-3184-9E26-05C97FB457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72E8CC0-7A92-4C11-8E94-255DDC2DD7EE}" type="slidenum">
              <a:rPr lang="en-AU" altLang="en-US" sz="1200" smtClean="0">
                <a:latin typeface="Times New Roman" panose="02020603050405020304" pitchFamily="18" charset="0"/>
              </a:rPr>
              <a:pPr/>
              <a:t>37</a:t>
            </a:fld>
            <a:endParaRPr lang="en-AU" altLang="en-US" sz="1200">
              <a:latin typeface="Times New Roman" panose="02020603050405020304" pitchFamily="18" charset="0"/>
            </a:endParaRPr>
          </a:p>
        </p:txBody>
      </p:sp>
      <p:sp>
        <p:nvSpPr>
          <p:cNvPr id="71686" name="Rectangle 1026">
            <a:extLst>
              <a:ext uri="{FF2B5EF4-FFF2-40B4-BE49-F238E27FC236}">
                <a16:creationId xmlns:a16="http://schemas.microsoft.com/office/drawing/2014/main" id="{350DC8AD-3A9C-8567-8BAC-52F6FDE54F95}"/>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12643" name="Rectangle 1027">
            <a:extLst>
              <a:ext uri="{FF2B5EF4-FFF2-40B4-BE49-F238E27FC236}">
                <a16:creationId xmlns:a16="http://schemas.microsoft.com/office/drawing/2014/main" id="{84AF662B-033B-844D-230D-1CC6660CC063}"/>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38C0ACE-0803-2F6B-ADE1-76C5C554CC6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3731" name="Rectangle 3">
            <a:extLst>
              <a:ext uri="{FF2B5EF4-FFF2-40B4-BE49-F238E27FC236}">
                <a16:creationId xmlns:a16="http://schemas.microsoft.com/office/drawing/2014/main" id="{D420EB52-D064-2623-0673-D7275DF2FAB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3732" name="Rectangle 6">
            <a:extLst>
              <a:ext uri="{FF2B5EF4-FFF2-40B4-BE49-F238E27FC236}">
                <a16:creationId xmlns:a16="http://schemas.microsoft.com/office/drawing/2014/main" id="{80754DD1-E0F7-09A6-0311-A581C98B98E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3733" name="Rectangle 7">
            <a:extLst>
              <a:ext uri="{FF2B5EF4-FFF2-40B4-BE49-F238E27FC236}">
                <a16:creationId xmlns:a16="http://schemas.microsoft.com/office/drawing/2014/main" id="{DFDEF0DD-94E4-932B-A4D2-62549CD22F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3BD3AEB-A060-402F-9424-1625C7043355}" type="slidenum">
              <a:rPr lang="en-AU" altLang="en-US" sz="1200" smtClean="0">
                <a:latin typeface="Times New Roman" panose="02020603050405020304" pitchFamily="18" charset="0"/>
              </a:rPr>
              <a:pPr/>
              <a:t>38</a:t>
            </a:fld>
            <a:endParaRPr lang="en-AU" altLang="en-US" sz="1200">
              <a:latin typeface="Times New Roman" panose="02020603050405020304" pitchFamily="18" charset="0"/>
            </a:endParaRPr>
          </a:p>
        </p:txBody>
      </p:sp>
      <p:sp>
        <p:nvSpPr>
          <p:cNvPr id="73734" name="Rectangle 2">
            <a:extLst>
              <a:ext uri="{FF2B5EF4-FFF2-40B4-BE49-F238E27FC236}">
                <a16:creationId xmlns:a16="http://schemas.microsoft.com/office/drawing/2014/main" id="{9854CADE-EE69-EDF0-BF7A-9A253A79833F}"/>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14691" name="Rectangle 3">
            <a:extLst>
              <a:ext uri="{FF2B5EF4-FFF2-40B4-BE49-F238E27FC236}">
                <a16:creationId xmlns:a16="http://schemas.microsoft.com/office/drawing/2014/main" id="{77D6C1D8-CA6F-C4FA-13F1-3B3A0E1A5302}"/>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8BEFBB81-1E51-859F-16DF-A04D75DBAC33}"/>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C85E88F2-F385-DE17-BFB1-D4F78E7A67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76804" name="Header Placeholder 3">
            <a:extLst>
              <a:ext uri="{FF2B5EF4-FFF2-40B4-BE49-F238E27FC236}">
                <a16:creationId xmlns:a16="http://schemas.microsoft.com/office/drawing/2014/main" id="{4BE609A3-2231-404A-D966-F164F11754F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6805" name="Date Placeholder 4">
            <a:extLst>
              <a:ext uri="{FF2B5EF4-FFF2-40B4-BE49-F238E27FC236}">
                <a16:creationId xmlns:a16="http://schemas.microsoft.com/office/drawing/2014/main" id="{3EB4FDF9-66A3-3CE0-5F77-14AC8C9CE3B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6806" name="Footer Placeholder 5">
            <a:extLst>
              <a:ext uri="{FF2B5EF4-FFF2-40B4-BE49-F238E27FC236}">
                <a16:creationId xmlns:a16="http://schemas.microsoft.com/office/drawing/2014/main" id="{EC7162E1-88AB-0DF0-E84E-0B38B0AB729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6807" name="Slide Number Placeholder 6">
            <a:extLst>
              <a:ext uri="{FF2B5EF4-FFF2-40B4-BE49-F238E27FC236}">
                <a16:creationId xmlns:a16="http://schemas.microsoft.com/office/drawing/2014/main" id="{C0FBC7E2-6DBA-0441-D143-3596E9FD0D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983FBC3-AEB8-488D-9098-26D1BC5D6E37}" type="slidenum">
              <a:rPr lang="en-AU" altLang="en-US" sz="1200" smtClean="0">
                <a:latin typeface="Times New Roman" panose="02020603050405020304" pitchFamily="18" charset="0"/>
              </a:rPr>
              <a:pPr/>
              <a:t>40</a:t>
            </a:fld>
            <a:endParaRPr lang="en-AU" altLang="en-US" sz="120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CC5FACB0-7B09-0A3C-E743-E22F8BDE219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8851" name="Rectangle 3">
            <a:extLst>
              <a:ext uri="{FF2B5EF4-FFF2-40B4-BE49-F238E27FC236}">
                <a16:creationId xmlns:a16="http://schemas.microsoft.com/office/drawing/2014/main" id="{3EE9F32E-70C0-7FE5-F9F1-E5C8DBBBEFB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8852" name="Rectangle 6">
            <a:extLst>
              <a:ext uri="{FF2B5EF4-FFF2-40B4-BE49-F238E27FC236}">
                <a16:creationId xmlns:a16="http://schemas.microsoft.com/office/drawing/2014/main" id="{C7DD7E85-B602-5419-A29F-51386FAD4A45}"/>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8853" name="Rectangle 7">
            <a:extLst>
              <a:ext uri="{FF2B5EF4-FFF2-40B4-BE49-F238E27FC236}">
                <a16:creationId xmlns:a16="http://schemas.microsoft.com/office/drawing/2014/main" id="{F72C7D32-2336-C568-7C62-6561B49B81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A4EFFA9-653B-4A31-A398-218EBC6BD58C}" type="slidenum">
              <a:rPr lang="en-AU" altLang="en-US" sz="1200" smtClean="0">
                <a:latin typeface="Times New Roman" panose="02020603050405020304" pitchFamily="18" charset="0"/>
              </a:rPr>
              <a:pPr/>
              <a:t>41</a:t>
            </a:fld>
            <a:endParaRPr lang="en-AU" altLang="en-US" sz="1200">
              <a:latin typeface="Times New Roman" panose="02020603050405020304" pitchFamily="18" charset="0"/>
            </a:endParaRPr>
          </a:p>
        </p:txBody>
      </p:sp>
      <p:sp>
        <p:nvSpPr>
          <p:cNvPr id="78854" name="Rectangle 2">
            <a:extLst>
              <a:ext uri="{FF2B5EF4-FFF2-40B4-BE49-F238E27FC236}">
                <a16:creationId xmlns:a16="http://schemas.microsoft.com/office/drawing/2014/main" id="{28CED64D-37C2-CBDE-A61F-46F460014554}"/>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18787" name="Rectangle 3">
            <a:extLst>
              <a:ext uri="{FF2B5EF4-FFF2-40B4-BE49-F238E27FC236}">
                <a16:creationId xmlns:a16="http://schemas.microsoft.com/office/drawing/2014/main" id="{2E9FEDBD-DB25-5A88-CA48-523936A764FC}"/>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D50B5B1-608C-CF0B-44AE-6FA562D2993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0899" name="Rectangle 3">
            <a:extLst>
              <a:ext uri="{FF2B5EF4-FFF2-40B4-BE49-F238E27FC236}">
                <a16:creationId xmlns:a16="http://schemas.microsoft.com/office/drawing/2014/main" id="{250AFB34-0FEE-1DCB-2EF0-A86321682E9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0900" name="Rectangle 6">
            <a:extLst>
              <a:ext uri="{FF2B5EF4-FFF2-40B4-BE49-F238E27FC236}">
                <a16:creationId xmlns:a16="http://schemas.microsoft.com/office/drawing/2014/main" id="{4883FEE2-43AB-C910-946A-06E81EB4C07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0901" name="Rectangle 7">
            <a:extLst>
              <a:ext uri="{FF2B5EF4-FFF2-40B4-BE49-F238E27FC236}">
                <a16:creationId xmlns:a16="http://schemas.microsoft.com/office/drawing/2014/main" id="{7EEC95EB-CAF5-A200-3CCF-C6D9E6546C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8511D9F-4CBA-49E0-95B8-E12E6E953246}" type="slidenum">
              <a:rPr lang="en-AU" altLang="en-US" sz="1200" smtClean="0">
                <a:latin typeface="Times New Roman" panose="02020603050405020304" pitchFamily="18" charset="0"/>
              </a:rPr>
              <a:pPr/>
              <a:t>42</a:t>
            </a:fld>
            <a:endParaRPr lang="en-AU" altLang="en-US" sz="1200">
              <a:latin typeface="Times New Roman" panose="02020603050405020304" pitchFamily="18" charset="0"/>
            </a:endParaRPr>
          </a:p>
        </p:txBody>
      </p:sp>
      <p:sp>
        <p:nvSpPr>
          <p:cNvPr id="80902" name="Rectangle 2">
            <a:extLst>
              <a:ext uri="{FF2B5EF4-FFF2-40B4-BE49-F238E27FC236}">
                <a16:creationId xmlns:a16="http://schemas.microsoft.com/office/drawing/2014/main" id="{1C55B217-0322-E67A-B5EC-DF8A413E02BB}"/>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20835" name="Rectangle 3">
            <a:extLst>
              <a:ext uri="{FF2B5EF4-FFF2-40B4-BE49-F238E27FC236}">
                <a16:creationId xmlns:a16="http://schemas.microsoft.com/office/drawing/2014/main" id="{4ED4865B-C2C7-ED4E-FFFD-F09C4B768B01}"/>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6C4D4FA2-6477-0C33-CA7C-3F071BEFC5D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2947" name="Rectangle 3">
            <a:extLst>
              <a:ext uri="{FF2B5EF4-FFF2-40B4-BE49-F238E27FC236}">
                <a16:creationId xmlns:a16="http://schemas.microsoft.com/office/drawing/2014/main" id="{719B8379-B8B1-A430-9A2D-EAF32C3073D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2948" name="Rectangle 6">
            <a:extLst>
              <a:ext uri="{FF2B5EF4-FFF2-40B4-BE49-F238E27FC236}">
                <a16:creationId xmlns:a16="http://schemas.microsoft.com/office/drawing/2014/main" id="{82B8AEFA-0525-2E25-A5C0-3CC573457FD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2949" name="Rectangle 7">
            <a:extLst>
              <a:ext uri="{FF2B5EF4-FFF2-40B4-BE49-F238E27FC236}">
                <a16:creationId xmlns:a16="http://schemas.microsoft.com/office/drawing/2014/main" id="{BE1CE9E1-66E4-A65D-F286-BCC646D7FC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3D39D57-55F9-4964-93F2-B3E1CB453D00}" type="slidenum">
              <a:rPr lang="en-AU" altLang="en-US" sz="1200" smtClean="0">
                <a:latin typeface="Times New Roman" panose="02020603050405020304" pitchFamily="18" charset="0"/>
              </a:rPr>
              <a:pPr/>
              <a:t>43</a:t>
            </a:fld>
            <a:endParaRPr lang="en-AU" altLang="en-US" sz="1200">
              <a:latin typeface="Times New Roman" panose="02020603050405020304" pitchFamily="18" charset="0"/>
            </a:endParaRPr>
          </a:p>
        </p:txBody>
      </p:sp>
      <p:sp>
        <p:nvSpPr>
          <p:cNvPr id="82950" name="Rectangle 2">
            <a:extLst>
              <a:ext uri="{FF2B5EF4-FFF2-40B4-BE49-F238E27FC236}">
                <a16:creationId xmlns:a16="http://schemas.microsoft.com/office/drawing/2014/main" id="{B6400257-CF4C-C858-BE90-77E38B2EC0DF}"/>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22883" name="Rectangle 3">
            <a:extLst>
              <a:ext uri="{FF2B5EF4-FFF2-40B4-BE49-F238E27FC236}">
                <a16:creationId xmlns:a16="http://schemas.microsoft.com/office/drawing/2014/main" id="{003C55FE-DA41-7DA4-35F7-2386E0C60F30}"/>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9A8DF2A-F929-0024-F761-F19C3BFBDC6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4995" name="Rectangle 3">
            <a:extLst>
              <a:ext uri="{FF2B5EF4-FFF2-40B4-BE49-F238E27FC236}">
                <a16:creationId xmlns:a16="http://schemas.microsoft.com/office/drawing/2014/main" id="{D1298496-78CA-2836-0A71-2A13D9E4719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4996" name="Rectangle 6">
            <a:extLst>
              <a:ext uri="{FF2B5EF4-FFF2-40B4-BE49-F238E27FC236}">
                <a16:creationId xmlns:a16="http://schemas.microsoft.com/office/drawing/2014/main" id="{F5D2F635-F054-0D4F-9312-80F1E75F883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4997" name="Rectangle 7">
            <a:extLst>
              <a:ext uri="{FF2B5EF4-FFF2-40B4-BE49-F238E27FC236}">
                <a16:creationId xmlns:a16="http://schemas.microsoft.com/office/drawing/2014/main" id="{B3713B7D-BC47-7CA8-B99D-10CD8B0D93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ECD8A89-72D9-489C-A84D-7009886E185E}" type="slidenum">
              <a:rPr lang="en-AU" altLang="en-US" sz="1200" smtClean="0">
                <a:latin typeface="Times New Roman" panose="02020603050405020304" pitchFamily="18" charset="0"/>
              </a:rPr>
              <a:pPr/>
              <a:t>44</a:t>
            </a:fld>
            <a:endParaRPr lang="en-AU" altLang="en-US" sz="1200">
              <a:latin typeface="Times New Roman" panose="02020603050405020304" pitchFamily="18" charset="0"/>
            </a:endParaRPr>
          </a:p>
        </p:txBody>
      </p:sp>
      <p:sp>
        <p:nvSpPr>
          <p:cNvPr id="84998" name="Rectangle 2">
            <a:extLst>
              <a:ext uri="{FF2B5EF4-FFF2-40B4-BE49-F238E27FC236}">
                <a16:creationId xmlns:a16="http://schemas.microsoft.com/office/drawing/2014/main" id="{6F59DEAE-6A8B-18FA-ED13-7869B59E22D6}"/>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24931" name="Rectangle 3">
            <a:extLst>
              <a:ext uri="{FF2B5EF4-FFF2-40B4-BE49-F238E27FC236}">
                <a16:creationId xmlns:a16="http://schemas.microsoft.com/office/drawing/2014/main" id="{ED81FEA8-D576-C850-243E-CAFDFA2311D3}"/>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02E8A307-3416-B53A-FA74-B43C3F2E1D9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7043" name="Rectangle 3">
            <a:extLst>
              <a:ext uri="{FF2B5EF4-FFF2-40B4-BE49-F238E27FC236}">
                <a16:creationId xmlns:a16="http://schemas.microsoft.com/office/drawing/2014/main" id="{6B908792-3695-3662-A438-00ECFA32049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7044" name="Rectangle 6">
            <a:extLst>
              <a:ext uri="{FF2B5EF4-FFF2-40B4-BE49-F238E27FC236}">
                <a16:creationId xmlns:a16="http://schemas.microsoft.com/office/drawing/2014/main" id="{2566BC91-9406-A7CF-618D-BF852B3B7F9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7045" name="Rectangle 7">
            <a:extLst>
              <a:ext uri="{FF2B5EF4-FFF2-40B4-BE49-F238E27FC236}">
                <a16:creationId xmlns:a16="http://schemas.microsoft.com/office/drawing/2014/main" id="{C1276171-B853-6D4B-7A4E-1887301B91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9C9E2EC-50B7-4191-90FF-2CED2B5D435E}" type="slidenum">
              <a:rPr lang="en-AU" altLang="en-US" sz="1200" smtClean="0">
                <a:latin typeface="Times New Roman" panose="02020603050405020304" pitchFamily="18" charset="0"/>
              </a:rPr>
              <a:pPr/>
              <a:t>45</a:t>
            </a:fld>
            <a:endParaRPr lang="en-AU" altLang="en-US" sz="1200">
              <a:latin typeface="Times New Roman" panose="02020603050405020304" pitchFamily="18" charset="0"/>
            </a:endParaRPr>
          </a:p>
        </p:txBody>
      </p:sp>
      <p:sp>
        <p:nvSpPr>
          <p:cNvPr id="87046" name="Rectangle 2">
            <a:extLst>
              <a:ext uri="{FF2B5EF4-FFF2-40B4-BE49-F238E27FC236}">
                <a16:creationId xmlns:a16="http://schemas.microsoft.com/office/drawing/2014/main" id="{F66163F3-1855-5D15-752E-EB3D29CF0149}"/>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26979" name="Rectangle 3">
            <a:extLst>
              <a:ext uri="{FF2B5EF4-FFF2-40B4-BE49-F238E27FC236}">
                <a16:creationId xmlns:a16="http://schemas.microsoft.com/office/drawing/2014/main" id="{92272DD6-03CD-667F-D7A5-BF3B80E5F62E}"/>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641909BF-3B12-C90E-55A6-5C5FF11588A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9091" name="Rectangle 3">
            <a:extLst>
              <a:ext uri="{FF2B5EF4-FFF2-40B4-BE49-F238E27FC236}">
                <a16:creationId xmlns:a16="http://schemas.microsoft.com/office/drawing/2014/main" id="{49BAC019-6F9B-7005-D538-0FCFC1E6461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9092" name="Rectangle 6">
            <a:extLst>
              <a:ext uri="{FF2B5EF4-FFF2-40B4-BE49-F238E27FC236}">
                <a16:creationId xmlns:a16="http://schemas.microsoft.com/office/drawing/2014/main" id="{266E21F5-B178-9830-C1FE-51007FCE425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9093" name="Rectangle 7">
            <a:extLst>
              <a:ext uri="{FF2B5EF4-FFF2-40B4-BE49-F238E27FC236}">
                <a16:creationId xmlns:a16="http://schemas.microsoft.com/office/drawing/2014/main" id="{26964B66-C0D5-D42B-F48B-960770DB4B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62EF1C8-0CE5-4450-BD6E-B03B68F7525C}" type="slidenum">
              <a:rPr lang="en-AU" altLang="en-US" sz="1200" smtClean="0">
                <a:latin typeface="Times New Roman" panose="02020603050405020304" pitchFamily="18" charset="0"/>
              </a:rPr>
              <a:pPr/>
              <a:t>46</a:t>
            </a:fld>
            <a:endParaRPr lang="en-AU" altLang="en-US" sz="1200">
              <a:latin typeface="Times New Roman" panose="02020603050405020304" pitchFamily="18" charset="0"/>
            </a:endParaRPr>
          </a:p>
        </p:txBody>
      </p:sp>
      <p:sp>
        <p:nvSpPr>
          <p:cNvPr id="89094" name="Rectangle 2">
            <a:extLst>
              <a:ext uri="{FF2B5EF4-FFF2-40B4-BE49-F238E27FC236}">
                <a16:creationId xmlns:a16="http://schemas.microsoft.com/office/drawing/2014/main" id="{A65DCFA0-6EEE-7B0C-DF76-34887DACC794}"/>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89095" name="Rectangle 3">
            <a:extLst>
              <a:ext uri="{FF2B5EF4-FFF2-40B4-BE49-F238E27FC236}">
                <a16:creationId xmlns:a16="http://schemas.microsoft.com/office/drawing/2014/main" id="{D4EB4337-3345-22A2-4FCD-F9A77B1E529D}"/>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r>
              <a:rPr lang="en-US" altLang="en-US">
                <a:latin typeface="Times New Roman" panose="02020603050405020304" pitchFamily="18" charset="0"/>
              </a:rPr>
              <a:t>There are a total of 19 candidate classes (so far…)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7770E0F-2586-BCAB-F5C3-E8675172931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1139" name="Rectangle 3">
            <a:extLst>
              <a:ext uri="{FF2B5EF4-FFF2-40B4-BE49-F238E27FC236}">
                <a16:creationId xmlns:a16="http://schemas.microsoft.com/office/drawing/2014/main" id="{B2B0F8B6-FBE9-1088-03B7-BBAAE377F04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1140" name="Rectangle 6">
            <a:extLst>
              <a:ext uri="{FF2B5EF4-FFF2-40B4-BE49-F238E27FC236}">
                <a16:creationId xmlns:a16="http://schemas.microsoft.com/office/drawing/2014/main" id="{831C1DA9-53F0-5016-EC33-CDE321B96DD2}"/>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1141" name="Rectangle 7">
            <a:extLst>
              <a:ext uri="{FF2B5EF4-FFF2-40B4-BE49-F238E27FC236}">
                <a16:creationId xmlns:a16="http://schemas.microsoft.com/office/drawing/2014/main" id="{A6AFFCB7-49CA-AC11-8A96-15E82E700E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7ECF156-C1F6-437E-8CB1-8468BE3A684D}" type="slidenum">
              <a:rPr lang="en-AU" altLang="en-US" sz="1200" smtClean="0">
                <a:latin typeface="Times New Roman" panose="02020603050405020304" pitchFamily="18" charset="0"/>
              </a:rPr>
              <a:pPr/>
              <a:t>47</a:t>
            </a:fld>
            <a:endParaRPr lang="en-AU" altLang="en-US" sz="1200">
              <a:latin typeface="Times New Roman" panose="02020603050405020304" pitchFamily="18" charset="0"/>
            </a:endParaRPr>
          </a:p>
        </p:txBody>
      </p:sp>
      <p:sp>
        <p:nvSpPr>
          <p:cNvPr id="91142" name="Rectangle 2">
            <a:extLst>
              <a:ext uri="{FF2B5EF4-FFF2-40B4-BE49-F238E27FC236}">
                <a16:creationId xmlns:a16="http://schemas.microsoft.com/office/drawing/2014/main" id="{7F1459D8-0210-ACA7-8827-99E41C8EDF6C}"/>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366595" name="Rectangle 3">
            <a:extLst>
              <a:ext uri="{FF2B5EF4-FFF2-40B4-BE49-F238E27FC236}">
                <a16:creationId xmlns:a16="http://schemas.microsoft.com/office/drawing/2014/main" id="{5524B685-8A54-A6CD-1D98-24751890ACC7}"/>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9358EDA9-E3CA-00C6-071D-71CE0F6DB16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3187" name="Rectangle 3">
            <a:extLst>
              <a:ext uri="{FF2B5EF4-FFF2-40B4-BE49-F238E27FC236}">
                <a16:creationId xmlns:a16="http://schemas.microsoft.com/office/drawing/2014/main" id="{3A9EE6AB-4D16-4C52-3B76-8EB8F03A225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3188" name="Rectangle 6">
            <a:extLst>
              <a:ext uri="{FF2B5EF4-FFF2-40B4-BE49-F238E27FC236}">
                <a16:creationId xmlns:a16="http://schemas.microsoft.com/office/drawing/2014/main" id="{DB34A756-4247-3C7C-74B1-3223156BDBC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3189" name="Rectangle 7">
            <a:extLst>
              <a:ext uri="{FF2B5EF4-FFF2-40B4-BE49-F238E27FC236}">
                <a16:creationId xmlns:a16="http://schemas.microsoft.com/office/drawing/2014/main" id="{62BA4681-891C-7938-D8F7-6BD893A12E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63B1F83-61F6-425A-BC56-BFB5EB7F5EAA}" type="slidenum">
              <a:rPr lang="en-AU" altLang="en-US" sz="1200" smtClean="0">
                <a:latin typeface="Times New Roman" panose="02020603050405020304" pitchFamily="18" charset="0"/>
              </a:rPr>
              <a:pPr/>
              <a:t>48</a:t>
            </a:fld>
            <a:endParaRPr lang="en-AU" altLang="en-US" sz="1200">
              <a:latin typeface="Times New Roman" panose="02020603050405020304" pitchFamily="18" charset="0"/>
            </a:endParaRPr>
          </a:p>
        </p:txBody>
      </p:sp>
      <p:sp>
        <p:nvSpPr>
          <p:cNvPr id="93190" name="Rectangle 2">
            <a:extLst>
              <a:ext uri="{FF2B5EF4-FFF2-40B4-BE49-F238E27FC236}">
                <a16:creationId xmlns:a16="http://schemas.microsoft.com/office/drawing/2014/main" id="{34861ECC-09D2-82E7-B607-09DD9A8CC2A7}"/>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02403" name="Rectangle 3">
            <a:extLst>
              <a:ext uri="{FF2B5EF4-FFF2-40B4-BE49-F238E27FC236}">
                <a16:creationId xmlns:a16="http://schemas.microsoft.com/office/drawing/2014/main" id="{55509879-4328-E549-21C3-FCE0F14E93FB}"/>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AB992DB3-A301-7923-658C-0FBEB1FE6ABE}"/>
              </a:ext>
            </a:extLst>
          </p:cNvPr>
          <p:cNvSpPr>
            <a:spLocks noGrp="1" noRot="1" noChangeAspect="1" noChangeArrowheads="1" noTextEdit="1"/>
          </p:cNvSpPr>
          <p:nvPr>
            <p:ph type="sldImg"/>
          </p:nvPr>
        </p:nvSpPr>
        <p:spPr>
          <a:ln/>
        </p:spPr>
      </p:sp>
      <p:sp>
        <p:nvSpPr>
          <p:cNvPr id="95235" name="Notes Placeholder 2">
            <a:extLst>
              <a:ext uri="{FF2B5EF4-FFF2-40B4-BE49-F238E27FC236}">
                <a16:creationId xmlns:a16="http://schemas.microsoft.com/office/drawing/2014/main" id="{B9C03788-D169-2D5D-CED7-2F78D2463E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95236" name="Header Placeholder 3">
            <a:extLst>
              <a:ext uri="{FF2B5EF4-FFF2-40B4-BE49-F238E27FC236}">
                <a16:creationId xmlns:a16="http://schemas.microsoft.com/office/drawing/2014/main" id="{702BBF7D-7D56-495D-2B16-DA71C8CD9F6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5237" name="Date Placeholder 4">
            <a:extLst>
              <a:ext uri="{FF2B5EF4-FFF2-40B4-BE49-F238E27FC236}">
                <a16:creationId xmlns:a16="http://schemas.microsoft.com/office/drawing/2014/main" id="{3912DED7-5130-1C41-7159-E0413207992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5238" name="Footer Placeholder 5">
            <a:extLst>
              <a:ext uri="{FF2B5EF4-FFF2-40B4-BE49-F238E27FC236}">
                <a16:creationId xmlns:a16="http://schemas.microsoft.com/office/drawing/2014/main" id="{7C43BE49-C0E9-4A62-17AB-CAD9F858D93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5239" name="Slide Number Placeholder 6">
            <a:extLst>
              <a:ext uri="{FF2B5EF4-FFF2-40B4-BE49-F238E27FC236}">
                <a16:creationId xmlns:a16="http://schemas.microsoft.com/office/drawing/2014/main" id="{324125C9-2AC6-2532-CFB0-63771E219F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DEC2D81-B863-4A66-A406-038C9BD5D79C}" type="slidenum">
              <a:rPr lang="en-AU" altLang="en-US" sz="1200" smtClean="0">
                <a:latin typeface="Times New Roman" panose="02020603050405020304" pitchFamily="18" charset="0"/>
              </a:rPr>
              <a:pPr/>
              <a:t>49</a:t>
            </a:fld>
            <a:endParaRPr lang="en-AU" altLang="en-US" sz="120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73821A80-F2D0-E3E5-0FB5-6F2D2AABE91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7283" name="Rectangle 3">
            <a:extLst>
              <a:ext uri="{FF2B5EF4-FFF2-40B4-BE49-F238E27FC236}">
                <a16:creationId xmlns:a16="http://schemas.microsoft.com/office/drawing/2014/main" id="{E18BC7ED-BCC1-5E59-B23C-AB351F24C12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7284" name="Rectangle 6">
            <a:extLst>
              <a:ext uri="{FF2B5EF4-FFF2-40B4-BE49-F238E27FC236}">
                <a16:creationId xmlns:a16="http://schemas.microsoft.com/office/drawing/2014/main" id="{283DAFAF-0599-6C9B-FA51-BF289149175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7285" name="Rectangle 7">
            <a:extLst>
              <a:ext uri="{FF2B5EF4-FFF2-40B4-BE49-F238E27FC236}">
                <a16:creationId xmlns:a16="http://schemas.microsoft.com/office/drawing/2014/main" id="{1BA36B7E-D592-CDB7-C0B3-6836F215B7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A34126A-E70F-42FF-8BC3-C388472D9189}" type="slidenum">
              <a:rPr lang="en-AU" altLang="en-US" sz="1200" smtClean="0">
                <a:latin typeface="Times New Roman" panose="02020603050405020304" pitchFamily="18" charset="0"/>
              </a:rPr>
              <a:pPr/>
              <a:t>50</a:t>
            </a:fld>
            <a:endParaRPr lang="en-AU" altLang="en-US" sz="1200">
              <a:latin typeface="Times New Roman" panose="02020603050405020304" pitchFamily="18" charset="0"/>
            </a:endParaRPr>
          </a:p>
        </p:txBody>
      </p:sp>
      <p:sp>
        <p:nvSpPr>
          <p:cNvPr id="97286" name="Rectangle 2">
            <a:extLst>
              <a:ext uri="{FF2B5EF4-FFF2-40B4-BE49-F238E27FC236}">
                <a16:creationId xmlns:a16="http://schemas.microsoft.com/office/drawing/2014/main" id="{0C66E167-407B-0BD9-C5BF-8124FBFFD91F}"/>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97287" name="Rectangle 3">
            <a:extLst>
              <a:ext uri="{FF2B5EF4-FFF2-40B4-BE49-F238E27FC236}">
                <a16:creationId xmlns:a16="http://schemas.microsoft.com/office/drawing/2014/main" id="{BF9F1E48-E437-35F4-D6C0-16B6F4ED0BF0}"/>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r>
              <a:rPr lang="en-US" altLang="en-US">
                <a:latin typeface="Times New Roman" panose="02020603050405020304" pitchFamily="18" charset="0"/>
              </a:rPr>
              <a:t>Need to explain in more detail what a CRC card is… and what it is good for!</a:t>
            </a:r>
          </a:p>
          <a:p>
            <a:pPr eaLnBrk="1" hangingPunct="1"/>
            <a:r>
              <a:rPr lang="en-US" altLang="en-US">
                <a:latin typeface="Times New Roman" panose="02020603050405020304" pitchFamily="18" charset="0"/>
              </a:rPr>
              <a:t>Also worth noting that we should not prematurely identify class hierarchies!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E7F377BF-17EA-8A54-2C02-372330FDB8D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9331" name="Rectangle 3">
            <a:extLst>
              <a:ext uri="{FF2B5EF4-FFF2-40B4-BE49-F238E27FC236}">
                <a16:creationId xmlns:a16="http://schemas.microsoft.com/office/drawing/2014/main" id="{49B94024-1349-FA8C-22D9-CD6FB2034A7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9332" name="Rectangle 6">
            <a:extLst>
              <a:ext uri="{FF2B5EF4-FFF2-40B4-BE49-F238E27FC236}">
                <a16:creationId xmlns:a16="http://schemas.microsoft.com/office/drawing/2014/main" id="{A817FAE8-77D4-15EC-772B-3E5753110B90}"/>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9333" name="Rectangle 7">
            <a:extLst>
              <a:ext uri="{FF2B5EF4-FFF2-40B4-BE49-F238E27FC236}">
                <a16:creationId xmlns:a16="http://schemas.microsoft.com/office/drawing/2014/main" id="{B151CB79-5F51-7448-484D-8222C2528D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FD36DFF-0E94-4D38-8EBF-FC3259DAC7AE}" type="slidenum">
              <a:rPr lang="en-AU" altLang="en-US" sz="1200" smtClean="0">
                <a:latin typeface="Times New Roman" panose="02020603050405020304" pitchFamily="18" charset="0"/>
              </a:rPr>
              <a:pPr/>
              <a:t>51</a:t>
            </a:fld>
            <a:endParaRPr lang="en-AU" altLang="en-US" sz="1200">
              <a:latin typeface="Times New Roman" panose="02020603050405020304" pitchFamily="18" charset="0"/>
            </a:endParaRPr>
          </a:p>
        </p:txBody>
      </p:sp>
      <p:sp>
        <p:nvSpPr>
          <p:cNvPr id="99334" name="Rectangle 2">
            <a:extLst>
              <a:ext uri="{FF2B5EF4-FFF2-40B4-BE49-F238E27FC236}">
                <a16:creationId xmlns:a16="http://schemas.microsoft.com/office/drawing/2014/main" id="{164C0027-A88A-F06C-FB32-FC3B07489C03}"/>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86723" name="Rectangle 3">
            <a:extLst>
              <a:ext uri="{FF2B5EF4-FFF2-40B4-BE49-F238E27FC236}">
                <a16:creationId xmlns:a16="http://schemas.microsoft.com/office/drawing/2014/main" id="{025A0346-3AB8-26DE-E170-4F69B4D25040}"/>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r>
              <a:rPr lang="en-US" dirty="0">
                <a:ea typeface="ＭＳ Ｐゴシック" charset="0"/>
                <a:cs typeface="+mn-cs"/>
              </a:rPr>
              <a:t>This is a VERY important aspect of RDD, in fact any kind of design! Hence I need to stress this fact!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2C0DB4C2-328D-54FF-2B71-C2D3863C852E}"/>
              </a:ext>
            </a:extLst>
          </p:cNvPr>
          <p:cNvSpPr>
            <a:spLocks noGrp="1" noRot="1" noChangeAspect="1" noChangeArrowheads="1" noTextEdit="1"/>
          </p:cNvSpPr>
          <p:nvPr>
            <p:ph type="sldImg"/>
          </p:nvPr>
        </p:nvSpPr>
        <p:spPr>
          <a:ln/>
        </p:spPr>
      </p:sp>
      <p:sp>
        <p:nvSpPr>
          <p:cNvPr id="101379" name="Notes Placeholder 2">
            <a:extLst>
              <a:ext uri="{FF2B5EF4-FFF2-40B4-BE49-F238E27FC236}">
                <a16:creationId xmlns:a16="http://schemas.microsoft.com/office/drawing/2014/main" id="{22764EA3-BE40-146A-9E8E-450C4A1CB7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01380" name="Header Placeholder 3">
            <a:extLst>
              <a:ext uri="{FF2B5EF4-FFF2-40B4-BE49-F238E27FC236}">
                <a16:creationId xmlns:a16="http://schemas.microsoft.com/office/drawing/2014/main" id="{87EAD8AB-322A-654A-9D45-B08866E04C7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1381" name="Date Placeholder 4">
            <a:extLst>
              <a:ext uri="{FF2B5EF4-FFF2-40B4-BE49-F238E27FC236}">
                <a16:creationId xmlns:a16="http://schemas.microsoft.com/office/drawing/2014/main" id="{58918339-1307-7EF4-EE10-06E769B9288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01382" name="Footer Placeholder 5">
            <a:extLst>
              <a:ext uri="{FF2B5EF4-FFF2-40B4-BE49-F238E27FC236}">
                <a16:creationId xmlns:a16="http://schemas.microsoft.com/office/drawing/2014/main" id="{1C422C4C-03B0-9702-AF7E-3534CB3E269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1383" name="Slide Number Placeholder 6">
            <a:extLst>
              <a:ext uri="{FF2B5EF4-FFF2-40B4-BE49-F238E27FC236}">
                <a16:creationId xmlns:a16="http://schemas.microsoft.com/office/drawing/2014/main" id="{D9C7A993-BFA0-6711-3547-84364046AA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02D5B9B-BC00-450C-935C-7E06EFA57CA8}" type="slidenum">
              <a:rPr lang="en-AU" altLang="en-US" sz="1200" smtClean="0">
                <a:latin typeface="Times New Roman" panose="02020603050405020304" pitchFamily="18" charset="0"/>
              </a:rPr>
              <a:pPr/>
              <a:t>52</a:t>
            </a:fld>
            <a:endParaRPr lang="en-AU" altLang="en-US" sz="1200">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CD6300B2-5AD5-9AB0-BF54-8CA72FEB417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3427" name="Rectangle 3">
            <a:extLst>
              <a:ext uri="{FF2B5EF4-FFF2-40B4-BE49-F238E27FC236}">
                <a16:creationId xmlns:a16="http://schemas.microsoft.com/office/drawing/2014/main" id="{F511D49A-E1B9-EFFB-3CCD-E2E742524F4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03428" name="Rectangle 6">
            <a:extLst>
              <a:ext uri="{FF2B5EF4-FFF2-40B4-BE49-F238E27FC236}">
                <a16:creationId xmlns:a16="http://schemas.microsoft.com/office/drawing/2014/main" id="{7C9D0959-8C3B-54FE-D34F-ACC657704125}"/>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3429" name="Rectangle 7">
            <a:extLst>
              <a:ext uri="{FF2B5EF4-FFF2-40B4-BE49-F238E27FC236}">
                <a16:creationId xmlns:a16="http://schemas.microsoft.com/office/drawing/2014/main" id="{66DBBD50-3559-CF79-5306-59A9A3BF4F5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6E007CA-C3BF-4A91-B69D-277B7A80AFD8}" type="slidenum">
              <a:rPr lang="en-AU" altLang="en-US" sz="1200" smtClean="0">
                <a:latin typeface="Times New Roman" panose="02020603050405020304" pitchFamily="18" charset="0"/>
              </a:rPr>
              <a:pPr/>
              <a:t>53</a:t>
            </a:fld>
            <a:endParaRPr lang="en-AU" altLang="en-US" sz="1200">
              <a:latin typeface="Times New Roman" panose="02020603050405020304" pitchFamily="18" charset="0"/>
            </a:endParaRPr>
          </a:p>
        </p:txBody>
      </p:sp>
      <p:sp>
        <p:nvSpPr>
          <p:cNvPr id="103430" name="Rectangle 2">
            <a:extLst>
              <a:ext uri="{FF2B5EF4-FFF2-40B4-BE49-F238E27FC236}">
                <a16:creationId xmlns:a16="http://schemas.microsoft.com/office/drawing/2014/main" id="{44582828-9EB2-EBC3-B932-131DCA5C86F5}"/>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90819" name="Rectangle 3">
            <a:extLst>
              <a:ext uri="{FF2B5EF4-FFF2-40B4-BE49-F238E27FC236}">
                <a16:creationId xmlns:a16="http://schemas.microsoft.com/office/drawing/2014/main" id="{94061E15-3921-05C0-F787-900B897CEFBF}"/>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r>
              <a:rPr lang="en-US" dirty="0">
                <a:ea typeface="ＭＳ Ｐゴシック" charset="0"/>
                <a:cs typeface="+mn-cs"/>
              </a:rPr>
              <a:t>It may be worth re-iterating on the last dot point in more detail!!</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1E040BFA-71E5-47E0-4978-A5A7F6BDCCC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5475" name="Rectangle 3">
            <a:extLst>
              <a:ext uri="{FF2B5EF4-FFF2-40B4-BE49-F238E27FC236}">
                <a16:creationId xmlns:a16="http://schemas.microsoft.com/office/drawing/2014/main" id="{EAF011F2-2E55-E260-67CE-329002FC8B3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05476" name="Rectangle 6">
            <a:extLst>
              <a:ext uri="{FF2B5EF4-FFF2-40B4-BE49-F238E27FC236}">
                <a16:creationId xmlns:a16="http://schemas.microsoft.com/office/drawing/2014/main" id="{33D0A8EA-3E99-7A34-0EAB-D7C20262312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5477" name="Rectangle 7">
            <a:extLst>
              <a:ext uri="{FF2B5EF4-FFF2-40B4-BE49-F238E27FC236}">
                <a16:creationId xmlns:a16="http://schemas.microsoft.com/office/drawing/2014/main" id="{5C5F35EA-EE3F-466E-1B58-7112278517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606B535-8F37-4623-BB46-FC9BB12BEC6C}" type="slidenum">
              <a:rPr lang="en-AU" altLang="en-US" sz="1200" smtClean="0">
                <a:latin typeface="Times New Roman" panose="02020603050405020304" pitchFamily="18" charset="0"/>
              </a:rPr>
              <a:pPr/>
              <a:t>54</a:t>
            </a:fld>
            <a:endParaRPr lang="en-AU" altLang="en-US" sz="1200">
              <a:latin typeface="Times New Roman" panose="02020603050405020304" pitchFamily="18" charset="0"/>
            </a:endParaRPr>
          </a:p>
        </p:txBody>
      </p:sp>
      <p:sp>
        <p:nvSpPr>
          <p:cNvPr id="105478" name="Rectangle 2">
            <a:extLst>
              <a:ext uri="{FF2B5EF4-FFF2-40B4-BE49-F238E27FC236}">
                <a16:creationId xmlns:a16="http://schemas.microsoft.com/office/drawing/2014/main" id="{3482587C-3932-A091-355A-4AA0589C1242}"/>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92867" name="Rectangle 3">
            <a:extLst>
              <a:ext uri="{FF2B5EF4-FFF2-40B4-BE49-F238E27FC236}">
                <a16:creationId xmlns:a16="http://schemas.microsoft.com/office/drawing/2014/main" id="{F920EA36-6C66-8CF6-5169-1EA40305C24C}"/>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r>
              <a:rPr lang="en-US">
                <a:ea typeface="ＭＳ Ｐゴシック" charset="0"/>
                <a:cs typeface="+mn-cs"/>
              </a:rPr>
              <a:t>each class exists because of an implied responsibility</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05CCDABC-C3ED-429C-F601-EBA5E486963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7523" name="Rectangle 3">
            <a:extLst>
              <a:ext uri="{FF2B5EF4-FFF2-40B4-BE49-F238E27FC236}">
                <a16:creationId xmlns:a16="http://schemas.microsoft.com/office/drawing/2014/main" id="{A8B07B18-336F-6D7D-1EE9-F185546FB15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07524" name="Rectangle 6">
            <a:extLst>
              <a:ext uri="{FF2B5EF4-FFF2-40B4-BE49-F238E27FC236}">
                <a16:creationId xmlns:a16="http://schemas.microsoft.com/office/drawing/2014/main" id="{83D23D4A-8A54-1274-A757-97D8079C3F8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7525" name="Rectangle 7">
            <a:extLst>
              <a:ext uri="{FF2B5EF4-FFF2-40B4-BE49-F238E27FC236}">
                <a16:creationId xmlns:a16="http://schemas.microsoft.com/office/drawing/2014/main" id="{DC810EE2-F4DE-4DB5-A07D-39DFD0E216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30A5037-FA4C-4049-A01F-806B40B14A16}" type="slidenum">
              <a:rPr lang="en-AU" altLang="en-US" sz="1200" smtClean="0">
                <a:latin typeface="Times New Roman" panose="02020603050405020304" pitchFamily="18" charset="0"/>
              </a:rPr>
              <a:pPr/>
              <a:t>55</a:t>
            </a:fld>
            <a:endParaRPr lang="en-AU" altLang="en-US" sz="1200">
              <a:latin typeface="Times New Roman" panose="02020603050405020304" pitchFamily="18" charset="0"/>
            </a:endParaRPr>
          </a:p>
        </p:txBody>
      </p:sp>
      <p:sp>
        <p:nvSpPr>
          <p:cNvPr id="107526" name="Rectangle 2">
            <a:extLst>
              <a:ext uri="{FF2B5EF4-FFF2-40B4-BE49-F238E27FC236}">
                <a16:creationId xmlns:a16="http://schemas.microsoft.com/office/drawing/2014/main" id="{E13FB406-C749-02FB-4DF0-DDF667BB0855}"/>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07527" name="Rectangle 3">
            <a:extLst>
              <a:ext uri="{FF2B5EF4-FFF2-40B4-BE49-F238E27FC236}">
                <a16:creationId xmlns:a16="http://schemas.microsoft.com/office/drawing/2014/main" id="{E1EB82B1-9C88-D43D-5046-1F14A30A85A5}"/>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r>
              <a:rPr lang="en-US" altLang="en-US">
                <a:latin typeface="Times New Roman" panose="02020603050405020304" pitchFamily="18" charset="0"/>
              </a:rPr>
              <a:t>These are just two of common guidelines (“best practice”) one can apply…</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E132846A-3261-2467-7042-4A8D885410D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9571" name="Rectangle 3">
            <a:extLst>
              <a:ext uri="{FF2B5EF4-FFF2-40B4-BE49-F238E27FC236}">
                <a16:creationId xmlns:a16="http://schemas.microsoft.com/office/drawing/2014/main" id="{96B1746C-4E51-5D8D-D23D-7CDD5C2523D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09572" name="Rectangle 6">
            <a:extLst>
              <a:ext uri="{FF2B5EF4-FFF2-40B4-BE49-F238E27FC236}">
                <a16:creationId xmlns:a16="http://schemas.microsoft.com/office/drawing/2014/main" id="{015895B1-9032-42CE-EC4B-14EFD13B98F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9573" name="Rectangle 7">
            <a:extLst>
              <a:ext uri="{FF2B5EF4-FFF2-40B4-BE49-F238E27FC236}">
                <a16:creationId xmlns:a16="http://schemas.microsoft.com/office/drawing/2014/main" id="{6BCDB2DC-4865-5863-6BF8-91B1E7737F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7F8CCA8-26BC-4D95-BD77-26D23A0B0118}" type="slidenum">
              <a:rPr lang="en-AU" altLang="en-US" sz="1200" smtClean="0">
                <a:latin typeface="Times New Roman" panose="02020603050405020304" pitchFamily="18" charset="0"/>
              </a:rPr>
              <a:pPr/>
              <a:t>56</a:t>
            </a:fld>
            <a:endParaRPr lang="en-AU" altLang="en-US" sz="1200">
              <a:latin typeface="Times New Roman" panose="02020603050405020304" pitchFamily="18" charset="0"/>
            </a:endParaRPr>
          </a:p>
        </p:txBody>
      </p:sp>
      <p:sp>
        <p:nvSpPr>
          <p:cNvPr id="109574" name="Rectangle 2">
            <a:extLst>
              <a:ext uri="{FF2B5EF4-FFF2-40B4-BE49-F238E27FC236}">
                <a16:creationId xmlns:a16="http://schemas.microsoft.com/office/drawing/2014/main" id="{E8A78AA4-B50A-82B8-69E0-142023FE0D7A}"/>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09575" name="Rectangle 3">
            <a:extLst>
              <a:ext uri="{FF2B5EF4-FFF2-40B4-BE49-F238E27FC236}">
                <a16:creationId xmlns:a16="http://schemas.microsoft.com/office/drawing/2014/main" id="{016D26F4-57D9-BC43-C3EF-383725F7D52A}"/>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r>
              <a:rPr lang="en-US" altLang="en-US">
                <a:latin typeface="Times New Roman" panose="02020603050405020304" pitchFamily="18" charset="0"/>
              </a:rPr>
              <a:t>I may comment a bit more on evenly distributing system intelligence here…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97CF0F1C-6EB8-A9A6-4532-78699CFE4BC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1619" name="Rectangle 3">
            <a:extLst>
              <a:ext uri="{FF2B5EF4-FFF2-40B4-BE49-F238E27FC236}">
                <a16:creationId xmlns:a16="http://schemas.microsoft.com/office/drawing/2014/main" id="{7F365DC7-022B-9195-E110-EF226258E53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11620" name="Rectangle 6">
            <a:extLst>
              <a:ext uri="{FF2B5EF4-FFF2-40B4-BE49-F238E27FC236}">
                <a16:creationId xmlns:a16="http://schemas.microsoft.com/office/drawing/2014/main" id="{7CF60346-D4E4-0B62-DB00-C2FEC87F015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1621" name="Rectangle 7">
            <a:extLst>
              <a:ext uri="{FF2B5EF4-FFF2-40B4-BE49-F238E27FC236}">
                <a16:creationId xmlns:a16="http://schemas.microsoft.com/office/drawing/2014/main" id="{70E3080A-DB7B-8C28-2995-0D0523EC59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B2FB1C0-6823-4046-99E0-D2D85689EC02}" type="slidenum">
              <a:rPr lang="en-AU" altLang="en-US" sz="1200" smtClean="0">
                <a:latin typeface="Times New Roman" panose="02020603050405020304" pitchFamily="18" charset="0"/>
              </a:rPr>
              <a:pPr/>
              <a:t>57</a:t>
            </a:fld>
            <a:endParaRPr lang="en-AU" altLang="en-US" sz="1200">
              <a:latin typeface="Times New Roman" panose="02020603050405020304" pitchFamily="18" charset="0"/>
            </a:endParaRPr>
          </a:p>
        </p:txBody>
      </p:sp>
      <p:sp>
        <p:nvSpPr>
          <p:cNvPr id="111622" name="Rectangle 2">
            <a:extLst>
              <a:ext uri="{FF2B5EF4-FFF2-40B4-BE49-F238E27FC236}">
                <a16:creationId xmlns:a16="http://schemas.microsoft.com/office/drawing/2014/main" id="{16A75CD0-450E-AC4C-D191-111DB610986C}"/>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99011" name="Rectangle 3">
            <a:extLst>
              <a:ext uri="{FF2B5EF4-FFF2-40B4-BE49-F238E27FC236}">
                <a16:creationId xmlns:a16="http://schemas.microsoft.com/office/drawing/2014/main" id="{12B71BE6-8F5C-6417-9A35-95162AA1E92D}"/>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r>
              <a:rPr lang="en-US" dirty="0">
                <a:ea typeface="ＭＳ Ｐゴシック" charset="0"/>
                <a:cs typeface="+mn-cs"/>
              </a:rPr>
              <a:t>A Drawing Editor knows when the drawing has changed; the Drawing knows which elements to display; each Drawing Element knows how and where its presentation should be drawn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1AEF7310-67EC-A445-478C-0620D479E7B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3667" name="Rectangle 3">
            <a:extLst>
              <a:ext uri="{FF2B5EF4-FFF2-40B4-BE49-F238E27FC236}">
                <a16:creationId xmlns:a16="http://schemas.microsoft.com/office/drawing/2014/main" id="{620E5012-01E2-11D5-4FF8-321DE9E67EB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13668" name="Rectangle 6">
            <a:extLst>
              <a:ext uri="{FF2B5EF4-FFF2-40B4-BE49-F238E27FC236}">
                <a16:creationId xmlns:a16="http://schemas.microsoft.com/office/drawing/2014/main" id="{328701E1-06F7-93B7-383C-516F9C46BC8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3669" name="Rectangle 7">
            <a:extLst>
              <a:ext uri="{FF2B5EF4-FFF2-40B4-BE49-F238E27FC236}">
                <a16:creationId xmlns:a16="http://schemas.microsoft.com/office/drawing/2014/main" id="{32D71873-07D0-73B7-780C-B4DE1AB56F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37CB567-1BCB-4CAD-81B5-4A1F82D3F97A}" type="slidenum">
              <a:rPr lang="en-AU" altLang="en-US" sz="1200" smtClean="0">
                <a:latin typeface="Times New Roman" panose="02020603050405020304" pitchFamily="18" charset="0"/>
              </a:rPr>
              <a:pPr/>
              <a:t>58</a:t>
            </a:fld>
            <a:endParaRPr lang="en-AU" altLang="en-US" sz="1200">
              <a:latin typeface="Times New Roman" panose="02020603050405020304" pitchFamily="18" charset="0"/>
            </a:endParaRPr>
          </a:p>
        </p:txBody>
      </p:sp>
      <p:sp>
        <p:nvSpPr>
          <p:cNvPr id="113670" name="Rectangle 2">
            <a:extLst>
              <a:ext uri="{FF2B5EF4-FFF2-40B4-BE49-F238E27FC236}">
                <a16:creationId xmlns:a16="http://schemas.microsoft.com/office/drawing/2014/main" id="{1662018F-9D89-2E36-D748-36A500561215}"/>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301059" name="Rectangle 3">
            <a:extLst>
              <a:ext uri="{FF2B5EF4-FFF2-40B4-BE49-F238E27FC236}">
                <a16:creationId xmlns:a16="http://schemas.microsoft.com/office/drawing/2014/main" id="{82EC8786-6967-263F-5AD5-339AC6A84D2E}"/>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EFBD21A4-18F3-2CBC-7AC5-F44D6554161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5715" name="Rectangle 3">
            <a:extLst>
              <a:ext uri="{FF2B5EF4-FFF2-40B4-BE49-F238E27FC236}">
                <a16:creationId xmlns:a16="http://schemas.microsoft.com/office/drawing/2014/main" id="{A9E3AAE3-CEFA-1A99-FEA1-DADCB1C3C1F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15716" name="Rectangle 6">
            <a:extLst>
              <a:ext uri="{FF2B5EF4-FFF2-40B4-BE49-F238E27FC236}">
                <a16:creationId xmlns:a16="http://schemas.microsoft.com/office/drawing/2014/main" id="{DD1C94F9-10C2-59E8-66C6-174553634F95}"/>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5717" name="Rectangle 7">
            <a:extLst>
              <a:ext uri="{FF2B5EF4-FFF2-40B4-BE49-F238E27FC236}">
                <a16:creationId xmlns:a16="http://schemas.microsoft.com/office/drawing/2014/main" id="{EB4C6A3A-8E1C-4A01-4A1A-CDF500CA0DD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54B44F1-38BC-4ECB-A301-079569D5862E}" type="slidenum">
              <a:rPr lang="en-AU" altLang="en-US" sz="1200" smtClean="0">
                <a:latin typeface="Times New Roman" panose="02020603050405020304" pitchFamily="18" charset="0"/>
              </a:rPr>
              <a:pPr/>
              <a:t>59</a:t>
            </a:fld>
            <a:endParaRPr lang="en-AU" altLang="en-US" sz="1200">
              <a:latin typeface="Times New Roman" panose="02020603050405020304" pitchFamily="18" charset="0"/>
            </a:endParaRPr>
          </a:p>
        </p:txBody>
      </p:sp>
      <p:sp>
        <p:nvSpPr>
          <p:cNvPr id="115718" name="Rectangle 2">
            <a:extLst>
              <a:ext uri="{FF2B5EF4-FFF2-40B4-BE49-F238E27FC236}">
                <a16:creationId xmlns:a16="http://schemas.microsoft.com/office/drawing/2014/main" id="{8644CB98-35F9-CA47-4A82-729E421DE03D}"/>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303107" name="Rectangle 3">
            <a:extLst>
              <a:ext uri="{FF2B5EF4-FFF2-40B4-BE49-F238E27FC236}">
                <a16:creationId xmlns:a16="http://schemas.microsoft.com/office/drawing/2014/main" id="{4E5A6E7B-7DB8-0069-EF4D-999995A42D3B}"/>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9A3E0071-E7CC-F22B-4531-B4FEE1F70A6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7763" name="Rectangle 3">
            <a:extLst>
              <a:ext uri="{FF2B5EF4-FFF2-40B4-BE49-F238E27FC236}">
                <a16:creationId xmlns:a16="http://schemas.microsoft.com/office/drawing/2014/main" id="{134B2105-7EAA-281C-09DB-A2A6A54FD29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17764" name="Rectangle 6">
            <a:extLst>
              <a:ext uri="{FF2B5EF4-FFF2-40B4-BE49-F238E27FC236}">
                <a16:creationId xmlns:a16="http://schemas.microsoft.com/office/drawing/2014/main" id="{AFC527A5-6039-8C1A-7B3D-522F857AD57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7765" name="Rectangle 7">
            <a:extLst>
              <a:ext uri="{FF2B5EF4-FFF2-40B4-BE49-F238E27FC236}">
                <a16:creationId xmlns:a16="http://schemas.microsoft.com/office/drawing/2014/main" id="{1054FAA2-CEDA-1E8C-C7D1-649702992A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A36E705-647E-4F1F-A759-A395BF060B68}" type="slidenum">
              <a:rPr lang="en-AU" altLang="en-US" sz="1200" smtClean="0">
                <a:latin typeface="Times New Roman" panose="02020603050405020304" pitchFamily="18" charset="0"/>
              </a:rPr>
              <a:pPr/>
              <a:t>60</a:t>
            </a:fld>
            <a:endParaRPr lang="en-AU" altLang="en-US" sz="1200">
              <a:latin typeface="Times New Roman" panose="02020603050405020304" pitchFamily="18" charset="0"/>
            </a:endParaRPr>
          </a:p>
        </p:txBody>
      </p:sp>
      <p:sp>
        <p:nvSpPr>
          <p:cNvPr id="117766" name="Rectangle 2">
            <a:extLst>
              <a:ext uri="{FF2B5EF4-FFF2-40B4-BE49-F238E27FC236}">
                <a16:creationId xmlns:a16="http://schemas.microsoft.com/office/drawing/2014/main" id="{DDF4D033-CE4E-034C-1427-7FD6B6F0899E}"/>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305155" name="Rectangle 3">
            <a:extLst>
              <a:ext uri="{FF2B5EF4-FFF2-40B4-BE49-F238E27FC236}">
                <a16:creationId xmlns:a16="http://schemas.microsoft.com/office/drawing/2014/main" id="{A8758279-0721-1E49-13F4-5B1747BAB2F7}"/>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a:extLst>
              <a:ext uri="{FF2B5EF4-FFF2-40B4-BE49-F238E27FC236}">
                <a16:creationId xmlns:a16="http://schemas.microsoft.com/office/drawing/2014/main" id="{F645105B-F4B1-EF17-C47C-EAA59CB98F37}"/>
              </a:ext>
            </a:extLst>
          </p:cNvPr>
          <p:cNvSpPr>
            <a:spLocks noGrp="1" noRot="1" noChangeAspect="1" noChangeArrowheads="1" noTextEdit="1"/>
          </p:cNvSpPr>
          <p:nvPr>
            <p:ph type="sldImg"/>
          </p:nvPr>
        </p:nvSpPr>
        <p:spPr>
          <a:ln/>
        </p:spPr>
      </p:sp>
      <p:sp>
        <p:nvSpPr>
          <p:cNvPr id="119811" name="Notes Placeholder 2">
            <a:extLst>
              <a:ext uri="{FF2B5EF4-FFF2-40B4-BE49-F238E27FC236}">
                <a16:creationId xmlns:a16="http://schemas.microsoft.com/office/drawing/2014/main" id="{8C1E8FF0-4464-4881-39F1-ABEA7585699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19812" name="Header Placeholder 3">
            <a:extLst>
              <a:ext uri="{FF2B5EF4-FFF2-40B4-BE49-F238E27FC236}">
                <a16:creationId xmlns:a16="http://schemas.microsoft.com/office/drawing/2014/main" id="{CC1B31A2-8598-730C-60D9-222BA73852E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9813" name="Date Placeholder 4">
            <a:extLst>
              <a:ext uri="{FF2B5EF4-FFF2-40B4-BE49-F238E27FC236}">
                <a16:creationId xmlns:a16="http://schemas.microsoft.com/office/drawing/2014/main" id="{9CD7BB49-B6BD-F13D-F4AA-325270F62AF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19814" name="Footer Placeholder 5">
            <a:extLst>
              <a:ext uri="{FF2B5EF4-FFF2-40B4-BE49-F238E27FC236}">
                <a16:creationId xmlns:a16="http://schemas.microsoft.com/office/drawing/2014/main" id="{FE60BCFF-A08E-B102-8670-56D9FAF5EA6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9815" name="Slide Number Placeholder 6">
            <a:extLst>
              <a:ext uri="{FF2B5EF4-FFF2-40B4-BE49-F238E27FC236}">
                <a16:creationId xmlns:a16="http://schemas.microsoft.com/office/drawing/2014/main" id="{4D5B966C-05D2-55E9-CFAD-9C76C637D8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F20D935-A27B-4C68-98DB-154282A4C2DE}" type="slidenum">
              <a:rPr lang="en-AU" altLang="en-US" sz="1200" smtClean="0">
                <a:latin typeface="Times New Roman" panose="02020603050405020304" pitchFamily="18" charset="0"/>
              </a:rPr>
              <a:pPr/>
              <a:t>61</a:t>
            </a:fld>
            <a:endParaRPr lang="en-AU" altLang="en-US" sz="1200">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D04268C-E124-4658-E684-20A4C85EF93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1859" name="Rectangle 3">
            <a:extLst>
              <a:ext uri="{FF2B5EF4-FFF2-40B4-BE49-F238E27FC236}">
                <a16:creationId xmlns:a16="http://schemas.microsoft.com/office/drawing/2014/main" id="{D76FD83A-9051-A3B7-F3F5-99195C23B55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21860" name="Rectangle 6">
            <a:extLst>
              <a:ext uri="{FF2B5EF4-FFF2-40B4-BE49-F238E27FC236}">
                <a16:creationId xmlns:a16="http://schemas.microsoft.com/office/drawing/2014/main" id="{1185ED3A-3578-481E-0DD9-3EDFBEFAA1B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1861" name="Rectangle 7">
            <a:extLst>
              <a:ext uri="{FF2B5EF4-FFF2-40B4-BE49-F238E27FC236}">
                <a16:creationId xmlns:a16="http://schemas.microsoft.com/office/drawing/2014/main" id="{44631DF6-34AD-4233-421F-3EB7805DC8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DDCAD41-6999-4D8E-806A-FF4101C41595}" type="slidenum">
              <a:rPr lang="en-AU" altLang="en-US" sz="1200" smtClean="0">
                <a:latin typeface="Times New Roman" panose="02020603050405020304" pitchFamily="18" charset="0"/>
              </a:rPr>
              <a:pPr/>
              <a:t>62</a:t>
            </a:fld>
            <a:endParaRPr lang="en-AU" altLang="en-US" sz="1200">
              <a:latin typeface="Times New Roman" panose="02020603050405020304" pitchFamily="18" charset="0"/>
            </a:endParaRPr>
          </a:p>
        </p:txBody>
      </p:sp>
      <p:sp>
        <p:nvSpPr>
          <p:cNvPr id="121862" name="Rectangle 2">
            <a:extLst>
              <a:ext uri="{FF2B5EF4-FFF2-40B4-BE49-F238E27FC236}">
                <a16:creationId xmlns:a16="http://schemas.microsoft.com/office/drawing/2014/main" id="{5F891D55-64AE-60FB-AC12-A0A3613342EA}"/>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309251" name="Rectangle 3">
            <a:extLst>
              <a:ext uri="{FF2B5EF4-FFF2-40B4-BE49-F238E27FC236}">
                <a16:creationId xmlns:a16="http://schemas.microsoft.com/office/drawing/2014/main" id="{C4E056E1-7A60-6EF1-A85B-CEFC3C8AD79F}"/>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36A08DAF-CF0B-C71B-22EF-EBC773CAE32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3907" name="Rectangle 3">
            <a:extLst>
              <a:ext uri="{FF2B5EF4-FFF2-40B4-BE49-F238E27FC236}">
                <a16:creationId xmlns:a16="http://schemas.microsoft.com/office/drawing/2014/main" id="{B7C262F5-927B-8D0E-8C62-83B382E8F0D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23908" name="Rectangle 6">
            <a:extLst>
              <a:ext uri="{FF2B5EF4-FFF2-40B4-BE49-F238E27FC236}">
                <a16:creationId xmlns:a16="http://schemas.microsoft.com/office/drawing/2014/main" id="{42904926-68C5-3CEB-CE1E-083F8E13416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3909" name="Rectangle 7">
            <a:extLst>
              <a:ext uri="{FF2B5EF4-FFF2-40B4-BE49-F238E27FC236}">
                <a16:creationId xmlns:a16="http://schemas.microsoft.com/office/drawing/2014/main" id="{B8E10882-8EC7-921F-E48C-2F0C19B722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B2343A3-9C02-4FD7-985D-007006BA07D2}" type="slidenum">
              <a:rPr lang="en-AU" altLang="en-US" sz="1200" smtClean="0">
                <a:latin typeface="Times New Roman" panose="02020603050405020304" pitchFamily="18" charset="0"/>
              </a:rPr>
              <a:pPr/>
              <a:t>63</a:t>
            </a:fld>
            <a:endParaRPr lang="en-AU" altLang="en-US" sz="1200">
              <a:latin typeface="Times New Roman" panose="02020603050405020304" pitchFamily="18" charset="0"/>
            </a:endParaRPr>
          </a:p>
        </p:txBody>
      </p:sp>
      <p:sp>
        <p:nvSpPr>
          <p:cNvPr id="123910" name="Rectangle 2">
            <a:extLst>
              <a:ext uri="{FF2B5EF4-FFF2-40B4-BE49-F238E27FC236}">
                <a16:creationId xmlns:a16="http://schemas.microsoft.com/office/drawing/2014/main" id="{F77891D6-9F90-65AA-8094-49FD671BC74F}"/>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311299" name="Rectangle 3">
            <a:extLst>
              <a:ext uri="{FF2B5EF4-FFF2-40B4-BE49-F238E27FC236}">
                <a16:creationId xmlns:a16="http://schemas.microsoft.com/office/drawing/2014/main" id="{D25A25EB-13F9-6D51-64CC-8B8698C1C2C7}"/>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4FE47EB0-DB4D-2F85-92BD-4F5F80E8295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5955" name="Rectangle 3">
            <a:extLst>
              <a:ext uri="{FF2B5EF4-FFF2-40B4-BE49-F238E27FC236}">
                <a16:creationId xmlns:a16="http://schemas.microsoft.com/office/drawing/2014/main" id="{A0579B22-FEA0-C20A-6FCD-BEB4C1DFF5C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25956" name="Rectangle 6">
            <a:extLst>
              <a:ext uri="{FF2B5EF4-FFF2-40B4-BE49-F238E27FC236}">
                <a16:creationId xmlns:a16="http://schemas.microsoft.com/office/drawing/2014/main" id="{EC7B1A5D-B576-4B37-8451-CB538FC441C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5957" name="Rectangle 7">
            <a:extLst>
              <a:ext uri="{FF2B5EF4-FFF2-40B4-BE49-F238E27FC236}">
                <a16:creationId xmlns:a16="http://schemas.microsoft.com/office/drawing/2014/main" id="{B568AD95-6330-273E-60C1-6E935238C2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5786E87-750E-4EC7-9720-005E5238BC21}" type="slidenum">
              <a:rPr lang="en-AU" altLang="en-US" sz="1200" smtClean="0">
                <a:latin typeface="Times New Roman" panose="02020603050405020304" pitchFamily="18" charset="0"/>
              </a:rPr>
              <a:pPr/>
              <a:t>64</a:t>
            </a:fld>
            <a:endParaRPr lang="en-AU" altLang="en-US" sz="1200">
              <a:latin typeface="Times New Roman" panose="02020603050405020304" pitchFamily="18" charset="0"/>
            </a:endParaRPr>
          </a:p>
        </p:txBody>
      </p:sp>
      <p:sp>
        <p:nvSpPr>
          <p:cNvPr id="125958" name="Rectangle 2">
            <a:extLst>
              <a:ext uri="{FF2B5EF4-FFF2-40B4-BE49-F238E27FC236}">
                <a16:creationId xmlns:a16="http://schemas.microsoft.com/office/drawing/2014/main" id="{FE689151-63F3-6F81-337B-840D4192AB88}"/>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313347" name="Rectangle 3">
            <a:extLst>
              <a:ext uri="{FF2B5EF4-FFF2-40B4-BE49-F238E27FC236}">
                <a16:creationId xmlns:a16="http://schemas.microsoft.com/office/drawing/2014/main" id="{2CD4B32A-F224-BC86-85A5-BF9B3EA8D079}"/>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3809E7A9-03CB-D650-B90E-351C41840F3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8003" name="Rectangle 3">
            <a:extLst>
              <a:ext uri="{FF2B5EF4-FFF2-40B4-BE49-F238E27FC236}">
                <a16:creationId xmlns:a16="http://schemas.microsoft.com/office/drawing/2014/main" id="{09A4D7C0-9B8B-94BB-92A0-25765C8D336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28004" name="Rectangle 6">
            <a:extLst>
              <a:ext uri="{FF2B5EF4-FFF2-40B4-BE49-F238E27FC236}">
                <a16:creationId xmlns:a16="http://schemas.microsoft.com/office/drawing/2014/main" id="{9719F04B-FA6A-FD36-4231-29CC3F96E11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8005" name="Rectangle 7">
            <a:extLst>
              <a:ext uri="{FF2B5EF4-FFF2-40B4-BE49-F238E27FC236}">
                <a16:creationId xmlns:a16="http://schemas.microsoft.com/office/drawing/2014/main" id="{B127335B-D651-FC63-BE80-09952DCDFF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F4A54CA-2F16-4D76-AE3F-8A1EA0A44EF2}" type="slidenum">
              <a:rPr lang="en-AU" altLang="en-US" sz="1200" smtClean="0">
                <a:latin typeface="Times New Roman" panose="02020603050405020304" pitchFamily="18" charset="0"/>
              </a:rPr>
              <a:pPr/>
              <a:t>65</a:t>
            </a:fld>
            <a:endParaRPr lang="en-AU" altLang="en-US" sz="1200">
              <a:latin typeface="Times New Roman" panose="02020603050405020304" pitchFamily="18" charset="0"/>
            </a:endParaRPr>
          </a:p>
        </p:txBody>
      </p:sp>
      <p:sp>
        <p:nvSpPr>
          <p:cNvPr id="128006" name="Rectangle 2">
            <a:extLst>
              <a:ext uri="{FF2B5EF4-FFF2-40B4-BE49-F238E27FC236}">
                <a16:creationId xmlns:a16="http://schemas.microsoft.com/office/drawing/2014/main" id="{9988D772-B707-5B07-9EE1-D4EC13581FC1}"/>
              </a:ext>
            </a:extLst>
          </p:cNvPr>
          <p:cNvSpPr>
            <a:spLocks noGrp="1" noRot="1" noChangeAspect="1" noChangeArrowheads="1" noTextEdit="1"/>
          </p:cNvSpPr>
          <p:nvPr>
            <p:ph type="sldImg"/>
          </p:nvPr>
        </p:nvSpPr>
        <p:spPr>
          <a:ln/>
        </p:spPr>
      </p:sp>
      <p:sp>
        <p:nvSpPr>
          <p:cNvPr id="367619" name="Rectangle 3">
            <a:extLst>
              <a:ext uri="{FF2B5EF4-FFF2-40B4-BE49-F238E27FC236}">
                <a16:creationId xmlns:a16="http://schemas.microsoft.com/office/drawing/2014/main" id="{677EC4AF-9AF1-DB79-FFC9-967A82A8944E}"/>
              </a:ext>
            </a:extLst>
          </p:cNvPr>
          <p:cNvSpPr>
            <a:spLocks noGrp="1" noChangeArrowheads="1"/>
          </p:cNvSpPr>
          <p:nvPr>
            <p:ph type="body" idx="1"/>
          </p:nvPr>
        </p:nvSpPr>
        <p:spPr/>
        <p:txBody>
          <a:bodyPr/>
          <a:lstStyle/>
          <a:p>
            <a:pPr>
              <a:defRPr/>
            </a:pPr>
            <a:r>
              <a:rPr lang="en-US" dirty="0">
                <a:ea typeface="ＭＳ Ｐゴシック" charset="0"/>
                <a:cs typeface="+mn-cs"/>
              </a:rPr>
              <a:t>We will talk more about roles and responsibilities in the next lecture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852F7C5A-8532-CBD3-4F81-5CBBA6B16D3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30051" name="Rectangle 3">
            <a:extLst>
              <a:ext uri="{FF2B5EF4-FFF2-40B4-BE49-F238E27FC236}">
                <a16:creationId xmlns:a16="http://schemas.microsoft.com/office/drawing/2014/main" id="{E4CAB4B6-8F30-6590-2F54-85B27C7BB65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30052" name="Rectangle 6">
            <a:extLst>
              <a:ext uri="{FF2B5EF4-FFF2-40B4-BE49-F238E27FC236}">
                <a16:creationId xmlns:a16="http://schemas.microsoft.com/office/drawing/2014/main" id="{161268DA-C1C8-B807-59DD-D2F215A0E76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0053" name="Rectangle 7">
            <a:extLst>
              <a:ext uri="{FF2B5EF4-FFF2-40B4-BE49-F238E27FC236}">
                <a16:creationId xmlns:a16="http://schemas.microsoft.com/office/drawing/2014/main" id="{64C8738D-AD63-20B0-DCED-7DE2D97A88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A2BBAA4-AB58-4162-A0B4-5FBBE6112468}" type="slidenum">
              <a:rPr lang="en-AU" altLang="en-US" sz="1200" smtClean="0">
                <a:latin typeface="Times New Roman" panose="02020603050405020304" pitchFamily="18" charset="0"/>
              </a:rPr>
              <a:pPr/>
              <a:t>66</a:t>
            </a:fld>
            <a:endParaRPr lang="en-AU" altLang="en-US" sz="1200">
              <a:latin typeface="Times New Roman" panose="02020603050405020304" pitchFamily="18" charset="0"/>
            </a:endParaRPr>
          </a:p>
        </p:txBody>
      </p:sp>
      <p:sp>
        <p:nvSpPr>
          <p:cNvPr id="130054" name="Rectangle 2">
            <a:extLst>
              <a:ext uri="{FF2B5EF4-FFF2-40B4-BE49-F238E27FC236}">
                <a16:creationId xmlns:a16="http://schemas.microsoft.com/office/drawing/2014/main" id="{F2A37B14-535A-E31B-B7C5-1DA1A388F2AF}"/>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362499" name="Rectangle 3">
            <a:extLst>
              <a:ext uri="{FF2B5EF4-FFF2-40B4-BE49-F238E27FC236}">
                <a16:creationId xmlns:a16="http://schemas.microsoft.com/office/drawing/2014/main" id="{544AC4C3-1A02-6840-5DC3-F6C0FFE6971A}"/>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2B3D7AEB-6D48-9058-F1D3-72B1EBD0BA1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32099" name="Rectangle 3">
            <a:extLst>
              <a:ext uri="{FF2B5EF4-FFF2-40B4-BE49-F238E27FC236}">
                <a16:creationId xmlns:a16="http://schemas.microsoft.com/office/drawing/2014/main" id="{8A915013-5C51-DF8A-FF48-C4E4705AD6F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32100" name="Rectangle 6">
            <a:extLst>
              <a:ext uri="{FF2B5EF4-FFF2-40B4-BE49-F238E27FC236}">
                <a16:creationId xmlns:a16="http://schemas.microsoft.com/office/drawing/2014/main" id="{B293C4CF-7EBA-2C43-E792-E7CED652507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2101" name="Rectangle 7">
            <a:extLst>
              <a:ext uri="{FF2B5EF4-FFF2-40B4-BE49-F238E27FC236}">
                <a16:creationId xmlns:a16="http://schemas.microsoft.com/office/drawing/2014/main" id="{0C977BAF-D53F-AE23-3827-D2676B7D4A1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230C802-947D-424F-8F70-F7BD56C4ADAB}" type="slidenum">
              <a:rPr lang="en-AU" altLang="en-US" sz="1200" smtClean="0">
                <a:latin typeface="Times New Roman" panose="02020603050405020304" pitchFamily="18" charset="0"/>
              </a:rPr>
              <a:pPr/>
              <a:t>67</a:t>
            </a:fld>
            <a:endParaRPr lang="en-AU" altLang="en-US" sz="1200">
              <a:latin typeface="Times New Roman" panose="02020603050405020304" pitchFamily="18" charset="0"/>
            </a:endParaRPr>
          </a:p>
        </p:txBody>
      </p:sp>
      <p:sp>
        <p:nvSpPr>
          <p:cNvPr id="132102" name="Rectangle 2">
            <a:extLst>
              <a:ext uri="{FF2B5EF4-FFF2-40B4-BE49-F238E27FC236}">
                <a16:creationId xmlns:a16="http://schemas.microsoft.com/office/drawing/2014/main" id="{DF5D67DB-BB1D-6D87-F0DA-2E26EBB132D6}"/>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462851" name="Rectangle 3">
            <a:extLst>
              <a:ext uri="{FF2B5EF4-FFF2-40B4-BE49-F238E27FC236}">
                <a16:creationId xmlns:a16="http://schemas.microsoft.com/office/drawing/2014/main" id="{CDD4F2EB-4D6F-12C3-3E10-5C542901C916}"/>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D14E214F-F01D-74D7-C81A-6EC051C56AB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34147" name="Rectangle 3">
            <a:extLst>
              <a:ext uri="{FF2B5EF4-FFF2-40B4-BE49-F238E27FC236}">
                <a16:creationId xmlns:a16="http://schemas.microsoft.com/office/drawing/2014/main" id="{EE071FCB-4BAD-EF33-4770-3C1772B5FD7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34148" name="Rectangle 6">
            <a:extLst>
              <a:ext uri="{FF2B5EF4-FFF2-40B4-BE49-F238E27FC236}">
                <a16:creationId xmlns:a16="http://schemas.microsoft.com/office/drawing/2014/main" id="{0948CF35-5578-2755-52E2-B5E578FDF1E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4149" name="Rectangle 7">
            <a:extLst>
              <a:ext uri="{FF2B5EF4-FFF2-40B4-BE49-F238E27FC236}">
                <a16:creationId xmlns:a16="http://schemas.microsoft.com/office/drawing/2014/main" id="{ADC95FAA-A4F9-B959-A5C9-363EF187AD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8AF1717-C22D-4A0C-A5D3-EA5673A892C7}" type="slidenum">
              <a:rPr lang="en-AU" altLang="en-US" sz="1200" smtClean="0">
                <a:latin typeface="Times New Roman" panose="02020603050405020304" pitchFamily="18" charset="0"/>
              </a:rPr>
              <a:pPr/>
              <a:t>68</a:t>
            </a:fld>
            <a:endParaRPr lang="en-AU" altLang="en-US" sz="1200">
              <a:latin typeface="Times New Roman" panose="02020603050405020304" pitchFamily="18" charset="0"/>
            </a:endParaRPr>
          </a:p>
        </p:txBody>
      </p:sp>
      <p:sp>
        <p:nvSpPr>
          <p:cNvPr id="134150" name="Rectangle 2">
            <a:extLst>
              <a:ext uri="{FF2B5EF4-FFF2-40B4-BE49-F238E27FC236}">
                <a16:creationId xmlns:a16="http://schemas.microsoft.com/office/drawing/2014/main" id="{0DD31288-DA59-828F-BE51-4BA076CF5FDC}"/>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366595" name="Rectangle 3">
            <a:extLst>
              <a:ext uri="{FF2B5EF4-FFF2-40B4-BE49-F238E27FC236}">
                <a16:creationId xmlns:a16="http://schemas.microsoft.com/office/drawing/2014/main" id="{DF1D270C-BB9D-1DD4-78EB-7D25BC741FBB}"/>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D72A593B-6E72-47A6-630F-6441DC0CFE4E}"/>
              </a:ext>
            </a:extLst>
          </p:cNvPr>
          <p:cNvSpPr>
            <a:spLocks noChangeArrowheads="1"/>
          </p:cNvSpPr>
          <p:nvPr/>
        </p:nvSpPr>
        <p:spPr bwMode="auto">
          <a:xfrm>
            <a:off x="2159000" y="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sp>
        <p:nvSpPr>
          <p:cNvPr id="3" name="Rectangle 27">
            <a:extLst>
              <a:ext uri="{FF2B5EF4-FFF2-40B4-BE49-F238E27FC236}">
                <a16:creationId xmlns:a16="http://schemas.microsoft.com/office/drawing/2014/main" id="{BF775433-FC65-739C-20CD-F1223A09A00D}"/>
              </a:ext>
            </a:extLst>
          </p:cNvPr>
          <p:cNvSpPr>
            <a:spLocks noChangeArrowheads="1"/>
          </p:cNvSpPr>
          <p:nvPr/>
        </p:nvSpPr>
        <p:spPr bwMode="auto">
          <a:xfrm>
            <a:off x="6985000" y="469900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pic>
        <p:nvPicPr>
          <p:cNvPr id="4" name="Picture 66" descr="crest_30pc">
            <a:extLst>
              <a:ext uri="{FF2B5EF4-FFF2-40B4-BE49-F238E27FC236}">
                <a16:creationId xmlns:a16="http://schemas.microsoft.com/office/drawing/2014/main" id="{C904C04A-0538-2C61-A8D2-36ECDA5CDF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800600"/>
            <a:ext cx="14319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8" descr="corpV_3 300_lzw">
            <a:extLst>
              <a:ext uri="{FF2B5EF4-FFF2-40B4-BE49-F238E27FC236}">
                <a16:creationId xmlns:a16="http://schemas.microsoft.com/office/drawing/2014/main" id="{7A045C00-B1DA-F3ED-E89C-CA8F4F142C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6058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2438400" y="2438400"/>
            <a:ext cx="5562600" cy="1143000"/>
          </a:xfrm>
        </p:spPr>
        <p:txBody>
          <a:bodyPr lIns="91440" tIns="45720" rIns="91440" bIns="45720"/>
          <a:lstStyle>
            <a:lvl1pPr>
              <a:defRPr/>
            </a:lvl1pPr>
          </a:lstStyle>
          <a:p>
            <a:pPr lvl="0"/>
            <a:r>
              <a:rPr lang="en-AU" noProof="0"/>
              <a:t>Click to edit Master title style</a:t>
            </a:r>
          </a:p>
        </p:txBody>
      </p:sp>
      <p:sp>
        <p:nvSpPr>
          <p:cNvPr id="4099" name="Rectangle 3"/>
          <p:cNvSpPr>
            <a:spLocks noGrp="1" noChangeArrowheads="1"/>
          </p:cNvSpPr>
          <p:nvPr>
            <p:ph type="subTitle" idx="1"/>
          </p:nvPr>
        </p:nvSpPr>
        <p:spPr>
          <a:xfrm>
            <a:off x="2438400" y="3733800"/>
            <a:ext cx="4419600" cy="990600"/>
          </a:xfrm>
        </p:spPr>
        <p:txBody>
          <a:bodyPr lIns="91440" tIns="45720" rIns="91440" bIns="45720"/>
          <a:lstStyle>
            <a:lvl1pPr marL="0" indent="0">
              <a:buFont typeface="Wingdings" charset="0"/>
              <a:buNone/>
              <a:defRPr/>
            </a:lvl1pPr>
          </a:lstStyle>
          <a:p>
            <a:pPr lvl="0"/>
            <a:r>
              <a:rPr lang="en-AU" noProof="0"/>
              <a:t>Click to edit Master subtitle style</a:t>
            </a:r>
          </a:p>
        </p:txBody>
      </p:sp>
    </p:spTree>
    <p:extLst>
      <p:ext uri="{BB962C8B-B14F-4D97-AF65-F5344CB8AC3E}">
        <p14:creationId xmlns:p14="http://schemas.microsoft.com/office/powerpoint/2010/main" val="39176581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1E245B0F-FD1A-B94E-557F-063FA9520FC0}"/>
              </a:ext>
            </a:extLst>
          </p:cNvPr>
          <p:cNvSpPr>
            <a:spLocks noGrp="1" noChangeArrowheads="1"/>
          </p:cNvSpPr>
          <p:nvPr>
            <p:ph type="sldNum" sz="quarter" idx="10"/>
          </p:nvPr>
        </p:nvSpPr>
        <p:spPr>
          <a:ln/>
        </p:spPr>
        <p:txBody>
          <a:bodyPr/>
          <a:lstStyle>
            <a:lvl1pPr>
              <a:defRPr/>
            </a:lvl1pPr>
          </a:lstStyle>
          <a:p>
            <a:pPr>
              <a:defRPr/>
            </a:pPr>
            <a:fld id="{F9480857-2E73-49D4-96A9-AC98253F42FD}"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784648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
            <a:extLst>
              <a:ext uri="{FF2B5EF4-FFF2-40B4-BE49-F238E27FC236}">
                <a16:creationId xmlns:a16="http://schemas.microsoft.com/office/drawing/2014/main" id="{1C00C3B4-0B8D-0F3B-773D-8FBF3E5D5E4D}"/>
              </a:ext>
            </a:extLst>
          </p:cNvPr>
          <p:cNvSpPr>
            <a:spLocks noGrp="1" noChangeArrowheads="1"/>
          </p:cNvSpPr>
          <p:nvPr>
            <p:ph type="sldNum" sz="quarter" idx="10"/>
          </p:nvPr>
        </p:nvSpPr>
        <p:spPr>
          <a:ln/>
        </p:spPr>
        <p:txBody>
          <a:bodyPr/>
          <a:lstStyle>
            <a:lvl1pPr>
              <a:defRPr/>
            </a:lvl1pPr>
          </a:lstStyle>
          <a:p>
            <a:pPr>
              <a:defRPr/>
            </a:pPr>
            <a:fld id="{A89693DA-28D1-42A2-954B-5FAD25BBE965}"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693688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10795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9276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
            <a:extLst>
              <a:ext uri="{FF2B5EF4-FFF2-40B4-BE49-F238E27FC236}">
                <a16:creationId xmlns:a16="http://schemas.microsoft.com/office/drawing/2014/main" id="{E72BB420-8131-069A-7DBF-B7CFC1A09066}"/>
              </a:ext>
            </a:extLst>
          </p:cNvPr>
          <p:cNvSpPr>
            <a:spLocks noGrp="1" noChangeArrowheads="1"/>
          </p:cNvSpPr>
          <p:nvPr>
            <p:ph type="sldNum" sz="quarter" idx="10"/>
          </p:nvPr>
        </p:nvSpPr>
        <p:spPr>
          <a:ln/>
        </p:spPr>
        <p:txBody>
          <a:bodyPr/>
          <a:lstStyle>
            <a:lvl1pPr>
              <a:defRPr/>
            </a:lvl1pPr>
          </a:lstStyle>
          <a:p>
            <a:pPr>
              <a:defRPr/>
            </a:pPr>
            <a:fld id="{5B187540-C67A-461A-849A-F60BF4540299}"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4289537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
            <a:extLst>
              <a:ext uri="{FF2B5EF4-FFF2-40B4-BE49-F238E27FC236}">
                <a16:creationId xmlns:a16="http://schemas.microsoft.com/office/drawing/2014/main" id="{A020D3A3-A9BF-FC0F-978D-ECD568385DF6}"/>
              </a:ext>
            </a:extLst>
          </p:cNvPr>
          <p:cNvSpPr>
            <a:spLocks noGrp="1" noChangeArrowheads="1"/>
          </p:cNvSpPr>
          <p:nvPr>
            <p:ph type="sldNum" sz="quarter" idx="10"/>
          </p:nvPr>
        </p:nvSpPr>
        <p:spPr>
          <a:ln/>
        </p:spPr>
        <p:txBody>
          <a:bodyPr/>
          <a:lstStyle>
            <a:lvl1pPr>
              <a:defRPr/>
            </a:lvl1pPr>
          </a:lstStyle>
          <a:p>
            <a:pPr>
              <a:defRPr/>
            </a:pPr>
            <a:fld id="{7F37D906-E5CE-4B39-A2E2-1E55C98636C8}"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217578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
            <a:extLst>
              <a:ext uri="{FF2B5EF4-FFF2-40B4-BE49-F238E27FC236}">
                <a16:creationId xmlns:a16="http://schemas.microsoft.com/office/drawing/2014/main" id="{78C79B3A-AFE8-1101-1EFE-CF0A7D8C442B}"/>
              </a:ext>
            </a:extLst>
          </p:cNvPr>
          <p:cNvSpPr>
            <a:spLocks noGrp="1" noChangeArrowheads="1"/>
          </p:cNvSpPr>
          <p:nvPr>
            <p:ph type="sldNum" sz="quarter" idx="10"/>
          </p:nvPr>
        </p:nvSpPr>
        <p:spPr>
          <a:ln/>
        </p:spPr>
        <p:txBody>
          <a:bodyPr/>
          <a:lstStyle>
            <a:lvl1pPr>
              <a:defRPr/>
            </a:lvl1pPr>
          </a:lstStyle>
          <a:p>
            <a:pPr>
              <a:defRPr/>
            </a:pPr>
            <a:fld id="{1AFDFFC3-6006-402D-839F-A80A5A029353}"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794570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751E9FF-BC66-CAA5-BC4D-C8A3B7F7F9DD}"/>
              </a:ext>
            </a:extLst>
          </p:cNvPr>
          <p:cNvSpPr>
            <a:spLocks noGrp="1" noChangeArrowheads="1"/>
          </p:cNvSpPr>
          <p:nvPr>
            <p:ph type="sldNum" sz="quarter" idx="10"/>
          </p:nvPr>
        </p:nvSpPr>
        <p:spPr>
          <a:ln/>
        </p:spPr>
        <p:txBody>
          <a:bodyPr/>
          <a:lstStyle>
            <a:lvl1pPr>
              <a:defRPr/>
            </a:lvl1pPr>
          </a:lstStyle>
          <a:p>
            <a:pPr>
              <a:defRPr/>
            </a:pPr>
            <a:fld id="{C41C996C-BE33-45A4-8453-CBCBACA22C8A}"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953352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E0E772EE-8B5C-9138-FF0A-FCA3119A94FF}"/>
              </a:ext>
            </a:extLst>
          </p:cNvPr>
          <p:cNvSpPr>
            <a:spLocks noGrp="1" noChangeArrowheads="1"/>
          </p:cNvSpPr>
          <p:nvPr>
            <p:ph type="sldNum" sz="quarter" idx="10"/>
          </p:nvPr>
        </p:nvSpPr>
        <p:spPr>
          <a:ln/>
        </p:spPr>
        <p:txBody>
          <a:bodyPr/>
          <a:lstStyle>
            <a:lvl1pPr>
              <a:defRPr/>
            </a:lvl1pPr>
          </a:lstStyle>
          <a:p>
            <a:pPr>
              <a:defRPr/>
            </a:pPr>
            <a:fld id="{D8B9546E-79A4-46FC-9BB9-ECD88A563A9B}"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614295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525F185A-DA83-FA89-E66E-CDA12A522AB0}"/>
              </a:ext>
            </a:extLst>
          </p:cNvPr>
          <p:cNvSpPr>
            <a:spLocks noGrp="1" noChangeArrowheads="1"/>
          </p:cNvSpPr>
          <p:nvPr>
            <p:ph type="sldNum" sz="quarter" idx="10"/>
          </p:nvPr>
        </p:nvSpPr>
        <p:spPr>
          <a:ln/>
        </p:spPr>
        <p:txBody>
          <a:bodyPr/>
          <a:lstStyle>
            <a:lvl1pPr>
              <a:defRPr/>
            </a:lvl1pPr>
          </a:lstStyle>
          <a:p>
            <a:pPr>
              <a:defRPr/>
            </a:pPr>
            <a:fld id="{818CFA7D-F5AA-4331-AF52-97F7D315374B}"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4241340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4407DDC0-CB50-FF74-343B-B879ABFFA08D}"/>
              </a:ext>
            </a:extLst>
          </p:cNvPr>
          <p:cNvSpPr>
            <a:spLocks noGrp="1" noChangeArrowheads="1"/>
          </p:cNvSpPr>
          <p:nvPr>
            <p:ph type="sldNum" sz="quarter" idx="10"/>
          </p:nvPr>
        </p:nvSpPr>
        <p:spPr>
          <a:ln/>
        </p:spPr>
        <p:txBody>
          <a:bodyPr/>
          <a:lstStyle>
            <a:lvl1pPr>
              <a:defRPr/>
            </a:lvl1pPr>
          </a:lstStyle>
          <a:p>
            <a:pPr>
              <a:defRPr/>
            </a:pPr>
            <a:fld id="{8C406F59-44B1-4537-ABC9-EFE34E781797}"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861361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50" y="358775"/>
            <a:ext cx="1885950" cy="55848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1079500" y="358775"/>
            <a:ext cx="5505450" cy="55848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EB4BBDC5-D4C5-5C17-3460-5EC659B03DB9}"/>
              </a:ext>
            </a:extLst>
          </p:cNvPr>
          <p:cNvSpPr>
            <a:spLocks noGrp="1" noChangeArrowheads="1"/>
          </p:cNvSpPr>
          <p:nvPr>
            <p:ph type="sldNum" sz="quarter" idx="10"/>
          </p:nvPr>
        </p:nvSpPr>
        <p:spPr>
          <a:ln/>
        </p:spPr>
        <p:txBody>
          <a:bodyPr/>
          <a:lstStyle>
            <a:lvl1pPr>
              <a:defRPr/>
            </a:lvl1pPr>
          </a:lstStyle>
          <a:p>
            <a:pPr>
              <a:defRPr/>
            </a:pPr>
            <a:fld id="{9EAFF43D-4E2C-4B7B-A9FA-0CD881D3DF07}"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239495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D9B35A3-E073-7969-36E0-41FD8051108F}"/>
              </a:ext>
            </a:extLst>
          </p:cNvPr>
          <p:cNvSpPr>
            <a:spLocks noGrp="1" noChangeArrowheads="1"/>
          </p:cNvSpPr>
          <p:nvPr>
            <p:ph type="title"/>
          </p:nvPr>
        </p:nvSpPr>
        <p:spPr bwMode="auto">
          <a:xfrm>
            <a:off x="1079500" y="358775"/>
            <a:ext cx="6997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title style</a:t>
            </a:r>
          </a:p>
        </p:txBody>
      </p:sp>
      <p:sp>
        <p:nvSpPr>
          <p:cNvPr id="1030" name="Rectangle 6">
            <a:extLst>
              <a:ext uri="{FF2B5EF4-FFF2-40B4-BE49-F238E27FC236}">
                <a16:creationId xmlns:a16="http://schemas.microsoft.com/office/drawing/2014/main" id="{BC474574-0A86-647C-1610-1939D7647367}"/>
              </a:ext>
            </a:extLst>
          </p:cNvPr>
          <p:cNvSpPr>
            <a:spLocks noGrp="1" noChangeArrowheads="1"/>
          </p:cNvSpPr>
          <p:nvPr>
            <p:ph type="sldNum" sz="quarter" idx="4"/>
          </p:nvPr>
        </p:nvSpPr>
        <p:spPr bwMode="auto">
          <a:xfrm>
            <a:off x="6781800" y="61722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a:defRPr/>
            </a:pPr>
            <a:fld id="{F62B0D18-1B26-4A4F-8863-9E4807A0AD32}" type="slidenum">
              <a:rPr lang="en-AU" altLang="en-US"/>
              <a:pPr>
                <a:defRPr/>
              </a:pPr>
              <a:t>‹#›</a:t>
            </a:fld>
            <a:endParaRPr lang="en-AU" altLang="en-US"/>
          </a:p>
          <a:p>
            <a:pPr>
              <a:defRPr/>
            </a:pPr>
            <a:endParaRPr lang="en-AU" altLang="en-US"/>
          </a:p>
        </p:txBody>
      </p:sp>
      <p:sp>
        <p:nvSpPr>
          <p:cNvPr id="1028" name="Line 7">
            <a:extLst>
              <a:ext uri="{FF2B5EF4-FFF2-40B4-BE49-F238E27FC236}">
                <a16:creationId xmlns:a16="http://schemas.microsoft.com/office/drawing/2014/main" id="{4A4E074E-6619-94BF-AA4D-038C88158F77}"/>
              </a:ext>
            </a:extLst>
          </p:cNvPr>
          <p:cNvSpPr>
            <a:spLocks noChangeShapeType="1"/>
          </p:cNvSpPr>
          <p:nvPr/>
        </p:nvSpPr>
        <p:spPr bwMode="auto">
          <a:xfrm>
            <a:off x="1143000" y="990600"/>
            <a:ext cx="731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1029" name="Picture 14" descr="crest_100pc bit">
            <a:extLst>
              <a:ext uri="{FF2B5EF4-FFF2-40B4-BE49-F238E27FC236}">
                <a16:creationId xmlns:a16="http://schemas.microsoft.com/office/drawing/2014/main" id="{CBB0739C-73D4-4D49-4A7B-F226102038F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77200" y="228600"/>
            <a:ext cx="7064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7">
            <a:extLst>
              <a:ext uri="{FF2B5EF4-FFF2-40B4-BE49-F238E27FC236}">
                <a16:creationId xmlns:a16="http://schemas.microsoft.com/office/drawing/2014/main" id="{A40FAB03-930F-4EFC-94EE-A5321595FE42}"/>
              </a:ext>
            </a:extLst>
          </p:cNvPr>
          <p:cNvSpPr>
            <a:spLocks noGrp="1" noChangeArrowheads="1"/>
          </p:cNvSpPr>
          <p:nvPr>
            <p:ph type="body" idx="1"/>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sp>
        <p:nvSpPr>
          <p:cNvPr id="4" name="TextBox 3">
            <a:extLst>
              <a:ext uri="{FF2B5EF4-FFF2-40B4-BE49-F238E27FC236}">
                <a16:creationId xmlns:a16="http://schemas.microsoft.com/office/drawing/2014/main" id="{2D8BF52F-53F8-E942-0C7E-4957691B00CC}"/>
              </a:ext>
            </a:extLst>
          </p:cNvPr>
          <p:cNvSpPr txBox="1"/>
          <p:nvPr userDrawn="1">
            <p:extLst>
              <p:ext uri="{1162E1C5-73C7-4A58-AE30-91384D911F3F}">
                <p184:classification xmlns:p184="http://schemas.microsoft.com/office/powerpoint/2018/4/main" val="hdr"/>
              </p:ext>
            </p:extLst>
          </p:nvPr>
        </p:nvSpPr>
        <p:spPr>
          <a:xfrm>
            <a:off x="63500" y="63500"/>
            <a:ext cx="541338" cy="182880"/>
          </a:xfrm>
          <a:prstGeom prst="rect">
            <a:avLst/>
          </a:prstGeom>
        </p:spPr>
        <p:txBody>
          <a:bodyPr horzOverflow="overflow" lIns="0" tIns="0" rIns="0" bIns="0">
            <a:spAutoFit/>
          </a:bodyPr>
          <a:lstStyle/>
          <a:p>
            <a:pPr algn="l"/>
            <a:r>
              <a:rPr lang="en-GB" sz="1200">
                <a:solidFill>
                  <a:srgbClr val="000000">
                    <a:alpha val="50000"/>
                  </a:srgbClr>
                </a:solidFill>
                <a:latin typeface="Aptos" panose="020B0004020202020204" pitchFamily="34" charset="0"/>
              </a:rPr>
              <a:t>Internal</a:t>
            </a:r>
          </a:p>
        </p:txBody>
      </p:sp>
    </p:spTree>
  </p:cSld>
  <p:clrMap bg1="lt1" tx1="dk1" bg2="lt2" tx2="dk2" accent1="accent1" accent2="accent2" accent3="accent3" accent4="accent4" accent5="accent5" accent6="accent6" hlink="hlink" folHlink="folHlink"/>
  <p:sldLayoutIdLst>
    <p:sldLayoutId id="2147483935"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hf hdr="0" ftr="0" dt="0"/>
  <p:txStyles>
    <p:titleStyle>
      <a:lvl1pPr algn="l" rtl="0" eaLnBrk="0" fontAlgn="base" hangingPunct="0">
        <a:spcBef>
          <a:spcPct val="0"/>
        </a:spcBef>
        <a:spcAft>
          <a:spcPct val="0"/>
        </a:spcAft>
        <a:defRPr sz="36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2pPr>
      <a:lvl3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3pPr>
      <a:lvl4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4pPr>
      <a:lvl5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5pPr>
      <a:lvl6pPr marL="457200" algn="l" rtl="0" eaLnBrk="0" fontAlgn="base" hangingPunct="0">
        <a:spcBef>
          <a:spcPct val="0"/>
        </a:spcBef>
        <a:spcAft>
          <a:spcPct val="0"/>
        </a:spcAft>
        <a:defRPr sz="3600" b="1">
          <a:solidFill>
            <a:schemeClr val="tx2"/>
          </a:solidFill>
          <a:latin typeface="Arial Narrow" charset="0"/>
          <a:ea typeface="ＭＳ Ｐゴシック" charset="0"/>
        </a:defRPr>
      </a:lvl6pPr>
      <a:lvl7pPr marL="914400" algn="l" rtl="0" eaLnBrk="0" fontAlgn="base" hangingPunct="0">
        <a:spcBef>
          <a:spcPct val="0"/>
        </a:spcBef>
        <a:spcAft>
          <a:spcPct val="0"/>
        </a:spcAft>
        <a:defRPr sz="3600" b="1">
          <a:solidFill>
            <a:schemeClr val="tx2"/>
          </a:solidFill>
          <a:latin typeface="Arial Narrow" charset="0"/>
          <a:ea typeface="ＭＳ Ｐゴシック" charset="0"/>
        </a:defRPr>
      </a:lvl7pPr>
      <a:lvl8pPr marL="1371600" algn="l" rtl="0" eaLnBrk="0" fontAlgn="base" hangingPunct="0">
        <a:spcBef>
          <a:spcPct val="0"/>
        </a:spcBef>
        <a:spcAft>
          <a:spcPct val="0"/>
        </a:spcAft>
        <a:defRPr sz="3600" b="1">
          <a:solidFill>
            <a:schemeClr val="tx2"/>
          </a:solidFill>
          <a:latin typeface="Arial Narrow" charset="0"/>
          <a:ea typeface="ＭＳ Ｐゴシック" charset="0"/>
        </a:defRPr>
      </a:lvl8pPr>
      <a:lvl9pPr marL="1828800" algn="l" rtl="0" eaLnBrk="0" fontAlgn="base" hangingPunct="0">
        <a:spcBef>
          <a:spcPct val="0"/>
        </a:spcBef>
        <a:spcAft>
          <a:spcPct val="0"/>
        </a:spcAft>
        <a:defRPr sz="3600" b="1">
          <a:solidFill>
            <a:schemeClr val="tx2"/>
          </a:solidFill>
          <a:latin typeface="Arial Narrow" charset="0"/>
          <a:ea typeface="ＭＳ Ｐゴシック" charset="0"/>
        </a:defRPr>
      </a:lvl9pPr>
    </p:titleStyle>
    <p:body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6pPr>
      <a:lvl7pPr marL="30289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7pPr>
      <a:lvl8pPr marL="34861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8pPr>
      <a:lvl9pPr marL="39433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7">
            <a:extLst>
              <a:ext uri="{FF2B5EF4-FFF2-40B4-BE49-F238E27FC236}">
                <a16:creationId xmlns:a16="http://schemas.microsoft.com/office/drawing/2014/main" id="{F1EB272B-27E6-DE2F-4EC5-A17E0FCCDF34}"/>
              </a:ext>
            </a:extLst>
          </p:cNvPr>
          <p:cNvSpPr>
            <a:spLocks noGrp="1" noChangeArrowheads="1"/>
          </p:cNvSpPr>
          <p:nvPr>
            <p:ph type="subTitle" idx="1"/>
          </p:nvPr>
        </p:nvSpPr>
        <p:spPr>
          <a:xfrm>
            <a:off x="2514600" y="3733800"/>
            <a:ext cx="6454775" cy="2143125"/>
          </a:xfrm>
        </p:spPr>
        <p:txBody>
          <a:bodyPr lIns="0" tIns="0" rIns="0" bIns="0"/>
          <a:lstStyle/>
          <a:p>
            <a:pPr>
              <a:defRPr/>
            </a:pPr>
            <a:r>
              <a:rPr lang="en-AU" dirty="0">
                <a:ea typeface="+mn-ea"/>
                <a:cs typeface="+mn-cs"/>
              </a:rPr>
              <a:t>Lecture 5</a:t>
            </a:r>
            <a:br>
              <a:rPr lang="en-AU" dirty="0">
                <a:ea typeface="+mn-ea"/>
                <a:cs typeface="+mn-cs"/>
              </a:rPr>
            </a:br>
            <a:r>
              <a:rPr lang="en-AU" dirty="0">
                <a:ea typeface="+mn-ea"/>
                <a:cs typeface="+mn-cs"/>
              </a:rPr>
              <a:t>Object Design (Part I) –</a:t>
            </a:r>
          </a:p>
          <a:p>
            <a:pPr>
              <a:defRPr/>
            </a:pPr>
            <a:r>
              <a:rPr lang="en-AU" dirty="0"/>
              <a:t>Responsibility-Driven Design</a:t>
            </a:r>
            <a:endParaRPr lang="en-AU" dirty="0">
              <a:ea typeface="+mn-ea"/>
              <a:cs typeface="+mn-cs"/>
            </a:endParaRPr>
          </a:p>
        </p:txBody>
      </p:sp>
      <p:sp>
        <p:nvSpPr>
          <p:cNvPr id="2056" name="Rectangle 8">
            <a:extLst>
              <a:ext uri="{FF2B5EF4-FFF2-40B4-BE49-F238E27FC236}">
                <a16:creationId xmlns:a16="http://schemas.microsoft.com/office/drawing/2014/main" id="{2D6BF33F-56E2-0B0A-C52F-251D6C4780F9}"/>
              </a:ext>
            </a:extLst>
          </p:cNvPr>
          <p:cNvSpPr>
            <a:spLocks noGrp="1" noChangeArrowheads="1"/>
          </p:cNvSpPr>
          <p:nvPr>
            <p:ph type="ctrTitle"/>
          </p:nvPr>
        </p:nvSpPr>
        <p:spPr/>
        <p:txBody>
          <a:bodyPr/>
          <a:lstStyle/>
          <a:p>
            <a:pPr>
              <a:defRPr/>
            </a:pPr>
            <a:r>
              <a:rPr lang="en-AU" sz="3200" dirty="0">
                <a:ea typeface="+mj-ea"/>
                <a:cs typeface="+mj-cs"/>
              </a:rPr>
              <a:t>SWE30003</a:t>
            </a:r>
            <a:br>
              <a:rPr lang="en-AU" sz="3200" dirty="0">
                <a:ea typeface="+mj-ea"/>
                <a:cs typeface="+mj-cs"/>
              </a:rPr>
            </a:br>
            <a:r>
              <a:rPr lang="en-AU" sz="3200" dirty="0">
                <a:ea typeface="+mj-ea"/>
                <a:cs typeface="+mj-cs"/>
              </a:rPr>
              <a:t>Software Architecture and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6" name="Rectangle 4">
            <a:extLst>
              <a:ext uri="{FF2B5EF4-FFF2-40B4-BE49-F238E27FC236}">
                <a16:creationId xmlns:a16="http://schemas.microsoft.com/office/drawing/2014/main" id="{5D2826D9-E036-5B65-B4E8-A816C0C5A7A0}"/>
              </a:ext>
            </a:extLst>
          </p:cNvPr>
          <p:cNvSpPr>
            <a:spLocks noGrp="1" noChangeArrowheads="1"/>
          </p:cNvSpPr>
          <p:nvPr>
            <p:ph type="title" idx="4294967295"/>
          </p:nvPr>
        </p:nvSpPr>
        <p:spPr/>
        <p:txBody>
          <a:bodyPr/>
          <a:lstStyle/>
          <a:p>
            <a:pPr eaLnBrk="1" hangingPunct="1">
              <a:defRPr/>
            </a:pPr>
            <a:r>
              <a:rPr lang="en-US" dirty="0">
                <a:ea typeface="+mj-ea"/>
                <a:cs typeface="+mj-cs"/>
              </a:rPr>
              <a:t>Logistical matters</a:t>
            </a:r>
          </a:p>
        </p:txBody>
      </p:sp>
      <p:sp>
        <p:nvSpPr>
          <p:cNvPr id="7171" name="Rectangle 4">
            <a:extLst>
              <a:ext uri="{FF2B5EF4-FFF2-40B4-BE49-F238E27FC236}">
                <a16:creationId xmlns:a16="http://schemas.microsoft.com/office/drawing/2014/main" id="{B3CBFB45-734C-B9FE-CCFD-F57B953AD4E2}"/>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0"/>
              </a:spcBef>
              <a:buSzTx/>
              <a:buFontTx/>
              <a:buNone/>
            </a:pPr>
            <a:endParaRPr lang="en-US" altLang="en-US" sz="3600" b="1">
              <a:solidFill>
                <a:schemeClr val="tx2"/>
              </a:solidFill>
            </a:endParaRPr>
          </a:p>
        </p:txBody>
      </p:sp>
      <p:sp>
        <p:nvSpPr>
          <p:cNvPr id="335880" name="Rectangle 8">
            <a:extLst>
              <a:ext uri="{FF2B5EF4-FFF2-40B4-BE49-F238E27FC236}">
                <a16:creationId xmlns:a16="http://schemas.microsoft.com/office/drawing/2014/main" id="{313DC5EF-9938-3213-6C8F-584482E44B82}"/>
              </a:ext>
            </a:extLst>
          </p:cNvPr>
          <p:cNvSpPr>
            <a:spLocks noChangeArrowheads="1"/>
          </p:cNvSpPr>
          <p:nvPr/>
        </p:nvSpPr>
        <p:spPr bwMode="auto">
          <a:xfrm>
            <a:off x="1036638" y="692150"/>
            <a:ext cx="7669212" cy="4243388"/>
          </a:xfrm>
          <a:prstGeom prst="rect">
            <a:avLst/>
          </a:prstGeom>
          <a:noFill/>
          <a:ln>
            <a:noFill/>
          </a:ln>
          <a:effectLst/>
        </p:spPr>
        <p:txBody>
          <a:bodyPr lIns="0" tIns="0" rIns="0" bIns="0"/>
          <a:lstStyle/>
          <a:p>
            <a:pPr eaLnBrk="1" hangingPunct="1">
              <a:spcBef>
                <a:spcPct val="40000"/>
              </a:spcBef>
              <a:buSzPct val="75000"/>
              <a:defRPr/>
            </a:pPr>
            <a:endParaRPr lang="en-US" sz="2800" dirty="0">
              <a:latin typeface="Arial Narrow" charset="0"/>
              <a:ea typeface="ＭＳ Ｐゴシック" charset="0"/>
            </a:endParaRPr>
          </a:p>
          <a:p>
            <a:pPr marL="285750" indent="-285750" eaLnBrk="1" hangingPunct="1">
              <a:spcBef>
                <a:spcPct val="40000"/>
              </a:spcBef>
              <a:buSzPct val="75000"/>
              <a:buFont typeface="Wingdings" charset="0"/>
              <a:buChar char="n"/>
              <a:defRPr/>
            </a:pPr>
            <a:endParaRPr lang="en-US" sz="2800" dirty="0">
              <a:latin typeface="Arial Narrow" charset="0"/>
              <a:ea typeface="ＭＳ Ｐゴシック" charset="0"/>
            </a:endParaRPr>
          </a:p>
        </p:txBody>
      </p:sp>
      <p:sp>
        <p:nvSpPr>
          <p:cNvPr id="7173" name="Slide Number Placeholder 1">
            <a:extLst>
              <a:ext uri="{FF2B5EF4-FFF2-40B4-BE49-F238E27FC236}">
                <a16:creationId xmlns:a16="http://schemas.microsoft.com/office/drawing/2014/main" id="{623054CA-F4C2-33E7-62CE-CAD49337E57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7779A67-0047-4A70-AA7C-E499E1341AB7}" type="slidenum">
              <a:rPr lang="en-AU" altLang="en-US" sz="1400" smtClean="0">
                <a:latin typeface="Times New Roman" panose="02020603050405020304" pitchFamily="18" charset="0"/>
              </a:rPr>
              <a:pPr>
                <a:spcBef>
                  <a:spcPct val="0"/>
                </a:spcBef>
                <a:buSzTx/>
                <a:buFontTx/>
                <a:buNone/>
              </a:pPr>
              <a:t>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
        <p:nvSpPr>
          <p:cNvPr id="6" name="Content Placeholder 2">
            <a:extLst>
              <a:ext uri="{FF2B5EF4-FFF2-40B4-BE49-F238E27FC236}">
                <a16:creationId xmlns:a16="http://schemas.microsoft.com/office/drawing/2014/main" id="{BE4B79A0-35D5-685F-E848-4D1599382A64}"/>
              </a:ext>
            </a:extLst>
          </p:cNvPr>
          <p:cNvSpPr txBox="1">
            <a:spLocks/>
          </p:cNvSpPr>
          <p:nvPr/>
        </p:nvSpPr>
        <p:spPr>
          <a:xfrm>
            <a:off x="1079500" y="1143000"/>
            <a:ext cx="7543800" cy="4800600"/>
          </a:xfrm>
          <a:prstGeom prst="rect">
            <a:avLst/>
          </a:prstGeom>
        </p:spPr>
        <p:txBody>
          <a:bodyPr/>
          <a:lst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6pPr>
            <a:lvl7pPr marL="30289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7pPr>
            <a:lvl8pPr marL="34861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8pPr>
            <a:lvl9pPr marL="39433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9pPr>
          </a:lstStyle>
          <a:p>
            <a:pPr>
              <a:defRPr/>
            </a:pPr>
            <a:r>
              <a:rPr lang="en-AU" kern="0" dirty="0"/>
              <a:t>Weekly submissions – A &amp; Q</a:t>
            </a:r>
          </a:p>
          <a:p>
            <a:pPr lvl="1">
              <a:defRPr/>
            </a:pPr>
            <a:r>
              <a:rPr lang="en-AU" dirty="0"/>
              <a:t>Week 2: 104 &amp; 101 out of 119;</a:t>
            </a:r>
          </a:p>
          <a:p>
            <a:pPr lvl="1">
              <a:defRPr/>
            </a:pPr>
            <a:r>
              <a:rPr lang="en-AU" dirty="0"/>
              <a:t>Week 3: 101 &amp; 98 out of 118;</a:t>
            </a:r>
          </a:p>
          <a:p>
            <a:pPr lvl="1">
              <a:defRPr/>
            </a:pPr>
            <a:r>
              <a:rPr lang="en-AU" kern="0" dirty="0"/>
              <a:t>Week 4: 102 &amp; 101 out of 118;</a:t>
            </a:r>
          </a:p>
          <a:p>
            <a:pPr lvl="1">
              <a:defRPr/>
            </a:pPr>
            <a:r>
              <a:rPr lang="en-AU" kern="0" dirty="0"/>
              <a:t>Week 5: 98 &amp; 98 out of 118;</a:t>
            </a:r>
          </a:p>
          <a:p>
            <a:pPr lvl="1">
              <a:defRPr/>
            </a:pPr>
            <a:r>
              <a:rPr lang="en-AU" kern="0" dirty="0"/>
              <a:t>Week 6: </a:t>
            </a:r>
          </a:p>
          <a:p>
            <a:pPr lvl="1">
              <a:defRPr/>
            </a:pPr>
            <a:r>
              <a:rPr lang="en-AU" kern="0" dirty="0"/>
              <a:t>Note that this is </a:t>
            </a:r>
            <a:r>
              <a:rPr lang="en-AU" kern="0" dirty="0">
                <a:solidFill>
                  <a:srgbClr val="FF0000"/>
                </a:solidFill>
              </a:rPr>
              <a:t>a hurdle requirement</a:t>
            </a:r>
            <a:endParaRPr lang="en-AU" kern="0" dirty="0"/>
          </a:p>
          <a:p>
            <a:pPr lvl="1">
              <a:defRPr/>
            </a:pPr>
            <a:r>
              <a:rPr lang="en-AU" kern="0" dirty="0"/>
              <a:t>No late submission</a:t>
            </a:r>
          </a:p>
          <a:p>
            <a:pPr lvl="1">
              <a:defRPr/>
            </a:pPr>
            <a:r>
              <a:rPr lang="en-AU" kern="0" dirty="0"/>
              <a:t>4 people have not submitted anything so far; </a:t>
            </a:r>
            <a:br>
              <a:rPr lang="en-AU" kern="0" dirty="0"/>
            </a:br>
            <a:r>
              <a:rPr lang="en-AU" kern="0" dirty="0"/>
              <a:t>another 6 do not have 40%.</a:t>
            </a:r>
          </a:p>
          <a:p>
            <a:pPr>
              <a:defRPr/>
            </a:pPr>
            <a:r>
              <a:rPr lang="en-AU" kern="0" dirty="0"/>
              <a:t>Assignment 1: … not long to due date</a:t>
            </a:r>
          </a:p>
          <a:p>
            <a:pPr marL="0" indent="0">
              <a:buFont typeface="Wingdings" panose="05000000000000000000" pitchFamily="2" charset="2"/>
              <a:buNone/>
              <a:defRPr/>
            </a:pPr>
            <a:endParaRPr lang="en-AU" kern="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CBF8F92-C777-FC07-7ABD-71F33BB1E85D}"/>
              </a:ext>
            </a:extLst>
          </p:cNvPr>
          <p:cNvSpPr>
            <a:spLocks noGrp="1" noChangeArrowheads="1"/>
          </p:cNvSpPr>
          <p:nvPr>
            <p:ph type="title"/>
          </p:nvPr>
        </p:nvSpPr>
        <p:spPr/>
        <p:txBody>
          <a:bodyPr/>
          <a:lstStyle/>
          <a:p>
            <a:r>
              <a:rPr lang="en-US" altLang="en-US"/>
              <a:t>Question to Answer - Week 4</a:t>
            </a:r>
          </a:p>
        </p:txBody>
      </p:sp>
      <p:sp>
        <p:nvSpPr>
          <p:cNvPr id="9219" name="Rectangle 3">
            <a:extLst>
              <a:ext uri="{FF2B5EF4-FFF2-40B4-BE49-F238E27FC236}">
                <a16:creationId xmlns:a16="http://schemas.microsoft.com/office/drawing/2014/main" id="{2CE2E535-FD56-660D-5A99-E292418C9AF7}"/>
              </a:ext>
            </a:extLst>
          </p:cNvPr>
          <p:cNvSpPr>
            <a:spLocks noGrp="1" noChangeArrowheads="1"/>
          </p:cNvSpPr>
          <p:nvPr>
            <p:ph type="body" idx="1"/>
          </p:nvPr>
        </p:nvSpPr>
        <p:spPr/>
        <p:txBody>
          <a:bodyPr/>
          <a:lstStyle/>
          <a:p>
            <a:pPr>
              <a:buFont typeface="Wingdings" panose="05000000000000000000" pitchFamily="2" charset="2"/>
              <a:buNone/>
            </a:pPr>
            <a:endParaRPr lang="en-AU" altLang="en-US" i="1"/>
          </a:p>
          <a:p>
            <a:pPr>
              <a:buFont typeface="Wingdings" panose="05000000000000000000" pitchFamily="2" charset="2"/>
              <a:buNone/>
            </a:pPr>
            <a:r>
              <a:rPr lang="en-AU" altLang="en-US" i="1"/>
              <a:t>	</a:t>
            </a:r>
            <a:r>
              <a:rPr lang="en-AU" altLang="en-US"/>
              <a:t>A good programmer in these times does not just write programs, </a:t>
            </a:r>
            <a:r>
              <a:rPr lang="en-AU" altLang="en-US" i="1"/>
              <a:t>he/she builds a working vocabulary</a:t>
            </a:r>
            <a:r>
              <a:rPr lang="en-AU" altLang="en-US"/>
              <a:t>. Provide examples and explain this statement.</a:t>
            </a:r>
          </a:p>
          <a:p>
            <a:pPr>
              <a:buFont typeface="Wingdings" panose="05000000000000000000" pitchFamily="2" charset="2"/>
              <a:buNone/>
            </a:pPr>
            <a:r>
              <a:rPr lang="en-AU" altLang="en-US"/>
              <a:t>---- </a:t>
            </a:r>
          </a:p>
          <a:p>
            <a:pPr>
              <a:buFont typeface="Wingdings" panose="05000000000000000000" pitchFamily="2" charset="2"/>
              <a:buNone/>
            </a:pPr>
            <a:endParaRPr lang="en-AU" altLang="en-US"/>
          </a:p>
        </p:txBody>
      </p:sp>
      <p:sp>
        <p:nvSpPr>
          <p:cNvPr id="9220" name="Slide Number Placeholder 1">
            <a:extLst>
              <a:ext uri="{FF2B5EF4-FFF2-40B4-BE49-F238E27FC236}">
                <a16:creationId xmlns:a16="http://schemas.microsoft.com/office/drawing/2014/main" id="{62100187-2087-57B7-453F-C51915D59B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DB5DF42-408B-40D2-AACA-6490AAE0CC61}" type="slidenum">
              <a:rPr lang="en-AU" altLang="en-US" sz="1400" smtClean="0">
                <a:latin typeface="Times New Roman" panose="02020603050405020304" pitchFamily="18" charset="0"/>
              </a:rPr>
              <a:pPr>
                <a:spcBef>
                  <a:spcPct val="0"/>
                </a:spcBef>
                <a:buSzTx/>
                <a:buFontTx/>
                <a:buNone/>
              </a:pPr>
              <a:t>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F93F5B0C-1F3A-469A-8FD4-7F84DB59ABDC}"/>
              </a:ext>
            </a:extLst>
          </p:cNvPr>
          <p:cNvSpPr>
            <a:spLocks noGrp="1" noChangeArrowheads="1"/>
          </p:cNvSpPr>
          <p:nvPr>
            <p:ph type="title"/>
          </p:nvPr>
        </p:nvSpPr>
        <p:spPr/>
        <p:txBody>
          <a:bodyPr/>
          <a:lstStyle/>
          <a:p>
            <a:pPr>
              <a:defRPr/>
            </a:pPr>
            <a:r>
              <a:rPr lang="en-AU">
                <a:ea typeface="+mj-ea"/>
                <a:cs typeface="+mj-cs"/>
              </a:rPr>
              <a:t>Principal References</a:t>
            </a:r>
            <a:endParaRPr lang="en-US">
              <a:ea typeface="+mj-ea"/>
              <a:cs typeface="+mj-cs"/>
            </a:endParaRPr>
          </a:p>
        </p:txBody>
      </p:sp>
      <p:sp>
        <p:nvSpPr>
          <p:cNvPr id="191491" name="Rectangle 3">
            <a:extLst>
              <a:ext uri="{FF2B5EF4-FFF2-40B4-BE49-F238E27FC236}">
                <a16:creationId xmlns:a16="http://schemas.microsoft.com/office/drawing/2014/main" id="{F7CCD3F0-A139-DF71-322A-D72863F9675B}"/>
              </a:ext>
            </a:extLst>
          </p:cNvPr>
          <p:cNvSpPr>
            <a:spLocks noGrp="1" noChangeArrowheads="1"/>
          </p:cNvSpPr>
          <p:nvPr>
            <p:ph type="body" idx="1"/>
          </p:nvPr>
        </p:nvSpPr>
        <p:spPr/>
        <p:txBody>
          <a:bodyPr/>
          <a:lstStyle/>
          <a:p>
            <a:pPr eaLnBrk="1" hangingPunct="1">
              <a:buFont typeface="Wingdings" charset="0"/>
              <a:buChar char="n"/>
              <a:defRPr/>
            </a:pPr>
            <a:r>
              <a:rPr lang="en-US" dirty="0"/>
              <a:t>Rebecca </a:t>
            </a:r>
            <a:r>
              <a:rPr lang="en-US" dirty="0" err="1"/>
              <a:t>Wirfs</a:t>
            </a:r>
            <a:r>
              <a:rPr lang="en-US" dirty="0"/>
              <a:t>-Brock, Brian Wilkerson and Lauren Wiener, </a:t>
            </a:r>
            <a:r>
              <a:rPr lang="en-US" i="1" dirty="0">
                <a:solidFill>
                  <a:srgbClr val="7F0101"/>
                </a:solidFill>
              </a:rPr>
              <a:t>Designing Object-Oriented Software</a:t>
            </a:r>
            <a:r>
              <a:rPr lang="en-US" dirty="0"/>
              <a:t>, Prentice Hall, 1990, Chapters 3 to 5.</a:t>
            </a:r>
          </a:p>
          <a:p>
            <a:pPr eaLnBrk="1" hangingPunct="1">
              <a:buFont typeface="Wingdings" charset="0"/>
              <a:buChar char="n"/>
              <a:defRPr/>
            </a:pPr>
            <a:r>
              <a:rPr lang="en-US" dirty="0">
                <a:ea typeface="+mn-ea"/>
                <a:cs typeface="+mn-cs"/>
              </a:rPr>
              <a:t>Bernd </a:t>
            </a:r>
            <a:r>
              <a:rPr lang="en-US" dirty="0" err="1">
                <a:ea typeface="+mn-ea"/>
                <a:cs typeface="+mn-cs"/>
              </a:rPr>
              <a:t>Bruegge</a:t>
            </a:r>
            <a:r>
              <a:rPr lang="en-US" dirty="0">
                <a:ea typeface="+mn-ea"/>
                <a:cs typeface="+mn-cs"/>
              </a:rPr>
              <a:t> and Allen H. </a:t>
            </a:r>
            <a:r>
              <a:rPr lang="en-US" dirty="0" err="1">
                <a:ea typeface="+mn-ea"/>
                <a:cs typeface="+mn-cs"/>
              </a:rPr>
              <a:t>Dutoit</a:t>
            </a:r>
            <a:r>
              <a:rPr lang="en-US" dirty="0">
                <a:ea typeface="+mn-ea"/>
                <a:cs typeface="+mn-cs"/>
              </a:rPr>
              <a:t>, </a:t>
            </a:r>
            <a:r>
              <a:rPr lang="en-US" i="1" dirty="0">
                <a:solidFill>
                  <a:srgbClr val="7E0701"/>
                </a:solidFill>
                <a:ea typeface="+mn-ea"/>
                <a:cs typeface="+mn-cs"/>
              </a:rPr>
              <a:t>Object-oriented Software Engineering</a:t>
            </a:r>
            <a:r>
              <a:rPr lang="en-US" dirty="0">
                <a:ea typeface="+mn-ea"/>
                <a:cs typeface="+mn-cs"/>
              </a:rPr>
              <a:t>, Prentice Hall, 2001, Chapter 5.</a:t>
            </a:r>
          </a:p>
          <a:p>
            <a:pPr eaLnBrk="1" hangingPunct="1">
              <a:buFont typeface="Wingdings" charset="0"/>
              <a:buChar char="n"/>
              <a:defRPr/>
            </a:pPr>
            <a:r>
              <a:rPr lang="en-US" dirty="0">
                <a:ea typeface="+mn-ea"/>
                <a:cs typeface="+mn-cs"/>
              </a:rPr>
              <a:t>Shari L. </a:t>
            </a:r>
            <a:r>
              <a:rPr lang="en-US" dirty="0" err="1">
                <a:ea typeface="+mn-ea"/>
                <a:cs typeface="+mn-cs"/>
              </a:rPr>
              <a:t>Pfleeger</a:t>
            </a:r>
            <a:r>
              <a:rPr lang="en-US" dirty="0">
                <a:ea typeface="+mn-ea"/>
                <a:cs typeface="+mn-cs"/>
              </a:rPr>
              <a:t>, </a:t>
            </a:r>
            <a:r>
              <a:rPr lang="en-US" i="1" dirty="0">
                <a:solidFill>
                  <a:srgbClr val="7E0701"/>
                </a:solidFill>
                <a:ea typeface="+mn-ea"/>
                <a:cs typeface="+mn-cs"/>
              </a:rPr>
              <a:t>Software</a:t>
            </a:r>
            <a:r>
              <a:rPr lang="en-US" dirty="0">
                <a:solidFill>
                  <a:srgbClr val="7E0701"/>
                </a:solidFill>
                <a:ea typeface="+mn-ea"/>
                <a:cs typeface="+mn-cs"/>
              </a:rPr>
              <a:t> </a:t>
            </a:r>
            <a:r>
              <a:rPr lang="en-US" i="1" dirty="0">
                <a:solidFill>
                  <a:srgbClr val="7E0701"/>
                </a:solidFill>
                <a:ea typeface="+mn-ea"/>
                <a:cs typeface="+mn-cs"/>
              </a:rPr>
              <a:t>Engineering:</a:t>
            </a:r>
            <a:r>
              <a:rPr lang="en-US" dirty="0">
                <a:solidFill>
                  <a:srgbClr val="7E0701"/>
                </a:solidFill>
                <a:ea typeface="+mn-ea"/>
                <a:cs typeface="+mn-cs"/>
              </a:rPr>
              <a:t> </a:t>
            </a:r>
            <a:r>
              <a:rPr lang="en-US" i="1" dirty="0">
                <a:solidFill>
                  <a:srgbClr val="7E0701"/>
                </a:solidFill>
                <a:ea typeface="+mn-ea"/>
                <a:cs typeface="+mn-cs"/>
              </a:rPr>
              <a:t>Theory</a:t>
            </a:r>
            <a:r>
              <a:rPr lang="en-US" dirty="0">
                <a:solidFill>
                  <a:srgbClr val="7E0701"/>
                </a:solidFill>
                <a:ea typeface="+mn-ea"/>
                <a:cs typeface="+mn-cs"/>
              </a:rPr>
              <a:t> </a:t>
            </a:r>
            <a:r>
              <a:rPr lang="en-US" i="1" dirty="0">
                <a:solidFill>
                  <a:srgbClr val="7E0701"/>
                </a:solidFill>
                <a:ea typeface="+mn-ea"/>
                <a:cs typeface="+mn-cs"/>
              </a:rPr>
              <a:t>and</a:t>
            </a:r>
            <a:r>
              <a:rPr lang="en-US" dirty="0">
                <a:solidFill>
                  <a:srgbClr val="7E0701"/>
                </a:solidFill>
                <a:ea typeface="+mn-ea"/>
                <a:cs typeface="+mn-cs"/>
              </a:rPr>
              <a:t> </a:t>
            </a:r>
            <a:r>
              <a:rPr lang="en-US" i="1" dirty="0">
                <a:solidFill>
                  <a:srgbClr val="7E0701"/>
                </a:solidFill>
                <a:ea typeface="+mn-ea"/>
                <a:cs typeface="+mn-cs"/>
              </a:rPr>
              <a:t>Practice</a:t>
            </a:r>
            <a:r>
              <a:rPr lang="en-US" dirty="0">
                <a:ea typeface="+mn-ea"/>
                <a:cs typeface="+mn-cs"/>
              </a:rPr>
              <a:t> (2</a:t>
            </a:r>
            <a:r>
              <a:rPr lang="en-US" baseline="30000" dirty="0">
                <a:ea typeface="+mn-ea"/>
                <a:cs typeface="+mn-cs"/>
              </a:rPr>
              <a:t>nd</a:t>
            </a:r>
            <a:r>
              <a:rPr lang="en-US" dirty="0">
                <a:ea typeface="+mn-ea"/>
                <a:cs typeface="+mn-cs"/>
              </a:rPr>
              <a:t> Edition), Prentice Hall, 2001, Chapters 5 and 6.</a:t>
            </a:r>
          </a:p>
          <a:p>
            <a:pPr eaLnBrk="1" hangingPunct="1">
              <a:buFont typeface="Wingdings" charset="0"/>
              <a:buChar char="n"/>
              <a:defRPr/>
            </a:pPr>
            <a:r>
              <a:rPr lang="en-US" dirty="0">
                <a:ea typeface="+mn-ea"/>
                <a:cs typeface="+mn-cs"/>
              </a:rPr>
              <a:t>Ian </a:t>
            </a:r>
            <a:r>
              <a:rPr lang="en-US" dirty="0" err="1">
                <a:ea typeface="+mn-ea"/>
                <a:cs typeface="+mn-cs"/>
              </a:rPr>
              <a:t>Sommerville</a:t>
            </a:r>
            <a:r>
              <a:rPr lang="en-US" dirty="0">
                <a:ea typeface="+mn-ea"/>
                <a:cs typeface="+mn-cs"/>
              </a:rPr>
              <a:t>, </a:t>
            </a:r>
            <a:r>
              <a:rPr lang="en-US" i="1" dirty="0">
                <a:solidFill>
                  <a:srgbClr val="7E0701"/>
                </a:solidFill>
                <a:ea typeface="+mn-ea"/>
                <a:cs typeface="+mn-cs"/>
              </a:rPr>
              <a:t>Software</a:t>
            </a:r>
            <a:r>
              <a:rPr lang="en-US" dirty="0">
                <a:solidFill>
                  <a:srgbClr val="7E0701"/>
                </a:solidFill>
                <a:ea typeface="+mn-ea"/>
                <a:cs typeface="+mn-cs"/>
              </a:rPr>
              <a:t> </a:t>
            </a:r>
            <a:r>
              <a:rPr lang="en-US" i="1" dirty="0">
                <a:solidFill>
                  <a:srgbClr val="7E0701"/>
                </a:solidFill>
                <a:ea typeface="+mn-ea"/>
                <a:cs typeface="+mn-cs"/>
              </a:rPr>
              <a:t>Engineering</a:t>
            </a:r>
            <a:r>
              <a:rPr lang="en-US" dirty="0">
                <a:ea typeface="+mn-ea"/>
                <a:cs typeface="+mn-cs"/>
              </a:rPr>
              <a:t> (9</a:t>
            </a:r>
            <a:r>
              <a:rPr lang="en-US" baseline="30000" dirty="0">
                <a:ea typeface="+mn-ea"/>
                <a:cs typeface="+mn-cs"/>
              </a:rPr>
              <a:t>th</a:t>
            </a:r>
            <a:r>
              <a:rPr lang="en-US" dirty="0">
                <a:ea typeface="+mn-ea"/>
                <a:cs typeface="+mn-cs"/>
              </a:rPr>
              <a:t> Edition), Addison Wesley, 2013, Chapter 7.</a:t>
            </a:r>
            <a:endParaRPr lang="en-US" sz="2000" dirty="0">
              <a:ea typeface="+mn-ea"/>
              <a:cs typeface="+mn-cs"/>
            </a:endParaRPr>
          </a:p>
        </p:txBody>
      </p:sp>
      <p:sp>
        <p:nvSpPr>
          <p:cNvPr id="11268" name="Slide Number Placeholder 1">
            <a:extLst>
              <a:ext uri="{FF2B5EF4-FFF2-40B4-BE49-F238E27FC236}">
                <a16:creationId xmlns:a16="http://schemas.microsoft.com/office/drawing/2014/main" id="{AC6B4589-38A7-D79A-B26A-02F047B70D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F984A50-6E1D-4B2B-9938-A0EC30CDF278}" type="slidenum">
              <a:rPr lang="en-AU" altLang="en-US" sz="1400" smtClean="0">
                <a:latin typeface="Times New Roman" panose="02020603050405020304" pitchFamily="18" charset="0"/>
              </a:rPr>
              <a:pPr>
                <a:spcBef>
                  <a:spcPct val="0"/>
                </a:spcBef>
                <a:buSzTx/>
                <a:buFontTx/>
                <a:buNone/>
              </a:pPr>
              <a:t>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6126D2C9-4CE8-E58F-7E22-72A9660A0FF5}"/>
              </a:ext>
            </a:extLst>
          </p:cNvPr>
          <p:cNvSpPr>
            <a:spLocks noGrp="1" noChangeArrowheads="1"/>
          </p:cNvSpPr>
          <p:nvPr>
            <p:ph type="title"/>
          </p:nvPr>
        </p:nvSpPr>
        <p:spPr/>
        <p:txBody>
          <a:bodyPr/>
          <a:lstStyle/>
          <a:p>
            <a:r>
              <a:rPr lang="en-AU" altLang="en-US"/>
              <a:t>Object-Oriented Design</a:t>
            </a:r>
          </a:p>
        </p:txBody>
      </p:sp>
      <p:sp>
        <p:nvSpPr>
          <p:cNvPr id="13315" name="Content Placeholder 2">
            <a:extLst>
              <a:ext uri="{FF2B5EF4-FFF2-40B4-BE49-F238E27FC236}">
                <a16:creationId xmlns:a16="http://schemas.microsoft.com/office/drawing/2014/main" id="{55646E09-77B9-D7EF-7323-F1C53488A3ED}"/>
              </a:ext>
            </a:extLst>
          </p:cNvPr>
          <p:cNvSpPr>
            <a:spLocks noGrp="1" noChangeArrowheads="1"/>
          </p:cNvSpPr>
          <p:nvPr>
            <p:ph idx="1"/>
          </p:nvPr>
        </p:nvSpPr>
        <p:spPr/>
        <p:txBody>
          <a:bodyPr/>
          <a:lstStyle/>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lgn="ctr">
              <a:buFont typeface="Wingdings" panose="05000000000000000000" pitchFamily="2" charset="2"/>
              <a:buNone/>
            </a:pPr>
            <a:r>
              <a:rPr lang="en-AU" altLang="en-US"/>
              <a:t>OOD != OOP</a:t>
            </a:r>
          </a:p>
        </p:txBody>
      </p:sp>
      <p:sp>
        <p:nvSpPr>
          <p:cNvPr id="13316" name="Slide Number Placeholder 3">
            <a:extLst>
              <a:ext uri="{FF2B5EF4-FFF2-40B4-BE49-F238E27FC236}">
                <a16:creationId xmlns:a16="http://schemas.microsoft.com/office/drawing/2014/main" id="{D0C415A5-5D22-1862-C7B2-5731F5B06B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A32BD55-25DD-4BB0-9923-7CAA8CFBAD3F}" type="slidenum">
              <a:rPr lang="en-AU" altLang="en-US" sz="1400" smtClean="0">
                <a:latin typeface="Times New Roman" panose="02020603050405020304" pitchFamily="18" charset="0"/>
              </a:rPr>
              <a:pPr>
                <a:spcBef>
                  <a:spcPct val="0"/>
                </a:spcBef>
                <a:buSzTx/>
                <a:buFontTx/>
                <a:buNone/>
              </a:pPr>
              <a:t>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4FD7ED5-B73F-8DE8-F4FE-72E9CFE9AD9D}"/>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0563" name="Rectangle 1027">
            <a:extLst>
              <a:ext uri="{FF2B5EF4-FFF2-40B4-BE49-F238E27FC236}">
                <a16:creationId xmlns:a16="http://schemas.microsoft.com/office/drawing/2014/main" id="{A55AAC86-3C3D-94F3-2D3D-F0B529E552AD}"/>
              </a:ext>
            </a:extLst>
          </p:cNvPr>
          <p:cNvSpPr>
            <a:spLocks noGrp="1" noChangeArrowheads="1"/>
          </p:cNvSpPr>
          <p:nvPr>
            <p:ph type="title"/>
          </p:nvPr>
        </p:nvSpPr>
        <p:spPr/>
        <p:txBody>
          <a:bodyPr/>
          <a:lstStyle/>
          <a:p>
            <a:pPr>
              <a:defRPr/>
            </a:pPr>
            <a:r>
              <a:rPr lang="en-US">
                <a:ea typeface="+mj-ea"/>
                <a:cs typeface="+mj-cs"/>
              </a:rPr>
              <a:t>Roadmap</a:t>
            </a:r>
          </a:p>
        </p:txBody>
      </p:sp>
      <p:pic>
        <p:nvPicPr>
          <p:cNvPr id="15364" name="Picture 6" descr="roadmap">
            <a:extLst>
              <a:ext uri="{FF2B5EF4-FFF2-40B4-BE49-F238E27FC236}">
                <a16:creationId xmlns:a16="http://schemas.microsoft.com/office/drawing/2014/main" id="{A7FB4BDF-0239-F68B-2801-F9184726D1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65" name="Rectangle 1029">
            <a:extLst>
              <a:ext uri="{FF2B5EF4-FFF2-40B4-BE49-F238E27FC236}">
                <a16:creationId xmlns:a16="http://schemas.microsoft.com/office/drawing/2014/main" id="{ABABCF9A-9DCD-CB10-D5D0-C1A80D49B7D6}"/>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b="1">
                <a:ea typeface="+mn-ea"/>
                <a:cs typeface="+mn-cs"/>
              </a:rPr>
              <a:t>Preliminaries</a:t>
            </a:r>
            <a:endParaRPr lang="en-US">
              <a:ea typeface="+mn-ea"/>
              <a:cs typeface="+mn-cs"/>
            </a:endParaRPr>
          </a:p>
          <a:p>
            <a:pPr>
              <a:buFont typeface="Wingdings" charset="0"/>
              <a:buChar char="n"/>
              <a:defRPr/>
            </a:pPr>
            <a:r>
              <a:rPr lang="en-US">
                <a:ea typeface="+mn-ea"/>
                <a:cs typeface="+mn-cs"/>
              </a:rPr>
              <a:t>Objects and Classes</a:t>
            </a:r>
          </a:p>
          <a:p>
            <a:pPr lvl="1">
              <a:buFont typeface="Wingdings" charset="0"/>
              <a:buChar char="¨"/>
              <a:defRPr/>
            </a:pPr>
            <a:r>
              <a:rPr lang="en-US">
                <a:ea typeface="+mn-ea"/>
              </a:rPr>
              <a:t>What is Object-Oriented Design?</a:t>
            </a:r>
          </a:p>
          <a:p>
            <a:pPr>
              <a:buFont typeface="Wingdings" charset="0"/>
              <a:buChar char="n"/>
              <a:defRPr/>
            </a:pPr>
            <a:r>
              <a:rPr lang="en-US">
                <a:ea typeface="+mn-ea"/>
                <a:cs typeface="+mn-cs"/>
              </a:rPr>
              <a:t>Finding Classes</a:t>
            </a:r>
          </a:p>
          <a:p>
            <a:pPr lvl="1">
              <a:buFont typeface="Wingdings" charset="0"/>
              <a:buChar char="¨"/>
              <a:defRPr/>
            </a:pPr>
            <a:r>
              <a:rPr lang="en-US">
                <a:ea typeface="+mn-ea"/>
              </a:rPr>
              <a:t>Class Selection Rationale</a:t>
            </a:r>
          </a:p>
          <a:p>
            <a:pPr>
              <a:buFont typeface="Wingdings" charset="0"/>
              <a:buChar char="n"/>
              <a:defRPr/>
            </a:pPr>
            <a:r>
              <a:rPr lang="en-US">
                <a:ea typeface="+mn-ea"/>
                <a:cs typeface="+mn-cs"/>
              </a:rPr>
              <a:t>CRC Cards</a:t>
            </a:r>
          </a:p>
          <a:p>
            <a:pPr>
              <a:buFont typeface="Wingdings" charset="0"/>
              <a:buChar char="n"/>
              <a:defRPr/>
            </a:pPr>
            <a:r>
              <a:rPr lang="en-US">
                <a:ea typeface="+mn-ea"/>
                <a:cs typeface="+mn-cs"/>
              </a:rPr>
              <a:t>Identifying Responsibilities</a:t>
            </a:r>
          </a:p>
          <a:p>
            <a:pPr>
              <a:buFont typeface="Wingdings" charset="0"/>
              <a:buChar char="n"/>
              <a:defRPr/>
            </a:pPr>
            <a:r>
              <a:rPr lang="en-US">
                <a:ea typeface="+mn-ea"/>
                <a:cs typeface="+mn-cs"/>
              </a:rPr>
              <a:t>Finding Collaborations</a:t>
            </a:r>
          </a:p>
        </p:txBody>
      </p:sp>
      <p:sp>
        <p:nvSpPr>
          <p:cNvPr id="15366" name="Slide Number Placeholder 1">
            <a:extLst>
              <a:ext uri="{FF2B5EF4-FFF2-40B4-BE49-F238E27FC236}">
                <a16:creationId xmlns:a16="http://schemas.microsoft.com/office/drawing/2014/main" id="{C2E16DEC-3778-9754-AB59-0BE1CC0173C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98B8CBE-ECEB-4AD5-B6E4-8BDAA0B9305E}" type="slidenum">
              <a:rPr lang="en-AU" altLang="en-US" sz="1400" smtClean="0">
                <a:latin typeface="Times New Roman" panose="02020603050405020304" pitchFamily="18" charset="0"/>
              </a:rPr>
              <a:pPr>
                <a:spcBef>
                  <a:spcPct val="0"/>
                </a:spcBef>
                <a:buSzTx/>
                <a:buFontTx/>
                <a:buNone/>
              </a:pPr>
              <a:t>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3A62FB27-532B-448E-35FC-4453A8C67808}"/>
              </a:ext>
            </a:extLst>
          </p:cNvPr>
          <p:cNvSpPr>
            <a:spLocks noGrp="1" noChangeArrowheads="1"/>
          </p:cNvSpPr>
          <p:nvPr>
            <p:ph type="title"/>
          </p:nvPr>
        </p:nvSpPr>
        <p:spPr/>
        <p:txBody>
          <a:bodyPr/>
          <a:lstStyle/>
          <a:p>
            <a:pPr>
              <a:defRPr/>
            </a:pPr>
            <a:r>
              <a:rPr lang="en-US" dirty="0">
                <a:ea typeface="+mj-ea"/>
                <a:cs typeface="+mj-cs"/>
              </a:rPr>
              <a:t>Decomposition</a:t>
            </a:r>
          </a:p>
        </p:txBody>
      </p:sp>
      <p:sp>
        <p:nvSpPr>
          <p:cNvPr id="198659" name="Rectangle 3">
            <a:extLst>
              <a:ext uri="{FF2B5EF4-FFF2-40B4-BE49-F238E27FC236}">
                <a16:creationId xmlns:a16="http://schemas.microsoft.com/office/drawing/2014/main" id="{C16256AC-8BBE-9B4B-BF1F-200CCCFD060F}"/>
              </a:ext>
            </a:extLst>
          </p:cNvPr>
          <p:cNvSpPr>
            <a:spLocks noGrp="1" noChangeArrowheads="1"/>
          </p:cNvSpPr>
          <p:nvPr>
            <p:ph type="body" idx="1"/>
          </p:nvPr>
        </p:nvSpPr>
        <p:spPr/>
        <p:txBody>
          <a:bodyPr/>
          <a:lstStyle/>
          <a:p>
            <a:pPr>
              <a:lnSpc>
                <a:spcPct val="90000"/>
              </a:lnSpc>
              <a:buFont typeface="Wingdings" charset="0"/>
              <a:buNone/>
              <a:defRPr/>
            </a:pPr>
            <a:r>
              <a:rPr lang="en-US" sz="3600" dirty="0">
                <a:ea typeface="+mn-ea"/>
                <a:cs typeface="+mn-cs"/>
              </a:rPr>
              <a:t>	</a:t>
            </a:r>
            <a:r>
              <a:rPr lang="en-US" sz="3600" i="1" dirty="0">
                <a:solidFill>
                  <a:srgbClr val="7E0701"/>
                </a:solidFill>
                <a:ea typeface="+mn-ea"/>
                <a:cs typeface="+mn-cs"/>
              </a:rPr>
              <a:t>Decomposition</a:t>
            </a:r>
            <a:r>
              <a:rPr lang="en-US" sz="3600" dirty="0">
                <a:ea typeface="+mn-ea"/>
                <a:cs typeface="+mn-cs"/>
              </a:rPr>
              <a:t> is a process that helps to manage the </a:t>
            </a:r>
            <a:r>
              <a:rPr lang="en-US" sz="3600" i="1" dirty="0">
                <a:ea typeface="+mn-ea"/>
                <a:cs typeface="+mn-cs"/>
              </a:rPr>
              <a:t>complexity</a:t>
            </a:r>
            <a:r>
              <a:rPr lang="en-US" sz="3600" dirty="0">
                <a:ea typeface="+mn-ea"/>
                <a:cs typeface="+mn-cs"/>
              </a:rPr>
              <a:t> of the system</a:t>
            </a:r>
          </a:p>
          <a:p>
            <a:pPr marL="957263" lvl="1" indent="-481013">
              <a:lnSpc>
                <a:spcPct val="90000"/>
              </a:lnSpc>
              <a:buFont typeface="Wingdings" charset="0"/>
              <a:buChar char="¨"/>
              <a:defRPr/>
            </a:pPr>
            <a:r>
              <a:rPr lang="en-US" sz="3200" dirty="0">
                <a:ea typeface="+mn-ea"/>
              </a:rPr>
              <a:t>Starting with a high-level view of the system.</a:t>
            </a:r>
          </a:p>
          <a:p>
            <a:pPr marL="957263" lvl="1" indent="-481013">
              <a:lnSpc>
                <a:spcPct val="90000"/>
              </a:lnSpc>
              <a:buFont typeface="Wingdings" charset="0"/>
              <a:buChar char="¨"/>
              <a:defRPr/>
            </a:pPr>
            <a:r>
              <a:rPr lang="en-US" sz="3200" dirty="0">
                <a:ea typeface="+mn-ea"/>
              </a:rPr>
              <a:t>Creating the low-level details of the features of the system in turn.</a:t>
            </a:r>
          </a:p>
          <a:p>
            <a:pPr marL="957263" lvl="1" indent="-481013">
              <a:lnSpc>
                <a:spcPct val="90000"/>
              </a:lnSpc>
              <a:buFont typeface="Wingdings" charset="0"/>
              <a:buChar char="¨"/>
              <a:defRPr/>
            </a:pPr>
            <a:r>
              <a:rPr lang="en-US" sz="3200" dirty="0">
                <a:ea typeface="+mn-ea"/>
              </a:rPr>
              <a:t>Stop when we are satisfied with the level of detail.</a:t>
            </a:r>
          </a:p>
          <a:p>
            <a:pPr marL="957263" lvl="1" indent="-481013">
              <a:lnSpc>
                <a:spcPct val="90000"/>
              </a:lnSpc>
              <a:buFont typeface="Wingdings" charset="0"/>
              <a:buChar char="F"/>
              <a:defRPr/>
            </a:pPr>
            <a:r>
              <a:rPr lang="en-US" sz="3200" dirty="0">
                <a:ea typeface="+mn-ea"/>
              </a:rPr>
              <a:t>Also known as </a:t>
            </a:r>
            <a:r>
              <a:rPr lang="en-US" sz="3200" i="1" dirty="0">
                <a:solidFill>
                  <a:srgbClr val="0C3A80"/>
                </a:solidFill>
                <a:ea typeface="+mn-ea"/>
              </a:rPr>
              <a:t>Divide-and-Conquer</a:t>
            </a:r>
            <a:r>
              <a:rPr lang="en-US" sz="3200" dirty="0">
                <a:ea typeface="+mn-ea"/>
              </a:rPr>
              <a:t>.</a:t>
            </a:r>
          </a:p>
        </p:txBody>
      </p:sp>
      <p:sp>
        <p:nvSpPr>
          <p:cNvPr id="17412" name="Slide Number Placeholder 1">
            <a:extLst>
              <a:ext uri="{FF2B5EF4-FFF2-40B4-BE49-F238E27FC236}">
                <a16:creationId xmlns:a16="http://schemas.microsoft.com/office/drawing/2014/main" id="{CAA3297D-A0D3-18B1-7D3A-9F47B8E688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01944B0-EB32-4B74-BD62-D7884F44CF78}" type="slidenum">
              <a:rPr lang="en-AU" altLang="en-US" sz="1400" smtClean="0">
                <a:latin typeface="Times New Roman" panose="02020603050405020304" pitchFamily="18" charset="0"/>
              </a:rPr>
              <a:pPr>
                <a:spcBef>
                  <a:spcPct val="0"/>
                </a:spcBef>
                <a:buSzTx/>
                <a:buFontTx/>
                <a:buNone/>
              </a:pPr>
              <a:t>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70EEA6D6-4AA6-E2F5-8D50-0BB2169B6587}"/>
              </a:ext>
            </a:extLst>
          </p:cNvPr>
          <p:cNvSpPr>
            <a:spLocks noGrp="1" noChangeArrowheads="1"/>
          </p:cNvSpPr>
          <p:nvPr>
            <p:ph type="title"/>
          </p:nvPr>
        </p:nvSpPr>
        <p:spPr/>
        <p:txBody>
          <a:bodyPr/>
          <a:lstStyle/>
          <a:p>
            <a:pPr>
              <a:defRPr/>
            </a:pPr>
            <a:r>
              <a:rPr lang="en-US">
                <a:ea typeface="+mj-ea"/>
                <a:cs typeface="+mj-cs"/>
              </a:rPr>
              <a:t>Decomposition (cont.)</a:t>
            </a:r>
          </a:p>
        </p:txBody>
      </p:sp>
      <p:sp>
        <p:nvSpPr>
          <p:cNvPr id="19459" name="AutoShape 4">
            <a:extLst>
              <a:ext uri="{FF2B5EF4-FFF2-40B4-BE49-F238E27FC236}">
                <a16:creationId xmlns:a16="http://schemas.microsoft.com/office/drawing/2014/main" id="{BACC8EE3-1854-78AE-8922-17C66F7A6E18}"/>
              </a:ext>
            </a:extLst>
          </p:cNvPr>
          <p:cNvSpPr>
            <a:spLocks noChangeArrowheads="1"/>
          </p:cNvSpPr>
          <p:nvPr/>
        </p:nvSpPr>
        <p:spPr bwMode="auto">
          <a:xfrm>
            <a:off x="3702050" y="14843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0" name="AutoShape 5">
            <a:extLst>
              <a:ext uri="{FF2B5EF4-FFF2-40B4-BE49-F238E27FC236}">
                <a16:creationId xmlns:a16="http://schemas.microsoft.com/office/drawing/2014/main" id="{2FF696FE-96F7-7B8A-34C2-23E03F7952AD}"/>
              </a:ext>
            </a:extLst>
          </p:cNvPr>
          <p:cNvSpPr>
            <a:spLocks noChangeArrowheads="1"/>
          </p:cNvSpPr>
          <p:nvPr/>
        </p:nvSpPr>
        <p:spPr bwMode="auto">
          <a:xfrm>
            <a:off x="6559550" y="48371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1" name="AutoShape 6">
            <a:extLst>
              <a:ext uri="{FF2B5EF4-FFF2-40B4-BE49-F238E27FC236}">
                <a16:creationId xmlns:a16="http://schemas.microsoft.com/office/drawing/2014/main" id="{C910FB7C-D392-DDF3-F95E-B6CE7316491A}"/>
              </a:ext>
            </a:extLst>
          </p:cNvPr>
          <p:cNvSpPr>
            <a:spLocks noChangeArrowheads="1"/>
          </p:cNvSpPr>
          <p:nvPr/>
        </p:nvSpPr>
        <p:spPr bwMode="auto">
          <a:xfrm>
            <a:off x="5264150" y="30083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2" name="AutoShape 7">
            <a:extLst>
              <a:ext uri="{FF2B5EF4-FFF2-40B4-BE49-F238E27FC236}">
                <a16:creationId xmlns:a16="http://schemas.microsoft.com/office/drawing/2014/main" id="{F6D7C2E6-9C09-A781-99E0-13EC9C85E855}"/>
              </a:ext>
            </a:extLst>
          </p:cNvPr>
          <p:cNvSpPr>
            <a:spLocks noChangeArrowheads="1"/>
          </p:cNvSpPr>
          <p:nvPr/>
        </p:nvSpPr>
        <p:spPr bwMode="auto">
          <a:xfrm>
            <a:off x="3130550" y="30083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3" name="AutoShape 8">
            <a:extLst>
              <a:ext uri="{FF2B5EF4-FFF2-40B4-BE49-F238E27FC236}">
                <a16:creationId xmlns:a16="http://schemas.microsoft.com/office/drawing/2014/main" id="{3B23778A-EF01-6433-1A6D-20A52D2489E3}"/>
              </a:ext>
            </a:extLst>
          </p:cNvPr>
          <p:cNvSpPr>
            <a:spLocks noChangeArrowheads="1"/>
          </p:cNvSpPr>
          <p:nvPr/>
        </p:nvSpPr>
        <p:spPr bwMode="auto">
          <a:xfrm>
            <a:off x="539750" y="48371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4" name="AutoShape 9">
            <a:extLst>
              <a:ext uri="{FF2B5EF4-FFF2-40B4-BE49-F238E27FC236}">
                <a16:creationId xmlns:a16="http://schemas.microsoft.com/office/drawing/2014/main" id="{706D2C5F-4CD4-D099-FB8C-5BC68FA878F5}"/>
              </a:ext>
            </a:extLst>
          </p:cNvPr>
          <p:cNvSpPr>
            <a:spLocks noChangeArrowheads="1"/>
          </p:cNvSpPr>
          <p:nvPr/>
        </p:nvSpPr>
        <p:spPr bwMode="auto">
          <a:xfrm>
            <a:off x="996950" y="30083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5" name="AutoShape 10">
            <a:extLst>
              <a:ext uri="{FF2B5EF4-FFF2-40B4-BE49-F238E27FC236}">
                <a16:creationId xmlns:a16="http://schemas.microsoft.com/office/drawing/2014/main" id="{23F8E57E-19C2-1BB8-E215-4E9D424B82DD}"/>
              </a:ext>
            </a:extLst>
          </p:cNvPr>
          <p:cNvSpPr>
            <a:spLocks noChangeArrowheads="1"/>
          </p:cNvSpPr>
          <p:nvPr/>
        </p:nvSpPr>
        <p:spPr bwMode="auto">
          <a:xfrm>
            <a:off x="2520950" y="48371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6" name="AutoShape 11">
            <a:extLst>
              <a:ext uri="{FF2B5EF4-FFF2-40B4-BE49-F238E27FC236}">
                <a16:creationId xmlns:a16="http://schemas.microsoft.com/office/drawing/2014/main" id="{68D74616-BC13-545A-6A9A-2616A52D0111}"/>
              </a:ext>
            </a:extLst>
          </p:cNvPr>
          <p:cNvSpPr>
            <a:spLocks noChangeArrowheads="1"/>
          </p:cNvSpPr>
          <p:nvPr/>
        </p:nvSpPr>
        <p:spPr bwMode="auto">
          <a:xfrm>
            <a:off x="4578350" y="4837113"/>
            <a:ext cx="1752600" cy="762000"/>
          </a:xfrm>
          <a:prstGeom prst="parallelogram">
            <a:avLst>
              <a:gd name="adj" fmla="val 5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67" name="Text Box 12">
            <a:extLst>
              <a:ext uri="{FF2B5EF4-FFF2-40B4-BE49-F238E27FC236}">
                <a16:creationId xmlns:a16="http://schemas.microsoft.com/office/drawing/2014/main" id="{3CFE1C26-697D-B0D4-65F2-E22219012A79}"/>
              </a:ext>
            </a:extLst>
          </p:cNvPr>
          <p:cNvSpPr txBox="1">
            <a:spLocks noChangeArrowheads="1"/>
          </p:cNvSpPr>
          <p:nvPr/>
        </p:nvSpPr>
        <p:spPr bwMode="auto">
          <a:xfrm>
            <a:off x="7164388" y="1412875"/>
            <a:ext cx="1447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50000"/>
              </a:spcBef>
              <a:buSzTx/>
              <a:buFontTx/>
              <a:buNone/>
            </a:pPr>
            <a:r>
              <a:rPr lang="en-AU" altLang="en-US" sz="2400">
                <a:latin typeface="Tahoma" panose="020B0604030504040204" pitchFamily="34" charset="0"/>
              </a:rPr>
              <a:t>Top level</a:t>
            </a:r>
          </a:p>
          <a:p>
            <a:pPr eaLnBrk="1" hangingPunct="1">
              <a:spcBef>
                <a:spcPct val="50000"/>
              </a:spcBef>
              <a:buSzTx/>
              <a:buFontTx/>
              <a:buNone/>
            </a:pPr>
            <a:r>
              <a:rPr lang="en-AU" altLang="en-US" sz="1600">
                <a:solidFill>
                  <a:srgbClr val="0C3A80"/>
                </a:solidFill>
                <a:latin typeface="Tahoma" panose="020B0604030504040204" pitchFamily="34" charset="0"/>
              </a:rPr>
              <a:t>“Architecture”</a:t>
            </a:r>
            <a:endParaRPr lang="en-US" altLang="en-US" sz="1600">
              <a:solidFill>
                <a:srgbClr val="0C3A80"/>
              </a:solidFill>
              <a:latin typeface="Tahoma" panose="020B0604030504040204" pitchFamily="34" charset="0"/>
            </a:endParaRPr>
          </a:p>
        </p:txBody>
      </p:sp>
      <p:sp>
        <p:nvSpPr>
          <p:cNvPr id="19468" name="Text Box 13">
            <a:extLst>
              <a:ext uri="{FF2B5EF4-FFF2-40B4-BE49-F238E27FC236}">
                <a16:creationId xmlns:a16="http://schemas.microsoft.com/office/drawing/2014/main" id="{9DBE2C99-1B3D-8AF0-157D-EDCA32842F43}"/>
              </a:ext>
            </a:extLst>
          </p:cNvPr>
          <p:cNvSpPr txBox="1">
            <a:spLocks noChangeArrowheads="1"/>
          </p:cNvSpPr>
          <p:nvPr/>
        </p:nvSpPr>
        <p:spPr bwMode="auto">
          <a:xfrm>
            <a:off x="7169150" y="3008313"/>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50000"/>
              </a:spcBef>
              <a:buSzTx/>
              <a:buFontTx/>
              <a:buNone/>
            </a:pPr>
            <a:r>
              <a:rPr lang="en-AU" altLang="en-US" sz="2400">
                <a:latin typeface="Tahoma" panose="020B0604030504040204" pitchFamily="34" charset="0"/>
              </a:rPr>
              <a:t>First level</a:t>
            </a:r>
            <a:endParaRPr lang="en-US" altLang="en-US" sz="2400">
              <a:latin typeface="Tahoma" panose="020B0604030504040204" pitchFamily="34" charset="0"/>
            </a:endParaRPr>
          </a:p>
        </p:txBody>
      </p:sp>
      <p:sp>
        <p:nvSpPr>
          <p:cNvPr id="19469" name="Text Box 14">
            <a:extLst>
              <a:ext uri="{FF2B5EF4-FFF2-40B4-BE49-F238E27FC236}">
                <a16:creationId xmlns:a16="http://schemas.microsoft.com/office/drawing/2014/main" id="{0FF5F2B6-6BB0-D7AD-DF4F-F9FF3CF42F5E}"/>
              </a:ext>
            </a:extLst>
          </p:cNvPr>
          <p:cNvSpPr txBox="1">
            <a:spLocks noChangeArrowheads="1"/>
          </p:cNvSpPr>
          <p:nvPr/>
        </p:nvSpPr>
        <p:spPr bwMode="auto">
          <a:xfrm>
            <a:off x="7016750" y="422751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50000"/>
              </a:spcBef>
              <a:buSzTx/>
              <a:buFontTx/>
              <a:buNone/>
            </a:pPr>
            <a:r>
              <a:rPr lang="en-AU" altLang="en-US" sz="2400">
                <a:latin typeface="Tahoma" panose="020B0604030504040204" pitchFamily="34" charset="0"/>
              </a:rPr>
              <a:t>Second level</a:t>
            </a:r>
            <a:endParaRPr lang="en-US" altLang="en-US" sz="2400">
              <a:latin typeface="Tahoma" panose="020B0604030504040204" pitchFamily="34" charset="0"/>
            </a:endParaRPr>
          </a:p>
        </p:txBody>
      </p:sp>
      <p:sp>
        <p:nvSpPr>
          <p:cNvPr id="19470" name="Rectangle 15">
            <a:extLst>
              <a:ext uri="{FF2B5EF4-FFF2-40B4-BE49-F238E27FC236}">
                <a16:creationId xmlns:a16="http://schemas.microsoft.com/office/drawing/2014/main" id="{9001F73C-D130-AB9D-3ADD-857CED41F872}"/>
              </a:ext>
            </a:extLst>
          </p:cNvPr>
          <p:cNvSpPr>
            <a:spLocks noChangeArrowheads="1"/>
          </p:cNvSpPr>
          <p:nvPr/>
        </p:nvSpPr>
        <p:spPr bwMode="auto">
          <a:xfrm>
            <a:off x="4349750" y="1560513"/>
            <a:ext cx="228600" cy="152400"/>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71" name="Rectangle 16">
            <a:extLst>
              <a:ext uri="{FF2B5EF4-FFF2-40B4-BE49-F238E27FC236}">
                <a16:creationId xmlns:a16="http://schemas.microsoft.com/office/drawing/2014/main" id="{52432712-E216-E4F0-E98D-FD6156E1BF95}"/>
              </a:ext>
            </a:extLst>
          </p:cNvPr>
          <p:cNvSpPr>
            <a:spLocks noChangeArrowheads="1"/>
          </p:cNvSpPr>
          <p:nvPr/>
        </p:nvSpPr>
        <p:spPr bwMode="auto">
          <a:xfrm>
            <a:off x="4121150" y="1865313"/>
            <a:ext cx="228600" cy="152400"/>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72" name="Rectangle 17">
            <a:extLst>
              <a:ext uri="{FF2B5EF4-FFF2-40B4-BE49-F238E27FC236}">
                <a16:creationId xmlns:a16="http://schemas.microsoft.com/office/drawing/2014/main" id="{A4618025-8C9D-A889-6722-32AF573CC975}"/>
              </a:ext>
            </a:extLst>
          </p:cNvPr>
          <p:cNvSpPr>
            <a:spLocks noChangeArrowheads="1"/>
          </p:cNvSpPr>
          <p:nvPr/>
        </p:nvSpPr>
        <p:spPr bwMode="auto">
          <a:xfrm>
            <a:off x="4578350" y="1865313"/>
            <a:ext cx="228600" cy="152400"/>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cxnSp>
        <p:nvCxnSpPr>
          <p:cNvPr id="19473" name="AutoShape 18">
            <a:extLst>
              <a:ext uri="{FF2B5EF4-FFF2-40B4-BE49-F238E27FC236}">
                <a16:creationId xmlns:a16="http://schemas.microsoft.com/office/drawing/2014/main" id="{69A41D74-4FC2-267B-540B-B5F266A3EFDC}"/>
              </a:ext>
            </a:extLst>
          </p:cNvPr>
          <p:cNvCxnSpPr>
            <a:cxnSpLocks noChangeShapeType="1"/>
            <a:stCxn id="19470" idx="2"/>
            <a:endCxn id="19471" idx="0"/>
          </p:cNvCxnSpPr>
          <p:nvPr/>
        </p:nvCxnSpPr>
        <p:spPr bwMode="auto">
          <a:xfrm flipH="1">
            <a:off x="4235450" y="1712913"/>
            <a:ext cx="228600" cy="15240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9474" name="AutoShape 19">
            <a:extLst>
              <a:ext uri="{FF2B5EF4-FFF2-40B4-BE49-F238E27FC236}">
                <a16:creationId xmlns:a16="http://schemas.microsoft.com/office/drawing/2014/main" id="{6FD51A2F-4C74-D4E6-CE6E-6B0E7935B802}"/>
              </a:ext>
            </a:extLst>
          </p:cNvPr>
          <p:cNvCxnSpPr>
            <a:cxnSpLocks noChangeShapeType="1"/>
            <a:stCxn id="19470" idx="2"/>
            <a:endCxn id="19472" idx="0"/>
          </p:cNvCxnSpPr>
          <p:nvPr/>
        </p:nvCxnSpPr>
        <p:spPr bwMode="auto">
          <a:xfrm>
            <a:off x="4464050" y="1712913"/>
            <a:ext cx="228600" cy="15240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nvGrpSpPr>
          <p:cNvPr id="19475" name="Group 35">
            <a:extLst>
              <a:ext uri="{FF2B5EF4-FFF2-40B4-BE49-F238E27FC236}">
                <a16:creationId xmlns:a16="http://schemas.microsoft.com/office/drawing/2014/main" id="{2720D88C-34B2-2F66-7A54-2A03A3B8C4AD}"/>
              </a:ext>
            </a:extLst>
          </p:cNvPr>
          <p:cNvGrpSpPr>
            <a:grpSpLocks/>
          </p:cNvGrpSpPr>
          <p:nvPr/>
        </p:nvGrpSpPr>
        <p:grpSpPr bwMode="auto">
          <a:xfrm>
            <a:off x="1339850" y="3160713"/>
            <a:ext cx="990600" cy="457200"/>
            <a:chOff x="844" y="1991"/>
            <a:chExt cx="624" cy="288"/>
          </a:xfrm>
        </p:grpSpPr>
        <p:sp>
          <p:nvSpPr>
            <p:cNvPr id="19496" name="Rectangle 20">
              <a:extLst>
                <a:ext uri="{FF2B5EF4-FFF2-40B4-BE49-F238E27FC236}">
                  <a16:creationId xmlns:a16="http://schemas.microsoft.com/office/drawing/2014/main" id="{A132F47A-3577-6672-6552-6B29DFDAC976}"/>
                </a:ext>
              </a:extLst>
            </p:cNvPr>
            <p:cNvSpPr>
              <a:spLocks noChangeArrowheads="1"/>
            </p:cNvSpPr>
            <p:nvPr/>
          </p:nvSpPr>
          <p:spPr bwMode="auto">
            <a:xfrm>
              <a:off x="1036" y="1991"/>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97" name="Rectangle 21">
              <a:extLst>
                <a:ext uri="{FF2B5EF4-FFF2-40B4-BE49-F238E27FC236}">
                  <a16:creationId xmlns:a16="http://schemas.microsoft.com/office/drawing/2014/main" id="{669CA3A0-B044-05F0-FF6B-02FE9DC24982}"/>
                </a:ext>
              </a:extLst>
            </p:cNvPr>
            <p:cNvSpPr>
              <a:spLocks noChangeArrowheads="1"/>
            </p:cNvSpPr>
            <p:nvPr/>
          </p:nvSpPr>
          <p:spPr bwMode="auto">
            <a:xfrm>
              <a:off x="844" y="2183"/>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98" name="Rectangle 22">
              <a:extLst>
                <a:ext uri="{FF2B5EF4-FFF2-40B4-BE49-F238E27FC236}">
                  <a16:creationId xmlns:a16="http://schemas.microsoft.com/office/drawing/2014/main" id="{4F5DA400-A868-427D-6900-7DB7351749E5}"/>
                </a:ext>
              </a:extLst>
            </p:cNvPr>
            <p:cNvSpPr>
              <a:spLocks noChangeArrowheads="1"/>
            </p:cNvSpPr>
            <p:nvPr/>
          </p:nvSpPr>
          <p:spPr bwMode="auto">
            <a:xfrm>
              <a:off x="1108" y="2183"/>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99" name="Rectangle 23">
              <a:extLst>
                <a:ext uri="{FF2B5EF4-FFF2-40B4-BE49-F238E27FC236}">
                  <a16:creationId xmlns:a16="http://schemas.microsoft.com/office/drawing/2014/main" id="{693E6835-C960-5A3E-E62C-A475C0173DFF}"/>
                </a:ext>
              </a:extLst>
            </p:cNvPr>
            <p:cNvSpPr>
              <a:spLocks noChangeArrowheads="1"/>
            </p:cNvSpPr>
            <p:nvPr/>
          </p:nvSpPr>
          <p:spPr bwMode="auto">
            <a:xfrm>
              <a:off x="1324" y="2183"/>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cxnSp>
          <p:nvCxnSpPr>
            <p:cNvPr id="19500" name="AutoShape 24">
              <a:extLst>
                <a:ext uri="{FF2B5EF4-FFF2-40B4-BE49-F238E27FC236}">
                  <a16:creationId xmlns:a16="http://schemas.microsoft.com/office/drawing/2014/main" id="{2876E979-041C-D74E-C757-E640761C2600}"/>
                </a:ext>
              </a:extLst>
            </p:cNvPr>
            <p:cNvCxnSpPr>
              <a:cxnSpLocks noChangeShapeType="1"/>
              <a:stCxn id="19496" idx="2"/>
              <a:endCxn id="19497" idx="0"/>
            </p:cNvCxnSpPr>
            <p:nvPr/>
          </p:nvCxnSpPr>
          <p:spPr bwMode="auto">
            <a:xfrm flipH="1">
              <a:off x="916" y="2087"/>
              <a:ext cx="192" cy="9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9501" name="AutoShape 25">
              <a:extLst>
                <a:ext uri="{FF2B5EF4-FFF2-40B4-BE49-F238E27FC236}">
                  <a16:creationId xmlns:a16="http://schemas.microsoft.com/office/drawing/2014/main" id="{43D92BC0-7242-9C61-4824-0EF6399DE3F4}"/>
                </a:ext>
              </a:extLst>
            </p:cNvPr>
            <p:cNvCxnSpPr>
              <a:cxnSpLocks noChangeShapeType="1"/>
              <a:stCxn id="19496" idx="2"/>
              <a:endCxn id="19498" idx="0"/>
            </p:cNvCxnSpPr>
            <p:nvPr/>
          </p:nvCxnSpPr>
          <p:spPr bwMode="auto">
            <a:xfrm>
              <a:off x="1108" y="2087"/>
              <a:ext cx="72" cy="9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9502" name="AutoShape 26">
              <a:extLst>
                <a:ext uri="{FF2B5EF4-FFF2-40B4-BE49-F238E27FC236}">
                  <a16:creationId xmlns:a16="http://schemas.microsoft.com/office/drawing/2014/main" id="{F4B140CF-0624-8216-280A-7295DC97521D}"/>
                </a:ext>
              </a:extLst>
            </p:cNvPr>
            <p:cNvCxnSpPr>
              <a:cxnSpLocks noChangeShapeType="1"/>
              <a:stCxn id="19496" idx="2"/>
              <a:endCxn id="19499" idx="0"/>
            </p:cNvCxnSpPr>
            <p:nvPr/>
          </p:nvCxnSpPr>
          <p:spPr bwMode="auto">
            <a:xfrm>
              <a:off x="1108" y="2087"/>
              <a:ext cx="288" cy="9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cxnSp>
        <p:nvCxnSpPr>
          <p:cNvPr id="19476" name="AutoShape 27">
            <a:extLst>
              <a:ext uri="{FF2B5EF4-FFF2-40B4-BE49-F238E27FC236}">
                <a16:creationId xmlns:a16="http://schemas.microsoft.com/office/drawing/2014/main" id="{5F88816F-8BC8-6669-5A68-EA2265C0EEF7}"/>
              </a:ext>
            </a:extLst>
          </p:cNvPr>
          <p:cNvCxnSpPr>
            <a:cxnSpLocks noChangeShapeType="1"/>
            <a:stCxn id="19470" idx="1"/>
            <a:endCxn id="19464" idx="0"/>
          </p:cNvCxnSpPr>
          <p:nvPr/>
        </p:nvCxnSpPr>
        <p:spPr bwMode="auto">
          <a:xfrm flipH="1">
            <a:off x="2092325" y="1636713"/>
            <a:ext cx="2257425" cy="1371600"/>
          </a:xfrm>
          <a:prstGeom prst="straightConnector1">
            <a:avLst/>
          </a:prstGeom>
          <a:noFill/>
          <a:ln w="9525">
            <a:solidFill>
              <a:schemeClr val="tx1"/>
            </a:solidFill>
            <a:prstDash val="lgDash"/>
            <a:miter lim="800000"/>
            <a:headEnd/>
            <a:tailEnd type="triangle" w="med" len="med"/>
          </a:ln>
          <a:extLst>
            <a:ext uri="{909E8E84-426E-40DD-AFC4-6F175D3DCCD1}">
              <a14:hiddenFill xmlns:a14="http://schemas.microsoft.com/office/drawing/2010/main">
                <a:noFill/>
              </a14:hiddenFill>
            </a:ext>
          </a:extLst>
        </p:spPr>
      </p:cxnSp>
      <p:cxnSp>
        <p:nvCxnSpPr>
          <p:cNvPr id="19477" name="AutoShape 28">
            <a:extLst>
              <a:ext uri="{FF2B5EF4-FFF2-40B4-BE49-F238E27FC236}">
                <a16:creationId xmlns:a16="http://schemas.microsoft.com/office/drawing/2014/main" id="{C69B4202-FC5B-94C2-8218-3A56D1CACDD2}"/>
              </a:ext>
            </a:extLst>
          </p:cNvPr>
          <p:cNvCxnSpPr>
            <a:cxnSpLocks noChangeShapeType="1"/>
            <a:stCxn id="19471" idx="2"/>
            <a:endCxn id="19462" idx="1"/>
          </p:cNvCxnSpPr>
          <p:nvPr/>
        </p:nvCxnSpPr>
        <p:spPr bwMode="auto">
          <a:xfrm flipH="1">
            <a:off x="4006850" y="2017713"/>
            <a:ext cx="228600" cy="990600"/>
          </a:xfrm>
          <a:prstGeom prst="straightConnector1">
            <a:avLst/>
          </a:prstGeom>
          <a:noFill/>
          <a:ln w="9525">
            <a:solidFill>
              <a:schemeClr val="tx1"/>
            </a:solidFill>
            <a:prstDash val="lgDash"/>
            <a:miter lim="800000"/>
            <a:headEnd/>
            <a:tailEnd type="triangle" w="med" len="med"/>
          </a:ln>
          <a:extLst>
            <a:ext uri="{909E8E84-426E-40DD-AFC4-6F175D3DCCD1}">
              <a14:hiddenFill xmlns:a14="http://schemas.microsoft.com/office/drawing/2010/main">
                <a:noFill/>
              </a14:hiddenFill>
            </a:ext>
          </a:extLst>
        </p:spPr>
      </p:cxnSp>
      <p:cxnSp>
        <p:nvCxnSpPr>
          <p:cNvPr id="19478" name="AutoShape 29">
            <a:extLst>
              <a:ext uri="{FF2B5EF4-FFF2-40B4-BE49-F238E27FC236}">
                <a16:creationId xmlns:a16="http://schemas.microsoft.com/office/drawing/2014/main" id="{63D2ABAF-9F75-3433-99D3-68752339D6D7}"/>
              </a:ext>
            </a:extLst>
          </p:cNvPr>
          <p:cNvCxnSpPr>
            <a:cxnSpLocks noChangeShapeType="1"/>
            <a:stCxn id="19472" idx="2"/>
            <a:endCxn id="19461" idx="1"/>
          </p:cNvCxnSpPr>
          <p:nvPr/>
        </p:nvCxnSpPr>
        <p:spPr bwMode="auto">
          <a:xfrm>
            <a:off x="4692650" y="2017713"/>
            <a:ext cx="1447800" cy="990600"/>
          </a:xfrm>
          <a:prstGeom prst="straightConnector1">
            <a:avLst/>
          </a:prstGeom>
          <a:noFill/>
          <a:ln w="9525">
            <a:solidFill>
              <a:schemeClr val="tx1"/>
            </a:solidFill>
            <a:prstDash val="lgDash"/>
            <a:miter lim="800000"/>
            <a:headEnd/>
            <a:tailEnd type="triangle" w="med" len="med"/>
          </a:ln>
          <a:extLst>
            <a:ext uri="{909E8E84-426E-40DD-AFC4-6F175D3DCCD1}">
              <a14:hiddenFill xmlns:a14="http://schemas.microsoft.com/office/drawing/2010/main">
                <a:noFill/>
              </a14:hiddenFill>
            </a:ext>
          </a:extLst>
        </p:spPr>
      </p:cxnSp>
      <p:cxnSp>
        <p:nvCxnSpPr>
          <p:cNvPr id="19479" name="AutoShape 30">
            <a:extLst>
              <a:ext uri="{FF2B5EF4-FFF2-40B4-BE49-F238E27FC236}">
                <a16:creationId xmlns:a16="http://schemas.microsoft.com/office/drawing/2014/main" id="{1D84DDB0-4B8D-AC10-D72D-3DF8B5D92A68}"/>
              </a:ext>
            </a:extLst>
          </p:cNvPr>
          <p:cNvCxnSpPr>
            <a:cxnSpLocks noChangeShapeType="1"/>
            <a:stCxn id="19497" idx="2"/>
            <a:endCxn id="19463" idx="1"/>
          </p:cNvCxnSpPr>
          <p:nvPr/>
        </p:nvCxnSpPr>
        <p:spPr bwMode="auto">
          <a:xfrm flipH="1">
            <a:off x="1416050" y="3617913"/>
            <a:ext cx="38100" cy="1219200"/>
          </a:xfrm>
          <a:prstGeom prst="straightConnector1">
            <a:avLst/>
          </a:prstGeom>
          <a:noFill/>
          <a:ln w="9525">
            <a:solidFill>
              <a:schemeClr val="tx1"/>
            </a:solidFill>
            <a:prstDash val="lgDash"/>
            <a:miter lim="800000"/>
            <a:headEnd/>
            <a:tailEnd type="triangle" w="med" len="med"/>
          </a:ln>
          <a:extLst>
            <a:ext uri="{909E8E84-426E-40DD-AFC4-6F175D3DCCD1}">
              <a14:hiddenFill xmlns:a14="http://schemas.microsoft.com/office/drawing/2010/main">
                <a:noFill/>
              </a14:hiddenFill>
            </a:ext>
          </a:extLst>
        </p:spPr>
      </p:cxnSp>
      <p:cxnSp>
        <p:nvCxnSpPr>
          <p:cNvPr id="19480" name="AutoShape 31">
            <a:extLst>
              <a:ext uri="{FF2B5EF4-FFF2-40B4-BE49-F238E27FC236}">
                <a16:creationId xmlns:a16="http://schemas.microsoft.com/office/drawing/2014/main" id="{ED52DEB2-98C0-7045-C1E9-2E6FB6A35418}"/>
              </a:ext>
            </a:extLst>
          </p:cNvPr>
          <p:cNvCxnSpPr>
            <a:cxnSpLocks noChangeShapeType="1"/>
            <a:stCxn id="19498" idx="2"/>
            <a:endCxn id="19465" idx="1"/>
          </p:cNvCxnSpPr>
          <p:nvPr/>
        </p:nvCxnSpPr>
        <p:spPr bwMode="auto">
          <a:xfrm>
            <a:off x="1873250" y="3617913"/>
            <a:ext cx="1524000" cy="1219200"/>
          </a:xfrm>
          <a:prstGeom prst="straightConnector1">
            <a:avLst/>
          </a:prstGeom>
          <a:noFill/>
          <a:ln w="9525">
            <a:solidFill>
              <a:schemeClr val="tx1"/>
            </a:solidFill>
            <a:prstDash val="lgDash"/>
            <a:miter lim="800000"/>
            <a:headEnd/>
            <a:tailEnd type="triangle" w="med" len="med"/>
          </a:ln>
          <a:extLst>
            <a:ext uri="{909E8E84-426E-40DD-AFC4-6F175D3DCCD1}">
              <a14:hiddenFill xmlns:a14="http://schemas.microsoft.com/office/drawing/2010/main">
                <a:noFill/>
              </a14:hiddenFill>
            </a:ext>
          </a:extLst>
        </p:spPr>
      </p:cxnSp>
      <p:cxnSp>
        <p:nvCxnSpPr>
          <p:cNvPr id="19481" name="AutoShape 32">
            <a:extLst>
              <a:ext uri="{FF2B5EF4-FFF2-40B4-BE49-F238E27FC236}">
                <a16:creationId xmlns:a16="http://schemas.microsoft.com/office/drawing/2014/main" id="{CE5984A4-6471-2CA7-8D20-99DCD565F123}"/>
              </a:ext>
            </a:extLst>
          </p:cNvPr>
          <p:cNvCxnSpPr>
            <a:cxnSpLocks noChangeShapeType="1"/>
            <a:stCxn id="19499" idx="2"/>
            <a:endCxn id="19466" idx="1"/>
          </p:cNvCxnSpPr>
          <p:nvPr/>
        </p:nvCxnSpPr>
        <p:spPr bwMode="auto">
          <a:xfrm>
            <a:off x="2216150" y="3617913"/>
            <a:ext cx="3238500" cy="1219200"/>
          </a:xfrm>
          <a:prstGeom prst="straightConnector1">
            <a:avLst/>
          </a:prstGeom>
          <a:noFill/>
          <a:ln w="9525">
            <a:solidFill>
              <a:schemeClr val="tx1"/>
            </a:solidFill>
            <a:prstDash val="lgDash"/>
            <a:miter lim="800000"/>
            <a:headEnd/>
            <a:tailEnd type="triangle" w="med" len="med"/>
          </a:ln>
          <a:extLst>
            <a:ext uri="{909E8E84-426E-40DD-AFC4-6F175D3DCCD1}">
              <a14:hiddenFill xmlns:a14="http://schemas.microsoft.com/office/drawing/2010/main">
                <a:noFill/>
              </a14:hiddenFill>
            </a:ext>
          </a:extLst>
        </p:spPr>
      </p:cxnSp>
      <p:cxnSp>
        <p:nvCxnSpPr>
          <p:cNvPr id="19482" name="AutoShape 33">
            <a:extLst>
              <a:ext uri="{FF2B5EF4-FFF2-40B4-BE49-F238E27FC236}">
                <a16:creationId xmlns:a16="http://schemas.microsoft.com/office/drawing/2014/main" id="{9D451902-2319-C934-8837-2DFACD18BC5B}"/>
              </a:ext>
            </a:extLst>
          </p:cNvPr>
          <p:cNvCxnSpPr>
            <a:cxnSpLocks noChangeShapeType="1"/>
            <a:stCxn id="19496" idx="3"/>
            <a:endCxn id="19460" idx="1"/>
          </p:cNvCxnSpPr>
          <p:nvPr/>
        </p:nvCxnSpPr>
        <p:spPr bwMode="auto">
          <a:xfrm>
            <a:off x="1873250" y="3236913"/>
            <a:ext cx="5562600" cy="1600200"/>
          </a:xfrm>
          <a:prstGeom prst="straightConnector1">
            <a:avLst/>
          </a:prstGeom>
          <a:noFill/>
          <a:ln w="9525">
            <a:solidFill>
              <a:schemeClr val="tx1"/>
            </a:solidFill>
            <a:prstDash val="lgDash"/>
            <a:miter lim="800000"/>
            <a:headEnd/>
            <a:tailEnd type="triangle" w="med" len="med"/>
          </a:ln>
          <a:extLst>
            <a:ext uri="{909E8E84-426E-40DD-AFC4-6F175D3DCCD1}">
              <a14:hiddenFill xmlns:a14="http://schemas.microsoft.com/office/drawing/2010/main">
                <a:noFill/>
              </a14:hiddenFill>
            </a:ext>
          </a:extLst>
        </p:spPr>
      </p:cxnSp>
      <p:sp>
        <p:nvSpPr>
          <p:cNvPr id="19483" name="Text Box 34">
            <a:extLst>
              <a:ext uri="{FF2B5EF4-FFF2-40B4-BE49-F238E27FC236}">
                <a16:creationId xmlns:a16="http://schemas.microsoft.com/office/drawing/2014/main" id="{65ACF475-BEDC-8575-66FD-73CC9E634226}"/>
              </a:ext>
            </a:extLst>
          </p:cNvPr>
          <p:cNvSpPr txBox="1">
            <a:spLocks noChangeArrowheads="1"/>
          </p:cNvSpPr>
          <p:nvPr/>
        </p:nvSpPr>
        <p:spPr bwMode="auto">
          <a:xfrm>
            <a:off x="250825" y="1773238"/>
            <a:ext cx="3048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50000"/>
              </a:spcBef>
              <a:buSzTx/>
              <a:buFontTx/>
              <a:buNone/>
            </a:pPr>
            <a:r>
              <a:rPr lang="en-AU" altLang="en-US" sz="1200">
                <a:latin typeface="Tahoma" panose="020B0604030504040204" pitchFamily="34" charset="0"/>
              </a:rPr>
              <a:t>Adapted from Figure 5.3,  Pfleeger 2001</a:t>
            </a:r>
            <a:endParaRPr lang="en-US" altLang="en-US" sz="1200">
              <a:latin typeface="Tahoma" panose="020B0604030504040204" pitchFamily="34" charset="0"/>
            </a:endParaRPr>
          </a:p>
        </p:txBody>
      </p:sp>
      <p:grpSp>
        <p:nvGrpSpPr>
          <p:cNvPr id="19484" name="Group 36">
            <a:extLst>
              <a:ext uri="{FF2B5EF4-FFF2-40B4-BE49-F238E27FC236}">
                <a16:creationId xmlns:a16="http://schemas.microsoft.com/office/drawing/2014/main" id="{1BAED5DC-9720-43EB-D789-52272AB19951}"/>
              </a:ext>
            </a:extLst>
          </p:cNvPr>
          <p:cNvGrpSpPr>
            <a:grpSpLocks/>
          </p:cNvGrpSpPr>
          <p:nvPr/>
        </p:nvGrpSpPr>
        <p:grpSpPr bwMode="auto">
          <a:xfrm>
            <a:off x="914400" y="4953000"/>
            <a:ext cx="990600" cy="457200"/>
            <a:chOff x="844" y="1991"/>
            <a:chExt cx="624" cy="288"/>
          </a:xfrm>
        </p:grpSpPr>
        <p:sp>
          <p:nvSpPr>
            <p:cNvPr id="19489" name="Rectangle 37">
              <a:extLst>
                <a:ext uri="{FF2B5EF4-FFF2-40B4-BE49-F238E27FC236}">
                  <a16:creationId xmlns:a16="http://schemas.microsoft.com/office/drawing/2014/main" id="{06BD4996-A55B-2772-B1A6-09DDEF239260}"/>
                </a:ext>
              </a:extLst>
            </p:cNvPr>
            <p:cNvSpPr>
              <a:spLocks noChangeArrowheads="1"/>
            </p:cNvSpPr>
            <p:nvPr/>
          </p:nvSpPr>
          <p:spPr bwMode="auto">
            <a:xfrm>
              <a:off x="1036" y="1991"/>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90" name="Rectangle 38">
              <a:extLst>
                <a:ext uri="{FF2B5EF4-FFF2-40B4-BE49-F238E27FC236}">
                  <a16:creationId xmlns:a16="http://schemas.microsoft.com/office/drawing/2014/main" id="{4B7A299D-145C-8CD8-3BCA-F6861D293DA9}"/>
                </a:ext>
              </a:extLst>
            </p:cNvPr>
            <p:cNvSpPr>
              <a:spLocks noChangeArrowheads="1"/>
            </p:cNvSpPr>
            <p:nvPr/>
          </p:nvSpPr>
          <p:spPr bwMode="auto">
            <a:xfrm>
              <a:off x="844" y="2183"/>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91" name="Rectangle 39">
              <a:extLst>
                <a:ext uri="{FF2B5EF4-FFF2-40B4-BE49-F238E27FC236}">
                  <a16:creationId xmlns:a16="http://schemas.microsoft.com/office/drawing/2014/main" id="{9C627524-0B4F-9EDB-A4D1-075A44AEC908}"/>
                </a:ext>
              </a:extLst>
            </p:cNvPr>
            <p:cNvSpPr>
              <a:spLocks noChangeArrowheads="1"/>
            </p:cNvSpPr>
            <p:nvPr/>
          </p:nvSpPr>
          <p:spPr bwMode="auto">
            <a:xfrm>
              <a:off x="1108" y="2183"/>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92" name="Rectangle 40">
              <a:extLst>
                <a:ext uri="{FF2B5EF4-FFF2-40B4-BE49-F238E27FC236}">
                  <a16:creationId xmlns:a16="http://schemas.microsoft.com/office/drawing/2014/main" id="{A9453865-FEE8-C742-621D-84DAD44FFBB2}"/>
                </a:ext>
              </a:extLst>
            </p:cNvPr>
            <p:cNvSpPr>
              <a:spLocks noChangeArrowheads="1"/>
            </p:cNvSpPr>
            <p:nvPr/>
          </p:nvSpPr>
          <p:spPr bwMode="auto">
            <a:xfrm>
              <a:off x="1324" y="2183"/>
              <a:ext cx="144" cy="96"/>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cxnSp>
          <p:nvCxnSpPr>
            <p:cNvPr id="19493" name="AutoShape 41">
              <a:extLst>
                <a:ext uri="{FF2B5EF4-FFF2-40B4-BE49-F238E27FC236}">
                  <a16:creationId xmlns:a16="http://schemas.microsoft.com/office/drawing/2014/main" id="{2C50F721-A8B7-809B-B39F-B46CFC54E42E}"/>
                </a:ext>
              </a:extLst>
            </p:cNvPr>
            <p:cNvCxnSpPr>
              <a:cxnSpLocks noChangeShapeType="1"/>
              <a:stCxn id="19489" idx="2"/>
              <a:endCxn id="19490" idx="0"/>
            </p:cNvCxnSpPr>
            <p:nvPr/>
          </p:nvCxnSpPr>
          <p:spPr bwMode="auto">
            <a:xfrm flipH="1">
              <a:off x="916" y="2087"/>
              <a:ext cx="192" cy="9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9494" name="AutoShape 42">
              <a:extLst>
                <a:ext uri="{FF2B5EF4-FFF2-40B4-BE49-F238E27FC236}">
                  <a16:creationId xmlns:a16="http://schemas.microsoft.com/office/drawing/2014/main" id="{E06CAF31-FA9E-A8BF-894F-30356EA43399}"/>
                </a:ext>
              </a:extLst>
            </p:cNvPr>
            <p:cNvCxnSpPr>
              <a:cxnSpLocks noChangeShapeType="1"/>
              <a:stCxn id="19489" idx="2"/>
              <a:endCxn id="19491" idx="0"/>
            </p:cNvCxnSpPr>
            <p:nvPr/>
          </p:nvCxnSpPr>
          <p:spPr bwMode="auto">
            <a:xfrm>
              <a:off x="1108" y="2087"/>
              <a:ext cx="72" cy="9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9495" name="AutoShape 43">
              <a:extLst>
                <a:ext uri="{FF2B5EF4-FFF2-40B4-BE49-F238E27FC236}">
                  <a16:creationId xmlns:a16="http://schemas.microsoft.com/office/drawing/2014/main" id="{BF7E58D9-0327-4F23-942D-FF1D97E94167}"/>
                </a:ext>
              </a:extLst>
            </p:cNvPr>
            <p:cNvCxnSpPr>
              <a:cxnSpLocks noChangeShapeType="1"/>
              <a:stCxn id="19489" idx="2"/>
              <a:endCxn id="19492" idx="0"/>
            </p:cNvCxnSpPr>
            <p:nvPr/>
          </p:nvCxnSpPr>
          <p:spPr bwMode="auto">
            <a:xfrm>
              <a:off x="1108" y="2087"/>
              <a:ext cx="288" cy="9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9485" name="Rectangle 46">
            <a:extLst>
              <a:ext uri="{FF2B5EF4-FFF2-40B4-BE49-F238E27FC236}">
                <a16:creationId xmlns:a16="http://schemas.microsoft.com/office/drawing/2014/main" id="{6E6C28B1-CA17-A012-0B60-901CB0662350}"/>
              </a:ext>
            </a:extLst>
          </p:cNvPr>
          <p:cNvSpPr>
            <a:spLocks noChangeArrowheads="1"/>
          </p:cNvSpPr>
          <p:nvPr/>
        </p:nvSpPr>
        <p:spPr bwMode="auto">
          <a:xfrm>
            <a:off x="2895600" y="5257800"/>
            <a:ext cx="228600" cy="152400"/>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86" name="Rectangle 47">
            <a:extLst>
              <a:ext uri="{FF2B5EF4-FFF2-40B4-BE49-F238E27FC236}">
                <a16:creationId xmlns:a16="http://schemas.microsoft.com/office/drawing/2014/main" id="{8EC41064-2EB2-2B5F-9BBC-196CDCA99B5E}"/>
              </a:ext>
            </a:extLst>
          </p:cNvPr>
          <p:cNvSpPr>
            <a:spLocks noChangeArrowheads="1"/>
          </p:cNvSpPr>
          <p:nvPr/>
        </p:nvSpPr>
        <p:spPr bwMode="auto">
          <a:xfrm>
            <a:off x="3276600" y="5257800"/>
            <a:ext cx="228600" cy="152400"/>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87" name="Rectangle 48">
            <a:extLst>
              <a:ext uri="{FF2B5EF4-FFF2-40B4-BE49-F238E27FC236}">
                <a16:creationId xmlns:a16="http://schemas.microsoft.com/office/drawing/2014/main" id="{0C63E438-F038-0A18-AE17-81C3255ABBBE}"/>
              </a:ext>
            </a:extLst>
          </p:cNvPr>
          <p:cNvSpPr>
            <a:spLocks noChangeArrowheads="1"/>
          </p:cNvSpPr>
          <p:nvPr/>
        </p:nvSpPr>
        <p:spPr bwMode="auto">
          <a:xfrm>
            <a:off x="3657600" y="5257800"/>
            <a:ext cx="228600" cy="152400"/>
          </a:xfrm>
          <a:prstGeom prst="rect">
            <a:avLst/>
          </a:prstGeom>
          <a:solidFill>
            <a:schemeClr val="accent1"/>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9488" name="Slide Number Placeholder 1">
            <a:extLst>
              <a:ext uri="{FF2B5EF4-FFF2-40B4-BE49-F238E27FC236}">
                <a16:creationId xmlns:a16="http://schemas.microsoft.com/office/drawing/2014/main" id="{70E83DDD-A00B-5E29-7FD5-C3D01936CB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EFCBE6E-8346-4FAC-A855-7F5FAEA73F53}" type="slidenum">
              <a:rPr lang="en-AU" altLang="en-US" sz="1400" smtClean="0">
                <a:latin typeface="Times New Roman" panose="02020603050405020304" pitchFamily="18" charset="0"/>
              </a:rPr>
              <a:pPr>
                <a:spcBef>
                  <a:spcPct val="0"/>
                </a:spcBef>
                <a:buSzTx/>
                <a:buFontTx/>
                <a:buNone/>
              </a:pPr>
              <a:t>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FA154E5B-3A76-55D2-8D0F-26C3C315E5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5F5F3DF-609F-4A39-A408-B334812B404C}" type="slidenum">
              <a:rPr lang="en-AU" altLang="en-US" sz="1400" smtClean="0">
                <a:latin typeface="Times New Roman" panose="02020603050405020304" pitchFamily="18" charset="0"/>
              </a:rPr>
              <a:pPr>
                <a:spcBef>
                  <a:spcPct val="0"/>
                </a:spcBef>
                <a:buSzTx/>
                <a:buFontTx/>
                <a:buNone/>
              </a:pPr>
              <a:t>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21507" name="Picture 2">
            <a:extLst>
              <a:ext uri="{FF2B5EF4-FFF2-40B4-BE49-F238E27FC236}">
                <a16:creationId xmlns:a16="http://schemas.microsoft.com/office/drawing/2014/main" id="{F1B736EF-C8D8-47E6-B398-8A67AA517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C69AC58C-80B6-B206-77A6-9A959428E0E4}"/>
              </a:ext>
            </a:extLst>
          </p:cNvPr>
          <p:cNvSpPr>
            <a:spLocks noGrp="1" noChangeArrowheads="1"/>
          </p:cNvSpPr>
          <p:nvPr>
            <p:ph type="title"/>
          </p:nvPr>
        </p:nvSpPr>
        <p:spPr/>
        <p:txBody>
          <a:bodyPr/>
          <a:lstStyle/>
          <a:p>
            <a:pPr>
              <a:defRPr/>
            </a:pPr>
            <a:r>
              <a:rPr lang="en-US" dirty="0">
                <a:ea typeface="+mj-ea"/>
                <a:cs typeface="+mj-cs"/>
              </a:rPr>
              <a:t>Coupling and Cohesion</a:t>
            </a:r>
          </a:p>
        </p:txBody>
      </p:sp>
      <p:sp>
        <p:nvSpPr>
          <p:cNvPr id="22531" name="Rectangle 3">
            <a:extLst>
              <a:ext uri="{FF2B5EF4-FFF2-40B4-BE49-F238E27FC236}">
                <a16:creationId xmlns:a16="http://schemas.microsoft.com/office/drawing/2014/main" id="{E43965BB-26EC-E42B-D422-E9EBD0F554D7}"/>
              </a:ext>
            </a:extLst>
          </p:cNvPr>
          <p:cNvSpPr>
            <a:spLocks noGrp="1" noChangeArrowheads="1"/>
          </p:cNvSpPr>
          <p:nvPr>
            <p:ph type="body" idx="1"/>
          </p:nvPr>
        </p:nvSpPr>
        <p:spPr/>
        <p:txBody>
          <a:bodyPr/>
          <a:lstStyle/>
          <a:p>
            <a:pPr>
              <a:lnSpc>
                <a:spcPct val="90000"/>
              </a:lnSpc>
              <a:buFont typeface="Wingdings" panose="05000000000000000000" pitchFamily="2" charset="2"/>
              <a:buNone/>
            </a:pPr>
            <a:endParaRPr lang="en-US" altLang="en-US" sz="1400"/>
          </a:p>
          <a:p>
            <a:pPr>
              <a:lnSpc>
                <a:spcPct val="90000"/>
              </a:lnSpc>
            </a:pPr>
            <a:r>
              <a:rPr lang="en-US" altLang="en-US" sz="2600"/>
              <a:t>Two measures of how well the parts of a system are </a:t>
            </a:r>
            <a:r>
              <a:rPr lang="en-US" altLang="en-US" sz="2600" i="1">
                <a:solidFill>
                  <a:srgbClr val="0C3A80"/>
                </a:solidFill>
              </a:rPr>
              <a:t>tied together</a:t>
            </a:r>
            <a:r>
              <a:rPr lang="en-US" altLang="en-US" sz="2600"/>
              <a:t> to form the system itself.</a:t>
            </a:r>
            <a:endParaRPr lang="en-US" altLang="en-US" sz="2400"/>
          </a:p>
          <a:p>
            <a:pPr>
              <a:lnSpc>
                <a:spcPct val="90000"/>
              </a:lnSpc>
            </a:pPr>
            <a:r>
              <a:rPr lang="en-US" altLang="en-US" sz="2600"/>
              <a:t>They also give good indication of how “good” the design is</a:t>
            </a:r>
          </a:p>
          <a:p>
            <a:pPr>
              <a:lnSpc>
                <a:spcPct val="90000"/>
              </a:lnSpc>
            </a:pPr>
            <a:r>
              <a:rPr lang="en-US" altLang="en-US" sz="2600"/>
              <a:t>Coupling:</a:t>
            </a:r>
            <a:endParaRPr lang="en-US" altLang="en-US" sz="2400"/>
          </a:p>
          <a:p>
            <a:pPr lvl="1">
              <a:lnSpc>
                <a:spcPct val="90000"/>
              </a:lnSpc>
            </a:pPr>
            <a:r>
              <a:rPr lang="en-US" altLang="en-US" sz="2000"/>
              <a:t>measure the </a:t>
            </a:r>
            <a:r>
              <a:rPr lang="en-US" altLang="en-US" sz="2000" i="1">
                <a:solidFill>
                  <a:srgbClr val="7E0701"/>
                </a:solidFill>
              </a:rPr>
              <a:t>inter-dependency between system parts</a:t>
            </a:r>
            <a:endParaRPr lang="en-US" altLang="en-US" sz="2000"/>
          </a:p>
          <a:p>
            <a:pPr>
              <a:lnSpc>
                <a:spcPct val="90000"/>
              </a:lnSpc>
            </a:pPr>
            <a:r>
              <a:rPr lang="en-US" altLang="en-US" sz="2600"/>
              <a:t>Cohesion:</a:t>
            </a:r>
            <a:endParaRPr lang="en-US" altLang="en-US" sz="2400"/>
          </a:p>
          <a:p>
            <a:pPr lvl="1">
              <a:lnSpc>
                <a:spcPct val="90000"/>
              </a:lnSpc>
            </a:pPr>
            <a:r>
              <a:rPr lang="en-US" altLang="en-US" sz="2000"/>
              <a:t>measure the </a:t>
            </a:r>
            <a:r>
              <a:rPr lang="en-US" altLang="en-US" sz="2000" i="1">
                <a:solidFill>
                  <a:srgbClr val="7E0701"/>
                </a:solidFill>
              </a:rPr>
              <a:t>intra-dependency of a system part</a:t>
            </a:r>
            <a:endParaRPr lang="en-US" altLang="en-US" sz="2000"/>
          </a:p>
          <a:p>
            <a:pPr>
              <a:lnSpc>
                <a:spcPct val="90000"/>
              </a:lnSpc>
            </a:pPr>
            <a:r>
              <a:rPr lang="en-US" altLang="en-US" sz="2600"/>
              <a:t>Goal: </a:t>
            </a:r>
            <a:r>
              <a:rPr lang="en-US" altLang="en-US" sz="2600">
                <a:solidFill>
                  <a:srgbClr val="0C3A80"/>
                </a:solidFill>
              </a:rPr>
              <a:t>Weak Coupling</a:t>
            </a:r>
            <a:r>
              <a:rPr lang="en-US" altLang="en-US" sz="2600"/>
              <a:t> and </a:t>
            </a:r>
            <a:r>
              <a:rPr lang="en-US" altLang="en-US" sz="2600">
                <a:solidFill>
                  <a:srgbClr val="0C3A80"/>
                </a:solidFill>
              </a:rPr>
              <a:t>Strong Cohesion</a:t>
            </a:r>
            <a:endParaRPr lang="en-US" altLang="en-US" sz="2400"/>
          </a:p>
          <a:p>
            <a:pPr lvl="1">
              <a:lnSpc>
                <a:spcPct val="90000"/>
              </a:lnSpc>
              <a:buFont typeface="Wingdings" panose="05000000000000000000" pitchFamily="2" charset="2"/>
              <a:buChar char="F"/>
            </a:pPr>
            <a:r>
              <a:rPr lang="en-US" altLang="en-US" sz="2000" i="1"/>
              <a:t>Good Object-oriented design attempts to achieve this!</a:t>
            </a:r>
          </a:p>
          <a:p>
            <a:pPr>
              <a:lnSpc>
                <a:spcPct val="90000"/>
              </a:lnSpc>
            </a:pPr>
            <a:endParaRPr lang="en-AU" altLang="en-US" sz="2400"/>
          </a:p>
        </p:txBody>
      </p:sp>
      <p:sp>
        <p:nvSpPr>
          <p:cNvPr id="22532" name="Rectangle 4">
            <a:extLst>
              <a:ext uri="{FF2B5EF4-FFF2-40B4-BE49-F238E27FC236}">
                <a16:creationId xmlns:a16="http://schemas.microsoft.com/office/drawing/2014/main" id="{CD4E42ED-CB4C-DDA8-E7AF-B8C473C7FF07}"/>
              </a:ext>
            </a:extLst>
          </p:cNvPr>
          <p:cNvSpPr>
            <a:spLocks noChangeArrowheads="1"/>
          </p:cNvSpPr>
          <p:nvPr/>
        </p:nvSpPr>
        <p:spPr bwMode="auto">
          <a:xfrm>
            <a:off x="9045575" y="7016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22533" name="Slide Number Placeholder 1">
            <a:extLst>
              <a:ext uri="{FF2B5EF4-FFF2-40B4-BE49-F238E27FC236}">
                <a16:creationId xmlns:a16="http://schemas.microsoft.com/office/drawing/2014/main" id="{635B7D6B-E757-CA10-C3EA-7295E8B5EBE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935B93E-5268-4CE9-8333-839204CD2497}" type="slidenum">
              <a:rPr lang="en-AU" altLang="en-US" sz="1400" smtClean="0">
                <a:latin typeface="Times New Roman" panose="02020603050405020304" pitchFamily="18" charset="0"/>
              </a:rPr>
              <a:pPr>
                <a:spcBef>
                  <a:spcPct val="0"/>
                </a:spcBef>
                <a:buSzTx/>
                <a:buFontTx/>
                <a:buNone/>
              </a:pPr>
              <a:t>10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a:extLst>
              <a:ext uri="{FF2B5EF4-FFF2-40B4-BE49-F238E27FC236}">
                <a16:creationId xmlns:a16="http://schemas.microsoft.com/office/drawing/2014/main" id="{A1356E12-69D9-DF5B-8A04-EF8C09FD08D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460FC00-F63F-4B31-BAB5-95F0ADA977AB}" type="slidenum">
              <a:rPr lang="en-AU" altLang="en-US" sz="1400" smtClean="0">
                <a:latin typeface="Times New Roman" panose="02020603050405020304" pitchFamily="18" charset="0"/>
              </a:rPr>
              <a:pPr>
                <a:spcBef>
                  <a:spcPct val="0"/>
                </a:spcBef>
                <a:buSzTx/>
                <a:buFontTx/>
                <a:buNone/>
              </a:pPr>
              <a:t>11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24579" name="Picture 4" descr="Coupling and cohesion">
            <a:extLst>
              <a:ext uri="{FF2B5EF4-FFF2-40B4-BE49-F238E27FC236}">
                <a16:creationId xmlns:a16="http://schemas.microsoft.com/office/drawing/2014/main" id="{88D3DA58-38E3-267A-D62B-10048F93DA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913"/>
            <a:ext cx="9188450" cy="611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5BA5AFBB-6EFC-EE39-3845-61822A1CAF30}"/>
              </a:ext>
            </a:extLst>
          </p:cNvPr>
          <p:cNvSpPr>
            <a:spLocks noGrp="1" noChangeArrowheads="1"/>
          </p:cNvSpPr>
          <p:nvPr>
            <p:ph type="title"/>
          </p:nvPr>
        </p:nvSpPr>
        <p:spPr/>
        <p:txBody>
          <a:bodyPr/>
          <a:lstStyle/>
          <a:p>
            <a:r>
              <a:rPr lang="en-US" altLang="en-US"/>
              <a:t>Tight coupling</a:t>
            </a:r>
          </a:p>
        </p:txBody>
      </p:sp>
      <p:sp>
        <p:nvSpPr>
          <p:cNvPr id="25603" name="Slide Number Placeholder 2">
            <a:extLst>
              <a:ext uri="{FF2B5EF4-FFF2-40B4-BE49-F238E27FC236}">
                <a16:creationId xmlns:a16="http://schemas.microsoft.com/office/drawing/2014/main" id="{6736CDF3-8A27-3F8C-D42A-F24CC323721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E7105D0-E2D7-40D4-B1D0-F0BA7BB009A1}" type="slidenum">
              <a:rPr lang="en-AU" altLang="en-US" sz="1400" smtClean="0">
                <a:latin typeface="Times New Roman" panose="02020603050405020304" pitchFamily="18" charset="0"/>
              </a:rPr>
              <a:pPr/>
              <a:t>12</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25604" name="Picture 2" descr="PlantUML diagram">
            <a:extLst>
              <a:ext uri="{FF2B5EF4-FFF2-40B4-BE49-F238E27FC236}">
                <a16:creationId xmlns:a16="http://schemas.microsoft.com/office/drawing/2014/main" id="{5C1290B9-7863-151E-88F3-4EFA11B09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4481"/>
            <a:ext cx="6131024" cy="37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DC7DBC4-BD16-4F30-BABB-0437E63F5EA1}"/>
              </a:ext>
            </a:extLst>
          </p:cNvPr>
          <p:cNvSpPr txBox="1"/>
          <p:nvPr/>
        </p:nvSpPr>
        <p:spPr>
          <a:xfrm>
            <a:off x="6248400" y="1536700"/>
            <a:ext cx="2667000" cy="3746500"/>
          </a:xfrm>
          <a:prstGeom prst="rect">
            <a:avLst/>
          </a:prstGeom>
          <a:solidFill>
            <a:srgbClr val="AAE2CA"/>
          </a:solidFill>
          <a:ln>
            <a:noFill/>
          </a:ln>
        </p:spPr>
        <p:txBody>
          <a:bodyPr vertOverflow="overflow" vert="horz" wrap="square" rtlCol="0" anchor="t">
            <a:noAutofit/>
          </a:bodyPr>
          <a:lstStyle/>
          <a:p>
            <a:pPr algn="l"/>
            <a:r>
              <a:rPr lang="en-GB" sz="1400">
                <a:solidFill>
                  <a:srgbClr val="1A1A1A"/>
                </a:solidFill>
              </a:rPr>
              <a:t>Why tight coupling?
• Classes depend directly on concrete implementations
• A change in one class forces changes in all dependent classes
• Hard to test in isolation — dependencies cannot be swapped
• Reuse is difficult; classes cannot work without each other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7E9BF6BA-525F-1E71-3D13-1937CB0D7BA0}"/>
              </a:ext>
            </a:extLst>
          </p:cNvPr>
          <p:cNvSpPr>
            <a:spLocks noGrp="1" noChangeArrowheads="1"/>
          </p:cNvSpPr>
          <p:nvPr>
            <p:ph type="title"/>
          </p:nvPr>
        </p:nvSpPr>
        <p:spPr/>
        <p:txBody>
          <a:bodyPr/>
          <a:lstStyle/>
          <a:p>
            <a:r>
              <a:rPr lang="en-US" altLang="en-US"/>
              <a:t>Low coupling</a:t>
            </a:r>
          </a:p>
        </p:txBody>
      </p:sp>
      <p:sp>
        <p:nvSpPr>
          <p:cNvPr id="26627" name="Slide Number Placeholder 2">
            <a:extLst>
              <a:ext uri="{FF2B5EF4-FFF2-40B4-BE49-F238E27FC236}">
                <a16:creationId xmlns:a16="http://schemas.microsoft.com/office/drawing/2014/main" id="{DA7AAD59-4BF3-C606-785D-784C1F1B3F6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240B261-2CCD-4ABF-9C63-E209BD99AAB4}" type="slidenum">
              <a:rPr lang="en-AU" altLang="en-US" sz="1400" smtClean="0">
                <a:latin typeface="Times New Roman" panose="02020603050405020304" pitchFamily="18" charset="0"/>
              </a:rPr>
              <a:pPr/>
              <a:t>13</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26628" name="Picture 2">
            <a:extLst>
              <a:ext uri="{FF2B5EF4-FFF2-40B4-BE49-F238E27FC236}">
                <a16:creationId xmlns:a16="http://schemas.microsoft.com/office/drawing/2014/main" id="{E42F4531-9C1F-8A54-73B5-9B98DB241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2060575"/>
            <a:ext cx="9023350"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480301B-65F6-431A-9B7C-3A182FBA1199}"/>
              </a:ext>
            </a:extLst>
          </p:cNvPr>
          <p:cNvSpPr txBox="1"/>
          <p:nvPr/>
        </p:nvSpPr>
        <p:spPr>
          <a:xfrm>
            <a:off x="228600" y="5041900"/>
            <a:ext cx="8686800" cy="1143000"/>
          </a:xfrm>
          <a:prstGeom prst="rect">
            <a:avLst/>
          </a:prstGeom>
          <a:solidFill>
            <a:srgbClr val="AAE2CA"/>
          </a:solidFill>
          <a:ln>
            <a:noFill/>
          </a:ln>
        </p:spPr>
        <p:txBody>
          <a:bodyPr vertOverflow="overflow" vert="horz" wrap="square" rtlCol="0" anchor="t">
            <a:noAutofit/>
          </a:bodyPr>
          <a:lstStyle/>
          <a:p>
            <a:pPr algn="l"/>
            <a:r>
              <a:rPr lang="en-GB" sz="1400">
                <a:solidFill>
                  <a:srgbClr val="1A1A1A"/>
                </a:solidFill>
              </a:rPr>
              <a:t>Why low coupling?  Classes communicate through interfaces/abstractions, not concrete types  •  Changing one class has no ripple effect on others  •  Each class can be tested and reused independently  •  New implementations can be swapped in without touching dependent code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5C3C0F58-4BCB-324C-2C99-11D917554E27}"/>
              </a:ext>
            </a:extLst>
          </p:cNvPr>
          <p:cNvSpPr>
            <a:spLocks noGrp="1" noChangeArrowheads="1"/>
          </p:cNvSpPr>
          <p:nvPr>
            <p:ph type="title"/>
          </p:nvPr>
        </p:nvSpPr>
        <p:spPr/>
        <p:txBody>
          <a:bodyPr/>
          <a:lstStyle/>
          <a:p>
            <a:r>
              <a:rPr lang="en-US" altLang="en-US"/>
              <a:t>Low Cohesion</a:t>
            </a:r>
          </a:p>
        </p:txBody>
      </p:sp>
      <p:sp>
        <p:nvSpPr>
          <p:cNvPr id="27651" name="Slide Number Placeholder 2">
            <a:extLst>
              <a:ext uri="{FF2B5EF4-FFF2-40B4-BE49-F238E27FC236}">
                <a16:creationId xmlns:a16="http://schemas.microsoft.com/office/drawing/2014/main" id="{6A6EAD59-4B34-A4C9-C273-14EA3CD6B10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195991D-4801-4AEE-BB6D-771855DC422F}" type="slidenum">
              <a:rPr lang="en-AU" altLang="en-US" sz="1400" smtClean="0">
                <a:latin typeface="Times New Roman" panose="02020603050405020304" pitchFamily="18" charset="0"/>
              </a:rPr>
              <a:pPr/>
              <a:t>14</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27652" name="Picture 2">
            <a:extLst>
              <a:ext uri="{FF2B5EF4-FFF2-40B4-BE49-F238E27FC236}">
                <a16:creationId xmlns:a16="http://schemas.microsoft.com/office/drawing/2014/main" id="{1047344F-B23F-86B9-1E53-E6DB7E0139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089025"/>
            <a:ext cx="4613275"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Box 3">
            <a:extLst>
              <a:ext uri="{FF2B5EF4-FFF2-40B4-BE49-F238E27FC236}">
                <a16:creationId xmlns:a16="http://schemas.microsoft.com/office/drawing/2014/main" id="{B52DDA6A-82BB-C266-F490-99B6ABE8BEDA}"/>
              </a:ext>
            </a:extLst>
          </p:cNvPr>
          <p:cNvSpPr txBox="1">
            <a:spLocks noChangeArrowheads="1"/>
          </p:cNvSpPr>
          <p:nvPr/>
        </p:nvSpPr>
        <p:spPr bwMode="auto">
          <a:xfrm>
            <a:off x="4721225" y="1208088"/>
            <a:ext cx="4314825"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Example of low cohesion in a class</a:t>
            </a:r>
          </a:p>
          <a:p>
            <a:endParaRPr lang="en-US" altLang="en-US" sz="11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public class DataProcessor {</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private List&lt;Integer&gt; data;</a:t>
            </a:r>
          </a:p>
          <a:p>
            <a:endParaRPr lang="en-US" altLang="en-US" sz="11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public DataProcessor(List&lt;Integer&gt; data) {</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this.data</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 data;</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1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public void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processData</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 Example of low cohesion: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processData</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method performing unrelated tasks</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processA</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processB</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processC</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1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private void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processA</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 Processing logic for task A</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1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private void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processB</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 Processing logic for task B</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1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private void </a:t>
            </a:r>
            <a:r>
              <a:rPr lang="en-US" altLang="en-US" sz="1100" dirty="0" err="1">
                <a:latin typeface="JetBrains Mono" panose="02000009000000000000" pitchFamily="49" charset="0"/>
                <a:ea typeface="JetBrains Mono" panose="02000009000000000000" pitchFamily="49" charset="0"/>
                <a:cs typeface="JetBrains Mono" panose="02000009000000000000" pitchFamily="49" charset="0"/>
              </a:rPr>
              <a:t>processC</a:t>
            </a:r>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 Processing logic for task C</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100" dirty="0">
                <a:latin typeface="JetBrains Mono" panose="02000009000000000000" pitchFamily="49" charset="0"/>
                <a:ea typeface="JetBrains Mono" panose="02000009000000000000" pitchFamily="49" charset="0"/>
                <a:cs typeface="JetBrains Mono" panose="02000009000000000000" pitchFamily="49" charset="0"/>
              </a:rPr>
              <a:t>}</a:t>
            </a:r>
          </a:p>
          <a:p>
            <a:endParaRPr lang="en-US" altLang="en-US" sz="1100"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2" name="TextBox 1">
            <a:extLst>
              <a:ext uri="{FF2B5EF4-FFF2-40B4-BE49-F238E27FC236}">
                <a16:creationId xmlns:a16="http://schemas.microsoft.com/office/drawing/2014/main" id="{AB020FC0-705E-4E47-A443-16B59A65D7FD}"/>
              </a:ext>
            </a:extLst>
          </p:cNvPr>
          <p:cNvSpPr txBox="1"/>
          <p:nvPr/>
        </p:nvSpPr>
        <p:spPr>
          <a:xfrm>
            <a:off x="114300" y="3810000"/>
            <a:ext cx="4508500" cy="1968500"/>
          </a:xfrm>
          <a:prstGeom prst="rect">
            <a:avLst/>
          </a:prstGeom>
          <a:solidFill>
            <a:srgbClr val="AAE2CA"/>
          </a:solidFill>
          <a:ln>
            <a:noFill/>
          </a:ln>
        </p:spPr>
        <p:txBody>
          <a:bodyPr vertOverflow="overflow" vert="horz" wrap="square" rtlCol="0" anchor="t">
            <a:noAutofit/>
          </a:bodyPr>
          <a:lstStyle/>
          <a:p>
            <a:pPr algn="l"/>
            <a:r>
              <a:rPr lang="en-GB" sz="1400">
                <a:solidFill>
                  <a:srgbClr val="1A1A1A"/>
                </a:solidFill>
              </a:rPr>
              <a:t>Why low cohesion?
• DataProcessor handles unrelated tasks A, B &amp; C in one class
• A class should have one clear responsibility
• Mixing concerns makes the class harder to understand, maintain, and reuse
• Changes to task A risk breaking tasks B and 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4BB973B7-09B2-0EEF-64D5-66BC75E4B40B}"/>
              </a:ext>
            </a:extLst>
          </p:cNvPr>
          <p:cNvSpPr>
            <a:spLocks noGrp="1" noChangeArrowheads="1"/>
          </p:cNvSpPr>
          <p:nvPr>
            <p:ph type="title"/>
          </p:nvPr>
        </p:nvSpPr>
        <p:spPr/>
        <p:txBody>
          <a:bodyPr/>
          <a:lstStyle/>
          <a:p>
            <a:r>
              <a:rPr lang="en-US" altLang="en-US"/>
              <a:t>Strong Cohesion</a:t>
            </a:r>
          </a:p>
        </p:txBody>
      </p:sp>
      <p:sp>
        <p:nvSpPr>
          <p:cNvPr id="28675" name="Slide Number Placeholder 2">
            <a:extLst>
              <a:ext uri="{FF2B5EF4-FFF2-40B4-BE49-F238E27FC236}">
                <a16:creationId xmlns:a16="http://schemas.microsoft.com/office/drawing/2014/main" id="{6D364C2C-6371-C5B1-798B-56D681F65B7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DF1A513-E3A1-4716-A282-68D3A463C61A}" type="slidenum">
              <a:rPr lang="en-AU" altLang="en-US" sz="1400" smtClean="0">
                <a:latin typeface="Times New Roman" panose="02020603050405020304" pitchFamily="18" charset="0"/>
              </a:rPr>
              <a:pPr/>
              <a:t>15</a:t>
            </a:fld>
            <a:endParaRPr lang="en-AU" altLang="en-US" sz="1400">
              <a:latin typeface="Times New Roman" panose="02020603050405020304" pitchFamily="18" charset="0"/>
            </a:endParaRPr>
          </a:p>
          <a:p>
            <a:endParaRPr lang="en-AU" altLang="en-US" sz="1400">
              <a:latin typeface="Times New Roman" panose="02020603050405020304" pitchFamily="18" charset="0"/>
            </a:endParaRPr>
          </a:p>
        </p:txBody>
      </p:sp>
      <p:pic>
        <p:nvPicPr>
          <p:cNvPr id="28676" name="Picture 2">
            <a:extLst>
              <a:ext uri="{FF2B5EF4-FFF2-40B4-BE49-F238E27FC236}">
                <a16:creationId xmlns:a16="http://schemas.microsoft.com/office/drawing/2014/main" id="{54659755-9E4E-5863-D8A3-A3404BD79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50" y="1238250"/>
            <a:ext cx="4183063"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Box 3">
            <a:extLst>
              <a:ext uri="{FF2B5EF4-FFF2-40B4-BE49-F238E27FC236}">
                <a16:creationId xmlns:a16="http://schemas.microsoft.com/office/drawing/2014/main" id="{7899EF44-3589-1EEE-AB46-41C9350DAB8F}"/>
              </a:ext>
            </a:extLst>
          </p:cNvPr>
          <p:cNvSpPr txBox="1">
            <a:spLocks noChangeArrowheads="1"/>
          </p:cNvSpPr>
          <p:nvPr/>
        </p:nvSpPr>
        <p:spPr bwMode="auto">
          <a:xfrm>
            <a:off x="4416218" y="1370886"/>
            <a:ext cx="4546475" cy="547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Example of strong cohesion in a class</a:t>
            </a:r>
          </a:p>
          <a:p>
            <a:endParaRPr lang="en-US" altLang="en-US" sz="10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public class DataProcessor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private List&lt;Integer&gt; data;</a:t>
            </a:r>
          </a:p>
          <a:p>
            <a:endParaRPr lang="en-US" altLang="en-US" sz="10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public DataProcessor(List&lt;Integer&gt; data)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this.data</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 data;</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0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public void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processData</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 Example of strong cohesion: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processData</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method focused on a single purpose</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calculateSum</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calculateAverage</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findMax</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findMin</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0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private void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calculateSum</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 Logic to calculate the sum of elements in data</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0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private void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calculateAverage</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 Logic to calculate the average of elements in data</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0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private void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findMax</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 Logic to find the maximum element in data</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endParaRPr lang="en-US" altLang="en-US" sz="1000" dirty="0">
              <a:latin typeface="JetBrains Mono" panose="02000009000000000000" pitchFamily="49" charset="0"/>
              <a:ea typeface="JetBrains Mono" panose="02000009000000000000" pitchFamily="49" charset="0"/>
              <a:cs typeface="JetBrains Mono" panose="02000009000000000000" pitchFamily="49" charset="0"/>
            </a:endParaRP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private void </a:t>
            </a:r>
            <a:r>
              <a:rPr lang="en-US" altLang="en-US" sz="1000" dirty="0" err="1">
                <a:latin typeface="JetBrains Mono" panose="02000009000000000000" pitchFamily="49" charset="0"/>
                <a:ea typeface="JetBrains Mono" panose="02000009000000000000" pitchFamily="49" charset="0"/>
                <a:cs typeface="JetBrains Mono" panose="02000009000000000000" pitchFamily="49" charset="0"/>
              </a:rPr>
              <a:t>findMin</a:t>
            </a:r>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 Logic to find the minimum element in data</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    }</a:t>
            </a:r>
          </a:p>
          <a:p>
            <a:r>
              <a:rPr lang="en-US" altLang="en-US" sz="1000"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2" name="TextBox 1">
            <a:extLst>
              <a:ext uri="{FF2B5EF4-FFF2-40B4-BE49-F238E27FC236}">
                <a16:creationId xmlns:a16="http://schemas.microsoft.com/office/drawing/2014/main" id="{BD5B8CAF-D2E8-4E7D-BB00-BC725383D270}"/>
              </a:ext>
            </a:extLst>
          </p:cNvPr>
          <p:cNvSpPr txBox="1"/>
          <p:nvPr/>
        </p:nvSpPr>
        <p:spPr>
          <a:xfrm>
            <a:off x="114300" y="3962400"/>
            <a:ext cx="4229100" cy="1968500"/>
          </a:xfrm>
          <a:prstGeom prst="rect">
            <a:avLst/>
          </a:prstGeom>
          <a:solidFill>
            <a:srgbClr val="AAE2CA"/>
          </a:solidFill>
          <a:ln>
            <a:noFill/>
          </a:ln>
        </p:spPr>
        <p:txBody>
          <a:bodyPr vertOverflow="overflow" vert="horz" wrap="square" rtlCol="0" anchor="t">
            <a:noAutofit/>
          </a:bodyPr>
          <a:lstStyle/>
          <a:p>
            <a:pPr algn="l"/>
            <a:r>
              <a:rPr lang="en-GB" sz="1400">
                <a:solidFill>
                  <a:srgbClr val="1A1A1A"/>
                </a:solidFill>
              </a:rPr>
              <a:t>Why strong cohesion?
• Each class has one clear responsibility — DataProcessor only orchestrates, not implements
• processA, processB, processC are separate classes with focused logic
• Easy to understand, test, and modify each class in isolation
• Adding a new process requires no changes to existing classes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88B1A94-567C-3B82-E19A-C51309FA3392}"/>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1587" name="Rectangle 1027">
            <a:extLst>
              <a:ext uri="{FF2B5EF4-FFF2-40B4-BE49-F238E27FC236}">
                <a16:creationId xmlns:a16="http://schemas.microsoft.com/office/drawing/2014/main" id="{59928DDF-F25B-42B7-F62D-9730AD5469B4}"/>
              </a:ext>
            </a:extLst>
          </p:cNvPr>
          <p:cNvSpPr>
            <a:spLocks noGrp="1" noChangeArrowheads="1"/>
          </p:cNvSpPr>
          <p:nvPr>
            <p:ph type="title"/>
          </p:nvPr>
        </p:nvSpPr>
        <p:spPr/>
        <p:txBody>
          <a:bodyPr/>
          <a:lstStyle/>
          <a:p>
            <a:pPr>
              <a:defRPr/>
            </a:pPr>
            <a:r>
              <a:rPr lang="en-US">
                <a:ea typeface="+mj-ea"/>
                <a:cs typeface="+mj-cs"/>
              </a:rPr>
              <a:t>Roadmap</a:t>
            </a:r>
          </a:p>
        </p:txBody>
      </p:sp>
      <p:pic>
        <p:nvPicPr>
          <p:cNvPr id="29700" name="Picture 6" descr="roadmap">
            <a:extLst>
              <a:ext uri="{FF2B5EF4-FFF2-40B4-BE49-F238E27FC236}">
                <a16:creationId xmlns:a16="http://schemas.microsoft.com/office/drawing/2014/main" id="{3BDFA047-E07D-B20A-D1E1-A3A44CDC7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1589" name="Rectangle 1029">
            <a:extLst>
              <a:ext uri="{FF2B5EF4-FFF2-40B4-BE49-F238E27FC236}">
                <a16:creationId xmlns:a16="http://schemas.microsoft.com/office/drawing/2014/main" id="{92764CC9-1BD5-C1A9-71FA-1AEE7D40FD47}"/>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Preliminaries</a:t>
            </a:r>
          </a:p>
          <a:p>
            <a:pPr>
              <a:buFont typeface="Wingdings" charset="0"/>
              <a:buChar char="n"/>
              <a:defRPr/>
            </a:pPr>
            <a:r>
              <a:rPr lang="en-US" b="1">
                <a:ea typeface="+mn-ea"/>
                <a:cs typeface="+mn-cs"/>
              </a:rPr>
              <a:t>Objects and Classes</a:t>
            </a:r>
            <a:endParaRPr lang="en-US">
              <a:ea typeface="+mn-ea"/>
              <a:cs typeface="+mn-cs"/>
            </a:endParaRPr>
          </a:p>
          <a:p>
            <a:pPr lvl="1">
              <a:buFont typeface="Wingdings" charset="0"/>
              <a:buChar char="¨"/>
              <a:defRPr/>
            </a:pPr>
            <a:r>
              <a:rPr lang="en-US">
                <a:ea typeface="+mn-ea"/>
              </a:rPr>
              <a:t>What is Object-Oriented Design?</a:t>
            </a:r>
          </a:p>
          <a:p>
            <a:pPr>
              <a:buFont typeface="Wingdings" charset="0"/>
              <a:buChar char="n"/>
              <a:defRPr/>
            </a:pPr>
            <a:r>
              <a:rPr lang="en-US">
                <a:ea typeface="+mn-ea"/>
                <a:cs typeface="+mn-cs"/>
              </a:rPr>
              <a:t>Finding Classes</a:t>
            </a:r>
          </a:p>
          <a:p>
            <a:pPr lvl="1">
              <a:buFont typeface="Wingdings" charset="0"/>
              <a:buChar char="¨"/>
              <a:defRPr/>
            </a:pPr>
            <a:r>
              <a:rPr lang="en-US">
                <a:ea typeface="+mn-ea"/>
              </a:rPr>
              <a:t>Class Selection Rationale</a:t>
            </a:r>
          </a:p>
          <a:p>
            <a:pPr>
              <a:buFont typeface="Wingdings" charset="0"/>
              <a:buChar char="n"/>
              <a:defRPr/>
            </a:pPr>
            <a:r>
              <a:rPr lang="en-US">
                <a:ea typeface="+mn-ea"/>
                <a:cs typeface="+mn-cs"/>
              </a:rPr>
              <a:t>CRC Cards</a:t>
            </a:r>
          </a:p>
          <a:p>
            <a:pPr>
              <a:buFont typeface="Wingdings" charset="0"/>
              <a:buChar char="n"/>
              <a:defRPr/>
            </a:pPr>
            <a:r>
              <a:rPr lang="en-US">
                <a:ea typeface="+mn-ea"/>
                <a:cs typeface="+mn-cs"/>
              </a:rPr>
              <a:t>Identifying Responsibilities</a:t>
            </a:r>
          </a:p>
          <a:p>
            <a:pPr>
              <a:buFont typeface="Wingdings" charset="0"/>
              <a:buChar char="n"/>
              <a:defRPr/>
            </a:pPr>
            <a:r>
              <a:rPr lang="en-US">
                <a:ea typeface="+mn-ea"/>
                <a:cs typeface="+mn-cs"/>
              </a:rPr>
              <a:t>Finding Collaborations</a:t>
            </a:r>
          </a:p>
        </p:txBody>
      </p:sp>
      <p:sp>
        <p:nvSpPr>
          <p:cNvPr id="29702" name="Slide Number Placeholder 1">
            <a:extLst>
              <a:ext uri="{FF2B5EF4-FFF2-40B4-BE49-F238E27FC236}">
                <a16:creationId xmlns:a16="http://schemas.microsoft.com/office/drawing/2014/main" id="{2131A06F-1471-E60C-044F-F6A57C7F5F9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9DAE55C-46E5-4211-9198-79E141056A26}" type="slidenum">
              <a:rPr lang="en-AU" altLang="en-US" sz="1400" smtClean="0">
                <a:latin typeface="Times New Roman" panose="02020603050405020304" pitchFamily="18" charset="0"/>
              </a:rPr>
              <a:pPr>
                <a:spcBef>
                  <a:spcPct val="0"/>
                </a:spcBef>
                <a:buSzTx/>
                <a:buFontTx/>
                <a:buNone/>
              </a:pPr>
              <a:t>16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62CB3F83-D672-82FB-2809-601E739CFF71}"/>
              </a:ext>
            </a:extLst>
          </p:cNvPr>
          <p:cNvSpPr>
            <a:spLocks noGrp="1" noChangeArrowheads="1"/>
          </p:cNvSpPr>
          <p:nvPr>
            <p:ph type="title"/>
          </p:nvPr>
        </p:nvSpPr>
        <p:spPr/>
        <p:txBody>
          <a:bodyPr/>
          <a:lstStyle/>
          <a:p>
            <a:pPr>
              <a:defRPr/>
            </a:pPr>
            <a:r>
              <a:rPr lang="en-US">
                <a:ea typeface="+mj-ea"/>
                <a:cs typeface="+mj-cs"/>
              </a:rPr>
              <a:t>What is an Object?</a:t>
            </a:r>
          </a:p>
        </p:txBody>
      </p:sp>
      <p:sp>
        <p:nvSpPr>
          <p:cNvPr id="215043" name="Rectangle 3">
            <a:extLst>
              <a:ext uri="{FF2B5EF4-FFF2-40B4-BE49-F238E27FC236}">
                <a16:creationId xmlns:a16="http://schemas.microsoft.com/office/drawing/2014/main" id="{BCAA44B7-ABE0-D447-4449-8F7BC05DBF02}"/>
              </a:ext>
            </a:extLst>
          </p:cNvPr>
          <p:cNvSpPr>
            <a:spLocks noGrp="1" noChangeArrowheads="1"/>
          </p:cNvSpPr>
          <p:nvPr>
            <p:ph type="body" idx="1"/>
          </p:nvPr>
        </p:nvSpPr>
        <p:spPr/>
        <p:txBody>
          <a:bodyPr/>
          <a:lstStyle/>
          <a:p>
            <a:pPr>
              <a:lnSpc>
                <a:spcPct val="80000"/>
              </a:lnSpc>
              <a:buFont typeface="Wingdings" charset="0"/>
              <a:buNone/>
              <a:defRPr/>
            </a:pPr>
            <a:endParaRPr lang="en-US" sz="1600" dirty="0">
              <a:ea typeface="+mn-ea"/>
              <a:cs typeface="+mn-cs"/>
            </a:endParaRPr>
          </a:p>
          <a:p>
            <a:pPr>
              <a:lnSpc>
                <a:spcPct val="80000"/>
              </a:lnSpc>
              <a:buFont typeface="Wingdings" charset="0"/>
              <a:buChar char="n"/>
              <a:defRPr/>
            </a:pPr>
            <a:r>
              <a:rPr lang="en-US" sz="2400" dirty="0">
                <a:ea typeface="+mn-ea"/>
                <a:cs typeface="+mn-cs"/>
              </a:rPr>
              <a:t>Analysis and modeling view:</a:t>
            </a:r>
          </a:p>
          <a:p>
            <a:pPr lvl="1">
              <a:lnSpc>
                <a:spcPct val="80000"/>
              </a:lnSpc>
              <a:buFont typeface="Wingdings" charset="0"/>
              <a:buChar char="¨"/>
              <a:defRPr/>
            </a:pPr>
            <a:r>
              <a:rPr lang="en-US" sz="2000" dirty="0">
                <a:ea typeface="+mn-ea"/>
              </a:rPr>
              <a:t>an </a:t>
            </a:r>
            <a:r>
              <a:rPr lang="en-US" sz="2000" i="1" dirty="0">
                <a:solidFill>
                  <a:srgbClr val="0C3A80"/>
                </a:solidFill>
                <a:ea typeface="+mn-ea"/>
              </a:rPr>
              <a:t>abstract model of a real world entity</a:t>
            </a:r>
            <a:r>
              <a:rPr lang="en-US" sz="2000" dirty="0">
                <a:ea typeface="+mn-ea"/>
              </a:rPr>
              <a:t> that has an independent </a:t>
            </a:r>
            <a:r>
              <a:rPr lang="en-US" sz="2000" i="1" dirty="0">
                <a:solidFill>
                  <a:srgbClr val="0C3A80"/>
                </a:solidFill>
                <a:ea typeface="+mn-ea"/>
              </a:rPr>
              <a:t>identity</a:t>
            </a:r>
            <a:r>
              <a:rPr lang="en-US" sz="2000" dirty="0">
                <a:ea typeface="+mn-ea"/>
              </a:rPr>
              <a:t>.</a:t>
            </a:r>
          </a:p>
          <a:p>
            <a:pPr lvl="1">
              <a:lnSpc>
                <a:spcPct val="80000"/>
              </a:lnSpc>
              <a:buFont typeface="Wingdings" charset="0"/>
              <a:buChar char="¨"/>
              <a:defRPr/>
            </a:pPr>
            <a:r>
              <a:rPr lang="en-US" sz="2000" dirty="0">
                <a:ea typeface="+mn-ea"/>
              </a:rPr>
              <a:t>E.g., Computer, Person, Car</a:t>
            </a:r>
          </a:p>
          <a:p>
            <a:pPr>
              <a:lnSpc>
                <a:spcPct val="80000"/>
              </a:lnSpc>
              <a:buFont typeface="Wingdings" charset="0"/>
              <a:buChar char="n"/>
              <a:defRPr/>
            </a:pPr>
            <a:r>
              <a:rPr lang="en-US" sz="2400" dirty="0">
                <a:ea typeface="+mn-ea"/>
                <a:cs typeface="+mn-cs"/>
              </a:rPr>
              <a:t>Design and implementation view</a:t>
            </a:r>
          </a:p>
          <a:p>
            <a:pPr lvl="1">
              <a:lnSpc>
                <a:spcPct val="80000"/>
              </a:lnSpc>
              <a:buFont typeface="Wingdings" charset="0"/>
              <a:buChar char="¨"/>
              <a:defRPr/>
            </a:pPr>
            <a:r>
              <a:rPr lang="en-US" sz="2000" dirty="0">
                <a:ea typeface="+mn-ea"/>
              </a:rPr>
              <a:t>a </a:t>
            </a:r>
            <a:r>
              <a:rPr lang="en-US" sz="2000" u="sng" dirty="0">
                <a:ea typeface="+mn-ea"/>
              </a:rPr>
              <a:t>software component </a:t>
            </a:r>
            <a:r>
              <a:rPr lang="en-US" sz="2000" dirty="0">
                <a:ea typeface="+mn-ea"/>
              </a:rPr>
              <a:t>that contains </a:t>
            </a:r>
            <a:r>
              <a:rPr lang="en-US" sz="2000" i="1" dirty="0">
                <a:solidFill>
                  <a:srgbClr val="0C3A80"/>
                </a:solidFill>
                <a:ea typeface="+mn-ea"/>
              </a:rPr>
              <a:t>a collection of data and related procedures</a:t>
            </a:r>
            <a:r>
              <a:rPr lang="en-US" sz="2000" dirty="0">
                <a:ea typeface="+mn-ea"/>
              </a:rPr>
              <a:t>.</a:t>
            </a:r>
          </a:p>
          <a:p>
            <a:pPr>
              <a:lnSpc>
                <a:spcPct val="80000"/>
              </a:lnSpc>
              <a:buFont typeface="Wingdings" charset="0"/>
              <a:buChar char="n"/>
              <a:defRPr/>
            </a:pPr>
            <a:r>
              <a:rPr lang="en-US" sz="2400" dirty="0">
                <a:ea typeface="+mn-ea"/>
                <a:cs typeface="+mn-cs"/>
              </a:rPr>
              <a:t>An object</a:t>
            </a:r>
          </a:p>
          <a:p>
            <a:pPr lvl="1">
              <a:lnSpc>
                <a:spcPct val="80000"/>
              </a:lnSpc>
              <a:buFont typeface="Wingdings" charset="0"/>
              <a:buChar char="¨"/>
              <a:defRPr/>
            </a:pPr>
            <a:r>
              <a:rPr lang="en-US" sz="2000" dirty="0">
                <a:ea typeface="+mn-ea"/>
              </a:rPr>
              <a:t>represents something in real world that has an </a:t>
            </a:r>
            <a:r>
              <a:rPr lang="en-US" sz="2000" i="1" dirty="0">
                <a:solidFill>
                  <a:srgbClr val="0C3A80"/>
                </a:solidFill>
                <a:ea typeface="+mn-ea"/>
              </a:rPr>
              <a:t>independent </a:t>
            </a:r>
            <a:r>
              <a:rPr lang="en-US" sz="2000" i="1" dirty="0">
                <a:solidFill>
                  <a:srgbClr val="C00000"/>
                </a:solidFill>
                <a:ea typeface="+mn-ea"/>
              </a:rPr>
              <a:t>identity</a:t>
            </a:r>
            <a:r>
              <a:rPr lang="en-US" sz="2000" dirty="0">
                <a:ea typeface="+mn-ea"/>
              </a:rPr>
              <a:t>.</a:t>
            </a:r>
          </a:p>
          <a:p>
            <a:pPr lvl="1">
              <a:lnSpc>
                <a:spcPct val="80000"/>
              </a:lnSpc>
              <a:buFont typeface="Wingdings" charset="0"/>
              <a:buChar char="¨"/>
              <a:defRPr/>
            </a:pPr>
            <a:r>
              <a:rPr lang="en-US" sz="2000" dirty="0">
                <a:ea typeface="+mn-ea"/>
              </a:rPr>
              <a:t>is something that you can interact with:</a:t>
            </a:r>
          </a:p>
          <a:p>
            <a:pPr lvl="2">
              <a:lnSpc>
                <a:spcPct val="80000"/>
              </a:lnSpc>
              <a:buFont typeface="Wingdings" charset="0"/>
              <a:buChar char="¨"/>
              <a:defRPr/>
            </a:pPr>
            <a:r>
              <a:rPr lang="en-US" sz="1800" dirty="0">
                <a:ea typeface="+mn-ea"/>
              </a:rPr>
              <a:t>receive and response to </a:t>
            </a:r>
            <a:r>
              <a:rPr lang="en-US" sz="1800" dirty="0">
                <a:solidFill>
                  <a:srgbClr val="0C3A80"/>
                </a:solidFill>
                <a:ea typeface="+mn-ea"/>
              </a:rPr>
              <a:t>messages</a:t>
            </a:r>
            <a:r>
              <a:rPr lang="en-US" sz="1800" dirty="0">
                <a:ea typeface="+mn-ea"/>
              </a:rPr>
              <a:t>.</a:t>
            </a:r>
          </a:p>
          <a:p>
            <a:pPr lvl="1">
              <a:lnSpc>
                <a:spcPct val="80000"/>
              </a:lnSpc>
              <a:buFont typeface="Wingdings" charset="0"/>
              <a:buChar char="¨"/>
              <a:defRPr/>
            </a:pPr>
            <a:r>
              <a:rPr lang="en-US" sz="2000" dirty="0">
                <a:ea typeface="+mn-ea"/>
              </a:rPr>
              <a:t>has </a:t>
            </a:r>
            <a:r>
              <a:rPr lang="en-US" sz="2000" i="1" dirty="0" err="1">
                <a:solidFill>
                  <a:srgbClr val="7E0701"/>
                </a:solidFill>
                <a:ea typeface="+mn-ea"/>
              </a:rPr>
              <a:t>behaviour</a:t>
            </a:r>
            <a:r>
              <a:rPr lang="en-US" sz="2000" dirty="0">
                <a:ea typeface="+mn-ea"/>
              </a:rPr>
              <a:t> which may depend on its internal </a:t>
            </a:r>
            <a:r>
              <a:rPr lang="en-US" sz="2000" i="1" dirty="0">
                <a:solidFill>
                  <a:srgbClr val="7E0701"/>
                </a:solidFill>
                <a:ea typeface="+mn-ea"/>
              </a:rPr>
              <a:t>state</a:t>
            </a:r>
            <a:r>
              <a:rPr lang="en-US" sz="2000" dirty="0">
                <a:ea typeface="+mn-ea"/>
              </a:rPr>
              <a:t> which may change by responding to messages.</a:t>
            </a:r>
          </a:p>
          <a:p>
            <a:pPr>
              <a:lnSpc>
                <a:spcPct val="80000"/>
              </a:lnSpc>
              <a:defRPr/>
            </a:pPr>
            <a:r>
              <a:rPr lang="en-US" sz="2400" dirty="0"/>
              <a:t>Object vs Class</a:t>
            </a:r>
          </a:p>
          <a:p>
            <a:pPr marL="476250" lvl="1" indent="0">
              <a:lnSpc>
                <a:spcPct val="80000"/>
              </a:lnSpc>
              <a:buFont typeface="Wingdings" panose="05000000000000000000" pitchFamily="2" charset="2"/>
              <a:buNone/>
              <a:defRPr/>
            </a:pPr>
            <a:endParaRPr lang="en-US" sz="2000" dirty="0">
              <a:ea typeface="+mn-ea"/>
            </a:endParaRPr>
          </a:p>
        </p:txBody>
      </p:sp>
      <p:sp>
        <p:nvSpPr>
          <p:cNvPr id="31748" name="Slide Number Placeholder 1">
            <a:extLst>
              <a:ext uri="{FF2B5EF4-FFF2-40B4-BE49-F238E27FC236}">
                <a16:creationId xmlns:a16="http://schemas.microsoft.com/office/drawing/2014/main" id="{01E8CF00-A273-20B1-A477-D2215F160A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A93FE2B-F32C-430C-BF1D-1E5E3BA92871}" type="slidenum">
              <a:rPr lang="en-AU" altLang="en-US" sz="1400" smtClean="0">
                <a:latin typeface="Times New Roman" panose="02020603050405020304" pitchFamily="18" charset="0"/>
              </a:rPr>
              <a:pPr>
                <a:spcBef>
                  <a:spcPct val="0"/>
                </a:spcBef>
                <a:buSzTx/>
                <a:buFontTx/>
                <a:buNone/>
              </a:pPr>
              <a:t>17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1026">
            <a:extLst>
              <a:ext uri="{FF2B5EF4-FFF2-40B4-BE49-F238E27FC236}">
                <a16:creationId xmlns:a16="http://schemas.microsoft.com/office/drawing/2014/main" id="{6F32EB6E-8CB6-037B-8F6E-8AD130ED7748}"/>
              </a:ext>
            </a:extLst>
          </p:cNvPr>
          <p:cNvSpPr>
            <a:spLocks noGrp="1" noChangeArrowheads="1"/>
          </p:cNvSpPr>
          <p:nvPr>
            <p:ph type="title"/>
          </p:nvPr>
        </p:nvSpPr>
        <p:spPr/>
        <p:txBody>
          <a:bodyPr/>
          <a:lstStyle/>
          <a:p>
            <a:pPr>
              <a:defRPr/>
            </a:pPr>
            <a:r>
              <a:rPr lang="en-US" dirty="0">
                <a:ea typeface="+mj-ea"/>
                <a:cs typeface="+mj-cs"/>
              </a:rPr>
              <a:t>What is an Object?</a:t>
            </a:r>
          </a:p>
        </p:txBody>
      </p:sp>
      <p:sp>
        <p:nvSpPr>
          <p:cNvPr id="33795" name="Rectangle 1028">
            <a:extLst>
              <a:ext uri="{FF2B5EF4-FFF2-40B4-BE49-F238E27FC236}">
                <a16:creationId xmlns:a16="http://schemas.microsoft.com/office/drawing/2014/main" id="{85DA59C1-FB5E-0E29-7286-AD4572F74A35}"/>
              </a:ext>
            </a:extLst>
          </p:cNvPr>
          <p:cNvSpPr>
            <a:spLocks noChangeArrowheads="1"/>
          </p:cNvSpPr>
          <p:nvPr/>
        </p:nvSpPr>
        <p:spPr bwMode="auto">
          <a:xfrm>
            <a:off x="2895600" y="2743200"/>
            <a:ext cx="3048000" cy="20574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33796" name="Text Box 1029">
            <a:extLst>
              <a:ext uri="{FF2B5EF4-FFF2-40B4-BE49-F238E27FC236}">
                <a16:creationId xmlns:a16="http://schemas.microsoft.com/office/drawing/2014/main" id="{A60FD989-A646-36AF-1808-45B4B4F5E510}"/>
              </a:ext>
            </a:extLst>
          </p:cNvPr>
          <p:cNvSpPr txBox="1">
            <a:spLocks noChangeArrowheads="1"/>
          </p:cNvSpPr>
          <p:nvPr/>
        </p:nvSpPr>
        <p:spPr bwMode="auto">
          <a:xfrm>
            <a:off x="3692525" y="3352800"/>
            <a:ext cx="13509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3600" b="1"/>
              <a:t>Object</a:t>
            </a:r>
            <a:endParaRPr lang="en-US" altLang="en-US" sz="2400"/>
          </a:p>
        </p:txBody>
      </p:sp>
      <p:sp>
        <p:nvSpPr>
          <p:cNvPr id="33797" name="Text Box 1030">
            <a:extLst>
              <a:ext uri="{FF2B5EF4-FFF2-40B4-BE49-F238E27FC236}">
                <a16:creationId xmlns:a16="http://schemas.microsoft.com/office/drawing/2014/main" id="{8F1075CE-2708-6858-50B2-B1B0FE8F06CC}"/>
              </a:ext>
            </a:extLst>
          </p:cNvPr>
          <p:cNvSpPr txBox="1">
            <a:spLocks noChangeArrowheads="1"/>
          </p:cNvSpPr>
          <p:nvPr/>
        </p:nvSpPr>
        <p:spPr bwMode="auto">
          <a:xfrm>
            <a:off x="838200" y="1524000"/>
            <a:ext cx="14208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knows</a:t>
            </a:r>
            <a:br>
              <a:rPr lang="en-US" altLang="en-US" sz="2400" i="1"/>
            </a:br>
            <a:r>
              <a:rPr lang="en-US" altLang="en-US" sz="2400" i="1"/>
              <a:t>information</a:t>
            </a:r>
          </a:p>
        </p:txBody>
      </p:sp>
      <p:sp>
        <p:nvSpPr>
          <p:cNvPr id="33798" name="Text Box 1031">
            <a:extLst>
              <a:ext uri="{FF2B5EF4-FFF2-40B4-BE49-F238E27FC236}">
                <a16:creationId xmlns:a16="http://schemas.microsoft.com/office/drawing/2014/main" id="{60FDA02B-D1E7-FE6E-FE57-DC69D5D0E6DC}"/>
              </a:ext>
            </a:extLst>
          </p:cNvPr>
          <p:cNvSpPr txBox="1">
            <a:spLocks noChangeArrowheads="1"/>
          </p:cNvSpPr>
          <p:nvPr/>
        </p:nvSpPr>
        <p:spPr bwMode="auto">
          <a:xfrm>
            <a:off x="6248400" y="1524000"/>
            <a:ext cx="16716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performs</a:t>
            </a:r>
            <a:br>
              <a:rPr lang="en-US" altLang="en-US" sz="2400" i="1"/>
            </a:br>
            <a:r>
              <a:rPr lang="en-US" altLang="en-US" sz="2400" i="1"/>
              <a:t>computations</a:t>
            </a:r>
            <a:endParaRPr lang="en-US" altLang="en-US" sz="2400"/>
          </a:p>
        </p:txBody>
      </p:sp>
      <p:sp>
        <p:nvSpPr>
          <p:cNvPr id="33799" name="Text Box 1032">
            <a:extLst>
              <a:ext uri="{FF2B5EF4-FFF2-40B4-BE49-F238E27FC236}">
                <a16:creationId xmlns:a16="http://schemas.microsoft.com/office/drawing/2014/main" id="{2E6F19A6-988E-4F63-B333-05B12A64C091}"/>
              </a:ext>
            </a:extLst>
          </p:cNvPr>
          <p:cNvSpPr txBox="1">
            <a:spLocks noChangeArrowheads="1"/>
          </p:cNvSpPr>
          <p:nvPr/>
        </p:nvSpPr>
        <p:spPr bwMode="auto">
          <a:xfrm>
            <a:off x="595313" y="5219700"/>
            <a:ext cx="2657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maintains connections</a:t>
            </a:r>
            <a:br>
              <a:rPr lang="en-US" altLang="en-US" sz="2400" i="1"/>
            </a:br>
            <a:r>
              <a:rPr lang="en-US" altLang="en-US" sz="2400" i="1"/>
              <a:t>(to other objects)</a:t>
            </a:r>
            <a:endParaRPr lang="en-US" altLang="en-US" sz="2400"/>
          </a:p>
        </p:txBody>
      </p:sp>
      <p:sp>
        <p:nvSpPr>
          <p:cNvPr id="33800" name="Text Box 1033">
            <a:extLst>
              <a:ext uri="{FF2B5EF4-FFF2-40B4-BE49-F238E27FC236}">
                <a16:creationId xmlns:a16="http://schemas.microsoft.com/office/drawing/2014/main" id="{A096285C-7A2B-3675-7F7C-4C48F7DD146F}"/>
              </a:ext>
            </a:extLst>
          </p:cNvPr>
          <p:cNvSpPr txBox="1">
            <a:spLocks noChangeArrowheads="1"/>
          </p:cNvSpPr>
          <p:nvPr/>
        </p:nvSpPr>
        <p:spPr bwMode="auto">
          <a:xfrm>
            <a:off x="5867400" y="5300663"/>
            <a:ext cx="29321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can be composed </a:t>
            </a:r>
          </a:p>
          <a:p>
            <a:pPr algn="ctr">
              <a:spcBef>
                <a:spcPct val="0"/>
              </a:spcBef>
              <a:buSzTx/>
              <a:buFontTx/>
              <a:buNone/>
            </a:pPr>
            <a:r>
              <a:rPr lang="en-US" altLang="en-US" sz="2400" i="1"/>
              <a:t>(as part of other objects)</a:t>
            </a:r>
            <a:endParaRPr lang="en-US" altLang="en-US" sz="2400"/>
          </a:p>
        </p:txBody>
      </p:sp>
      <p:sp>
        <p:nvSpPr>
          <p:cNvPr id="33801" name="Line 1035">
            <a:extLst>
              <a:ext uri="{FF2B5EF4-FFF2-40B4-BE49-F238E27FC236}">
                <a16:creationId xmlns:a16="http://schemas.microsoft.com/office/drawing/2014/main" id="{2A876A6C-AD6D-95F9-EC84-379B868B30B6}"/>
              </a:ext>
            </a:extLst>
          </p:cNvPr>
          <p:cNvSpPr>
            <a:spLocks noChangeShapeType="1"/>
          </p:cNvSpPr>
          <p:nvPr/>
        </p:nvSpPr>
        <p:spPr bwMode="auto">
          <a:xfrm>
            <a:off x="1524000" y="2362200"/>
            <a:ext cx="2057400" cy="990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3802" name="Line 1037">
            <a:extLst>
              <a:ext uri="{FF2B5EF4-FFF2-40B4-BE49-F238E27FC236}">
                <a16:creationId xmlns:a16="http://schemas.microsoft.com/office/drawing/2014/main" id="{AAA30A72-A1DB-9615-5DB4-8C9998B688F9}"/>
              </a:ext>
            </a:extLst>
          </p:cNvPr>
          <p:cNvSpPr>
            <a:spLocks noChangeShapeType="1"/>
          </p:cNvSpPr>
          <p:nvPr/>
        </p:nvSpPr>
        <p:spPr bwMode="auto">
          <a:xfrm flipV="1">
            <a:off x="1828800" y="4038600"/>
            <a:ext cx="1828800" cy="1219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3803" name="Line 1038">
            <a:extLst>
              <a:ext uri="{FF2B5EF4-FFF2-40B4-BE49-F238E27FC236}">
                <a16:creationId xmlns:a16="http://schemas.microsoft.com/office/drawing/2014/main" id="{05B7E514-BB61-A208-F4F5-25723F3CAA67}"/>
              </a:ext>
            </a:extLst>
          </p:cNvPr>
          <p:cNvSpPr>
            <a:spLocks noChangeShapeType="1"/>
          </p:cNvSpPr>
          <p:nvPr/>
        </p:nvSpPr>
        <p:spPr bwMode="auto">
          <a:xfrm flipH="1">
            <a:off x="5181600" y="2362200"/>
            <a:ext cx="1905000" cy="990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3804" name="Line 1039">
            <a:extLst>
              <a:ext uri="{FF2B5EF4-FFF2-40B4-BE49-F238E27FC236}">
                <a16:creationId xmlns:a16="http://schemas.microsoft.com/office/drawing/2014/main" id="{C5AE5165-85A0-55F2-7DCE-04B55A6F0C61}"/>
              </a:ext>
            </a:extLst>
          </p:cNvPr>
          <p:cNvSpPr>
            <a:spLocks noChangeShapeType="1"/>
          </p:cNvSpPr>
          <p:nvPr/>
        </p:nvSpPr>
        <p:spPr bwMode="auto">
          <a:xfrm flipH="1" flipV="1">
            <a:off x="5181600" y="3962400"/>
            <a:ext cx="2057400" cy="1295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3" name="Text Box 11">
            <a:extLst>
              <a:ext uri="{FF2B5EF4-FFF2-40B4-BE49-F238E27FC236}">
                <a16:creationId xmlns:a16="http://schemas.microsoft.com/office/drawing/2014/main" id="{71F01B97-909A-25C1-7606-CE27AB0661BA}"/>
              </a:ext>
            </a:extLst>
          </p:cNvPr>
          <p:cNvSpPr txBox="1">
            <a:spLocks noChangeArrowheads="1"/>
          </p:cNvSpPr>
          <p:nvPr/>
        </p:nvSpPr>
        <p:spPr bwMode="auto">
          <a:xfrm>
            <a:off x="3348038" y="1700213"/>
            <a:ext cx="2017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AU" altLang="en-US" b="1">
                <a:solidFill>
                  <a:srgbClr val="7F0101"/>
                </a:solidFill>
              </a:rPr>
              <a:t>Processing</a:t>
            </a:r>
          </a:p>
        </p:txBody>
      </p:sp>
      <p:sp>
        <p:nvSpPr>
          <p:cNvPr id="14" name="Text Box 11">
            <a:extLst>
              <a:ext uri="{FF2B5EF4-FFF2-40B4-BE49-F238E27FC236}">
                <a16:creationId xmlns:a16="http://schemas.microsoft.com/office/drawing/2014/main" id="{D2B7E005-3480-66A0-308E-9F33538EF114}"/>
              </a:ext>
            </a:extLst>
          </p:cNvPr>
          <p:cNvSpPr txBox="1">
            <a:spLocks noChangeArrowheads="1"/>
          </p:cNvSpPr>
          <p:nvPr/>
        </p:nvSpPr>
        <p:spPr bwMode="auto">
          <a:xfrm>
            <a:off x="611188" y="4005263"/>
            <a:ext cx="20177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AU" altLang="en-US" b="1">
                <a:solidFill>
                  <a:srgbClr val="083A7F"/>
                </a:solidFill>
              </a:rPr>
              <a:t>Interaction</a:t>
            </a:r>
          </a:p>
        </p:txBody>
      </p:sp>
      <p:sp>
        <p:nvSpPr>
          <p:cNvPr id="15" name="Text Box 11">
            <a:extLst>
              <a:ext uri="{FF2B5EF4-FFF2-40B4-BE49-F238E27FC236}">
                <a16:creationId xmlns:a16="http://schemas.microsoft.com/office/drawing/2014/main" id="{F8FAE045-01D4-8EAF-00EC-B7BA36521851}"/>
              </a:ext>
            </a:extLst>
          </p:cNvPr>
          <p:cNvSpPr txBox="1">
            <a:spLocks noChangeArrowheads="1"/>
          </p:cNvSpPr>
          <p:nvPr/>
        </p:nvSpPr>
        <p:spPr bwMode="auto">
          <a:xfrm>
            <a:off x="6372225" y="3933825"/>
            <a:ext cx="20177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AU" altLang="en-US" b="1">
                <a:solidFill>
                  <a:srgbClr val="00A479"/>
                </a:solidFill>
              </a:rPr>
              <a:t>Composition</a:t>
            </a:r>
          </a:p>
        </p:txBody>
      </p:sp>
      <p:sp>
        <p:nvSpPr>
          <p:cNvPr id="33808" name="Slide Number Placeholder 1">
            <a:extLst>
              <a:ext uri="{FF2B5EF4-FFF2-40B4-BE49-F238E27FC236}">
                <a16:creationId xmlns:a16="http://schemas.microsoft.com/office/drawing/2014/main" id="{143DF499-D635-620D-9B29-6E2C270514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7243547-A415-4157-B073-0E4132E9FB28}" type="slidenum">
              <a:rPr lang="en-AU" altLang="en-US" sz="1400" smtClean="0">
                <a:latin typeface="Times New Roman" panose="02020603050405020304" pitchFamily="18" charset="0"/>
              </a:rPr>
              <a:pPr>
                <a:spcBef>
                  <a:spcPct val="0"/>
                </a:spcBef>
                <a:buSzTx/>
                <a:buFontTx/>
                <a:buNone/>
              </a:pPr>
              <a:t>18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par>
                                <p:cTn id="8" presetID="9"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dissolve">
                                      <p:cBhvr>
                                        <p:cTn id="10" dur="500"/>
                                        <p:tgtEl>
                                          <p:spTgt spid="14"/>
                                        </p:tgtEl>
                                      </p:cBhvr>
                                    </p:animEffect>
                                  </p:childTnLst>
                                </p:cTn>
                              </p:par>
                              <p:par>
                                <p:cTn id="11" presetID="9"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dissolv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6">
            <a:extLst>
              <a:ext uri="{FF2B5EF4-FFF2-40B4-BE49-F238E27FC236}">
                <a16:creationId xmlns:a16="http://schemas.microsoft.com/office/drawing/2014/main" id="{1378B944-15BB-175B-A9BE-4FDE61C9D688}"/>
              </a:ext>
            </a:extLst>
          </p:cNvPr>
          <p:cNvSpPr>
            <a:spLocks noGrp="1" noChangeArrowheads="1"/>
          </p:cNvSpPr>
          <p:nvPr>
            <p:ph type="title"/>
          </p:nvPr>
        </p:nvSpPr>
        <p:spPr/>
        <p:txBody>
          <a:bodyPr/>
          <a:lstStyle/>
          <a:p>
            <a:r>
              <a:rPr lang="en-US" altLang="en-US"/>
              <a:t>In fact…</a:t>
            </a:r>
          </a:p>
        </p:txBody>
      </p:sp>
      <p:sp>
        <p:nvSpPr>
          <p:cNvPr id="35843" name="Rectangle 1028">
            <a:extLst>
              <a:ext uri="{FF2B5EF4-FFF2-40B4-BE49-F238E27FC236}">
                <a16:creationId xmlns:a16="http://schemas.microsoft.com/office/drawing/2014/main" id="{BF53A468-7E94-4686-F60A-B7AD52A3C8D5}"/>
              </a:ext>
            </a:extLst>
          </p:cNvPr>
          <p:cNvSpPr>
            <a:spLocks noChangeArrowheads="1"/>
          </p:cNvSpPr>
          <p:nvPr/>
        </p:nvSpPr>
        <p:spPr bwMode="auto">
          <a:xfrm>
            <a:off x="2895600" y="2743200"/>
            <a:ext cx="3048000" cy="20574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35844" name="Text Box 1029">
            <a:extLst>
              <a:ext uri="{FF2B5EF4-FFF2-40B4-BE49-F238E27FC236}">
                <a16:creationId xmlns:a16="http://schemas.microsoft.com/office/drawing/2014/main" id="{7B3335A3-9D48-7CF3-5604-C4E63603EAB3}"/>
              </a:ext>
            </a:extLst>
          </p:cNvPr>
          <p:cNvSpPr txBox="1">
            <a:spLocks noChangeArrowheads="1"/>
          </p:cNvSpPr>
          <p:nvPr/>
        </p:nvSpPr>
        <p:spPr bwMode="auto">
          <a:xfrm>
            <a:off x="3276600" y="3141663"/>
            <a:ext cx="2225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3600" b="1">
                <a:solidFill>
                  <a:srgbClr val="0C3A80"/>
                </a:solidFill>
              </a:rPr>
              <a:t>Processing</a:t>
            </a:r>
            <a:br>
              <a:rPr lang="en-US" altLang="en-US" sz="3600" b="1">
                <a:solidFill>
                  <a:srgbClr val="0C3A80"/>
                </a:solidFill>
              </a:rPr>
            </a:br>
            <a:r>
              <a:rPr lang="en-US" altLang="en-US" sz="3600" b="1">
                <a:solidFill>
                  <a:srgbClr val="0C3A80"/>
                </a:solidFill>
              </a:rPr>
              <a:t>Element</a:t>
            </a:r>
            <a:endParaRPr lang="en-US" altLang="en-US" sz="2400">
              <a:solidFill>
                <a:srgbClr val="0C3A80"/>
              </a:solidFill>
            </a:endParaRPr>
          </a:p>
        </p:txBody>
      </p:sp>
      <p:sp>
        <p:nvSpPr>
          <p:cNvPr id="35845" name="Text Box 1030">
            <a:extLst>
              <a:ext uri="{FF2B5EF4-FFF2-40B4-BE49-F238E27FC236}">
                <a16:creationId xmlns:a16="http://schemas.microsoft.com/office/drawing/2014/main" id="{8B74EC6B-C09E-68C5-BD66-8279F8788689}"/>
              </a:ext>
            </a:extLst>
          </p:cNvPr>
          <p:cNvSpPr txBox="1">
            <a:spLocks noChangeArrowheads="1"/>
          </p:cNvSpPr>
          <p:nvPr/>
        </p:nvSpPr>
        <p:spPr bwMode="auto">
          <a:xfrm>
            <a:off x="801688" y="1524000"/>
            <a:ext cx="14938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contains</a:t>
            </a:r>
            <a:br>
              <a:rPr lang="en-US" altLang="en-US" sz="2400" i="1"/>
            </a:br>
            <a:r>
              <a:rPr lang="en-US" altLang="en-US" sz="2400" i="1"/>
              <a:t>information</a:t>
            </a:r>
          </a:p>
        </p:txBody>
      </p:sp>
      <p:sp>
        <p:nvSpPr>
          <p:cNvPr id="35846" name="Text Box 1031">
            <a:extLst>
              <a:ext uri="{FF2B5EF4-FFF2-40B4-BE49-F238E27FC236}">
                <a16:creationId xmlns:a16="http://schemas.microsoft.com/office/drawing/2014/main" id="{288630DF-C37E-09CD-9A5F-AEB44EB6B4B4}"/>
              </a:ext>
            </a:extLst>
          </p:cNvPr>
          <p:cNvSpPr txBox="1">
            <a:spLocks noChangeArrowheads="1"/>
          </p:cNvSpPr>
          <p:nvPr/>
        </p:nvSpPr>
        <p:spPr bwMode="auto">
          <a:xfrm>
            <a:off x="6248400" y="1524000"/>
            <a:ext cx="16716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performs</a:t>
            </a:r>
            <a:br>
              <a:rPr lang="en-US" altLang="en-US" sz="2400" i="1"/>
            </a:br>
            <a:r>
              <a:rPr lang="en-US" altLang="en-US" sz="2400" i="1"/>
              <a:t>computations</a:t>
            </a:r>
            <a:endParaRPr lang="en-US" altLang="en-US" sz="2400"/>
          </a:p>
        </p:txBody>
      </p:sp>
      <p:sp>
        <p:nvSpPr>
          <p:cNvPr id="35847" name="Text Box 1032">
            <a:extLst>
              <a:ext uri="{FF2B5EF4-FFF2-40B4-BE49-F238E27FC236}">
                <a16:creationId xmlns:a16="http://schemas.microsoft.com/office/drawing/2014/main" id="{0FC1FDF7-C259-F96F-5CD1-6C0D78951654}"/>
              </a:ext>
            </a:extLst>
          </p:cNvPr>
          <p:cNvSpPr txBox="1">
            <a:spLocks noChangeArrowheads="1"/>
          </p:cNvSpPr>
          <p:nvPr/>
        </p:nvSpPr>
        <p:spPr bwMode="auto">
          <a:xfrm>
            <a:off x="323850" y="5229225"/>
            <a:ext cx="36052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maintains connections</a:t>
            </a:r>
            <a:br>
              <a:rPr lang="en-US" altLang="en-US" sz="2400" i="1"/>
            </a:br>
            <a:r>
              <a:rPr lang="en-US" altLang="en-US" sz="2400" i="1"/>
              <a:t>(to other processing elements)</a:t>
            </a:r>
            <a:endParaRPr lang="en-US" altLang="en-US" sz="2400"/>
          </a:p>
        </p:txBody>
      </p:sp>
      <p:sp>
        <p:nvSpPr>
          <p:cNvPr id="35848" name="Line 1035">
            <a:extLst>
              <a:ext uri="{FF2B5EF4-FFF2-40B4-BE49-F238E27FC236}">
                <a16:creationId xmlns:a16="http://schemas.microsoft.com/office/drawing/2014/main" id="{729B2DAE-8B29-4F00-1D96-B340F6F2D3BE}"/>
              </a:ext>
            </a:extLst>
          </p:cNvPr>
          <p:cNvSpPr>
            <a:spLocks noChangeShapeType="1"/>
          </p:cNvSpPr>
          <p:nvPr/>
        </p:nvSpPr>
        <p:spPr bwMode="auto">
          <a:xfrm>
            <a:off x="1524000" y="2362200"/>
            <a:ext cx="1824038" cy="8509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5849" name="Line 1037">
            <a:extLst>
              <a:ext uri="{FF2B5EF4-FFF2-40B4-BE49-F238E27FC236}">
                <a16:creationId xmlns:a16="http://schemas.microsoft.com/office/drawing/2014/main" id="{D3B3B49F-A9CA-072F-ED27-08736A37E224}"/>
              </a:ext>
            </a:extLst>
          </p:cNvPr>
          <p:cNvSpPr>
            <a:spLocks noChangeShapeType="1"/>
          </p:cNvSpPr>
          <p:nvPr/>
        </p:nvSpPr>
        <p:spPr bwMode="auto">
          <a:xfrm flipV="1">
            <a:off x="1828800" y="4221163"/>
            <a:ext cx="1590675" cy="103663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5850" name="Line 1038">
            <a:extLst>
              <a:ext uri="{FF2B5EF4-FFF2-40B4-BE49-F238E27FC236}">
                <a16:creationId xmlns:a16="http://schemas.microsoft.com/office/drawing/2014/main" id="{E60C32AA-8752-4460-0103-9344513A7E54}"/>
              </a:ext>
            </a:extLst>
          </p:cNvPr>
          <p:cNvSpPr>
            <a:spLocks noChangeShapeType="1"/>
          </p:cNvSpPr>
          <p:nvPr/>
        </p:nvSpPr>
        <p:spPr bwMode="auto">
          <a:xfrm flipH="1">
            <a:off x="5435600" y="2362200"/>
            <a:ext cx="1651000" cy="8509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5851" name="Line 1039">
            <a:extLst>
              <a:ext uri="{FF2B5EF4-FFF2-40B4-BE49-F238E27FC236}">
                <a16:creationId xmlns:a16="http://schemas.microsoft.com/office/drawing/2014/main" id="{BE4F0738-6EBB-B048-C99C-3A0D66239D01}"/>
              </a:ext>
            </a:extLst>
          </p:cNvPr>
          <p:cNvSpPr>
            <a:spLocks noChangeShapeType="1"/>
          </p:cNvSpPr>
          <p:nvPr/>
        </p:nvSpPr>
        <p:spPr bwMode="auto">
          <a:xfrm flipH="1" flipV="1">
            <a:off x="5292725" y="4005263"/>
            <a:ext cx="1946275" cy="125253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5852" name="Text Box 1033">
            <a:extLst>
              <a:ext uri="{FF2B5EF4-FFF2-40B4-BE49-F238E27FC236}">
                <a16:creationId xmlns:a16="http://schemas.microsoft.com/office/drawing/2014/main" id="{3FDDAFFE-20C4-DB73-1497-5940275ED28A}"/>
              </a:ext>
            </a:extLst>
          </p:cNvPr>
          <p:cNvSpPr txBox="1">
            <a:spLocks noChangeArrowheads="1"/>
          </p:cNvSpPr>
          <p:nvPr/>
        </p:nvSpPr>
        <p:spPr bwMode="auto">
          <a:xfrm>
            <a:off x="6037263" y="5229225"/>
            <a:ext cx="25939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t>can be composed </a:t>
            </a:r>
          </a:p>
          <a:p>
            <a:pPr algn="ctr">
              <a:spcBef>
                <a:spcPct val="0"/>
              </a:spcBef>
              <a:buSzTx/>
              <a:buFontTx/>
              <a:buNone/>
            </a:pPr>
            <a:r>
              <a:rPr lang="en-US" altLang="en-US" sz="2400" i="1"/>
              <a:t>(as part of other PEs)</a:t>
            </a:r>
            <a:endParaRPr lang="en-US" altLang="en-US" sz="2400"/>
          </a:p>
        </p:txBody>
      </p:sp>
      <p:sp>
        <p:nvSpPr>
          <p:cNvPr id="35853" name="Slide Number Placeholder 1">
            <a:extLst>
              <a:ext uri="{FF2B5EF4-FFF2-40B4-BE49-F238E27FC236}">
                <a16:creationId xmlns:a16="http://schemas.microsoft.com/office/drawing/2014/main" id="{6575B585-FBBD-732F-09E3-62F87A8347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F64D202-C25B-425E-8FDA-BC31AEE3A67A}" type="slidenum">
              <a:rPr lang="en-AU" altLang="en-US" sz="1400" smtClean="0">
                <a:latin typeface="Times New Roman" panose="02020603050405020304" pitchFamily="18" charset="0"/>
              </a:rPr>
              <a:pPr>
                <a:spcBef>
                  <a:spcPct val="0"/>
                </a:spcBef>
                <a:buSzTx/>
                <a:buFontTx/>
                <a:buNone/>
              </a:pPr>
              <a:t>19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1026">
            <a:extLst>
              <a:ext uri="{FF2B5EF4-FFF2-40B4-BE49-F238E27FC236}">
                <a16:creationId xmlns:a16="http://schemas.microsoft.com/office/drawing/2014/main" id="{CF8B53F1-1D6E-B3EE-3130-45AF019CFC59}"/>
              </a:ext>
            </a:extLst>
          </p:cNvPr>
          <p:cNvSpPr>
            <a:spLocks noGrp="1" noChangeArrowheads="1"/>
          </p:cNvSpPr>
          <p:nvPr>
            <p:ph type="title"/>
          </p:nvPr>
        </p:nvSpPr>
        <p:spPr/>
        <p:txBody>
          <a:bodyPr/>
          <a:lstStyle/>
          <a:p>
            <a:pPr>
              <a:defRPr/>
            </a:pPr>
            <a:r>
              <a:rPr lang="en-US">
                <a:ea typeface="+mj-ea"/>
                <a:cs typeface="+mj-cs"/>
              </a:rPr>
              <a:t>What is a Class?</a:t>
            </a:r>
          </a:p>
        </p:txBody>
      </p:sp>
      <p:sp>
        <p:nvSpPr>
          <p:cNvPr id="217091" name="Rectangle 1027">
            <a:extLst>
              <a:ext uri="{FF2B5EF4-FFF2-40B4-BE49-F238E27FC236}">
                <a16:creationId xmlns:a16="http://schemas.microsoft.com/office/drawing/2014/main" id="{805B519A-4729-C19C-E4FF-A0243785574C}"/>
              </a:ext>
            </a:extLst>
          </p:cNvPr>
          <p:cNvSpPr>
            <a:spLocks noGrp="1" noChangeArrowheads="1"/>
          </p:cNvSpPr>
          <p:nvPr>
            <p:ph type="body" idx="1"/>
          </p:nvPr>
        </p:nvSpPr>
        <p:spPr>
          <a:xfrm>
            <a:off x="900113" y="1185863"/>
            <a:ext cx="8064500" cy="4800600"/>
          </a:xfrm>
        </p:spPr>
        <p:txBody>
          <a:bodyPr/>
          <a:lstStyle/>
          <a:p>
            <a:pPr marL="342900" indent="-342900">
              <a:lnSpc>
                <a:spcPct val="90000"/>
              </a:lnSpc>
              <a:defRPr/>
            </a:pPr>
            <a:r>
              <a:rPr lang="en-US" sz="3200" dirty="0"/>
              <a:t>A class is a description of a </a:t>
            </a:r>
            <a:r>
              <a:rPr lang="en-US" sz="3200" i="1" dirty="0">
                <a:solidFill>
                  <a:srgbClr val="0C3A80"/>
                </a:solidFill>
              </a:rPr>
              <a:t>group of objects</a:t>
            </a:r>
            <a:r>
              <a:rPr lang="en-US" sz="3200" dirty="0"/>
              <a:t> with</a:t>
            </a:r>
          </a:p>
          <a:p>
            <a:pPr marL="839788" lvl="1" indent="-382588">
              <a:lnSpc>
                <a:spcPct val="90000"/>
              </a:lnSpc>
              <a:defRPr/>
            </a:pPr>
            <a:r>
              <a:rPr lang="en-US" sz="2800" dirty="0"/>
              <a:t>common data attributes</a:t>
            </a:r>
          </a:p>
          <a:p>
            <a:pPr marL="839788" lvl="1" indent="-382588">
              <a:lnSpc>
                <a:spcPct val="90000"/>
              </a:lnSpc>
              <a:defRPr/>
            </a:pPr>
            <a:r>
              <a:rPr lang="en-US" sz="2800" dirty="0"/>
              <a:t>common operations</a:t>
            </a:r>
          </a:p>
          <a:p>
            <a:pPr marL="839788" lvl="1" indent="-382588">
              <a:lnSpc>
                <a:spcPct val="90000"/>
              </a:lnSpc>
              <a:defRPr/>
            </a:pPr>
            <a:r>
              <a:rPr lang="en-US" sz="2800" dirty="0"/>
              <a:t>common relationships to objects; and</a:t>
            </a:r>
          </a:p>
          <a:p>
            <a:pPr marL="839788" lvl="1" indent="-382588">
              <a:lnSpc>
                <a:spcPct val="90000"/>
              </a:lnSpc>
              <a:defRPr/>
            </a:pPr>
            <a:r>
              <a:rPr lang="en-US" sz="2800" dirty="0"/>
              <a:t>common semantics (i.e. </a:t>
            </a:r>
            <a:r>
              <a:rPr lang="en-US" altLang="en-US" sz="2800" dirty="0"/>
              <a:t>“</a:t>
            </a:r>
            <a:r>
              <a:rPr lang="en-US" sz="2800" dirty="0"/>
              <a:t>meaning</a:t>
            </a:r>
            <a:r>
              <a:rPr lang="en-US" altLang="en-US" sz="2800" dirty="0"/>
              <a:t>”</a:t>
            </a:r>
            <a:r>
              <a:rPr lang="en-US" sz="2800" dirty="0"/>
              <a:t>)</a:t>
            </a:r>
          </a:p>
          <a:p>
            <a:pPr marL="342900" indent="-342900">
              <a:lnSpc>
                <a:spcPct val="90000"/>
              </a:lnSpc>
              <a:defRPr/>
            </a:pPr>
            <a:r>
              <a:rPr lang="en-US" sz="3200" dirty="0"/>
              <a:t>Classes are used to </a:t>
            </a:r>
            <a:r>
              <a:rPr lang="en-US" sz="3200" i="1" dirty="0">
                <a:solidFill>
                  <a:srgbClr val="0C3A80"/>
                </a:solidFill>
              </a:rPr>
              <a:t>create</a:t>
            </a:r>
            <a:r>
              <a:rPr lang="en-US" sz="3200" dirty="0">
                <a:solidFill>
                  <a:srgbClr val="0C3A80"/>
                </a:solidFill>
              </a:rPr>
              <a:t> </a:t>
            </a:r>
            <a:r>
              <a:rPr lang="en-US" sz="3200" dirty="0"/>
              <a:t>objects:</a:t>
            </a:r>
          </a:p>
          <a:p>
            <a:pPr marL="839788" lvl="1" indent="-382588">
              <a:lnSpc>
                <a:spcPct val="90000"/>
              </a:lnSpc>
              <a:defRPr/>
            </a:pPr>
            <a:r>
              <a:rPr lang="en-US" sz="2800" dirty="0"/>
              <a:t>Such </a:t>
            </a:r>
            <a:r>
              <a:rPr lang="en-US" sz="2800" u="sng" dirty="0"/>
              <a:t>objects</a:t>
            </a:r>
            <a:r>
              <a:rPr lang="en-US" sz="2800" dirty="0"/>
              <a:t> are called </a:t>
            </a:r>
            <a:r>
              <a:rPr lang="en-US" sz="2800" i="1" u="sng" dirty="0">
                <a:solidFill>
                  <a:srgbClr val="7E0701"/>
                </a:solidFill>
              </a:rPr>
              <a:t>instances</a:t>
            </a:r>
            <a:r>
              <a:rPr lang="en-US" sz="2800" dirty="0"/>
              <a:t> of their creating class</a:t>
            </a:r>
          </a:p>
          <a:p>
            <a:pPr>
              <a:lnSpc>
                <a:spcPct val="90000"/>
              </a:lnSpc>
              <a:defRPr/>
            </a:pPr>
            <a:r>
              <a:rPr lang="en-US" sz="3200" dirty="0"/>
              <a:t>Object-Oriented Design often focuses on </a:t>
            </a:r>
            <a:r>
              <a:rPr lang="en-US" sz="3200" i="1" dirty="0"/>
              <a:t>identifying classes</a:t>
            </a:r>
            <a:r>
              <a:rPr lang="en-US" sz="3200" dirty="0"/>
              <a:t>, not objects! … but,</a:t>
            </a:r>
          </a:p>
          <a:p>
            <a:pPr>
              <a:lnSpc>
                <a:spcPct val="90000"/>
              </a:lnSpc>
              <a:defRPr/>
            </a:pPr>
            <a:r>
              <a:rPr lang="en-US" sz="3200" dirty="0"/>
              <a:t>Analysis &amp; dynamic </a:t>
            </a:r>
            <a:r>
              <a:rPr lang="en-US" sz="3200" dirty="0" err="1"/>
              <a:t>behaviour</a:t>
            </a:r>
            <a:r>
              <a:rPr lang="en-US" sz="3200" dirty="0"/>
              <a:t> in terms of objects</a:t>
            </a:r>
          </a:p>
        </p:txBody>
      </p:sp>
      <p:sp>
        <p:nvSpPr>
          <p:cNvPr id="37892" name="Slide Number Placeholder 1">
            <a:extLst>
              <a:ext uri="{FF2B5EF4-FFF2-40B4-BE49-F238E27FC236}">
                <a16:creationId xmlns:a16="http://schemas.microsoft.com/office/drawing/2014/main" id="{87AD1E1B-47BB-9C5A-1D20-309DFAF4C20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0853086-AE8E-4C8C-A686-239A60B2FA2C}" type="slidenum">
              <a:rPr lang="en-AU" altLang="en-US" sz="1400" smtClean="0">
                <a:latin typeface="Times New Roman" panose="02020603050405020304" pitchFamily="18" charset="0"/>
              </a:rPr>
              <a:pPr>
                <a:spcBef>
                  <a:spcPct val="0"/>
                </a:spcBef>
                <a:buSzTx/>
                <a:buFontTx/>
                <a:buNone/>
              </a:pPr>
              <a:t>20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027" descr="05Visibility">
            <a:extLst>
              <a:ext uri="{FF2B5EF4-FFF2-40B4-BE49-F238E27FC236}">
                <a16:creationId xmlns:a16="http://schemas.microsoft.com/office/drawing/2014/main" id="{56502D64-B94A-10C9-435D-7379C1D96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 y="1020763"/>
            <a:ext cx="9067800"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0" name="Rectangle 1026">
            <a:extLst>
              <a:ext uri="{FF2B5EF4-FFF2-40B4-BE49-F238E27FC236}">
                <a16:creationId xmlns:a16="http://schemas.microsoft.com/office/drawing/2014/main" id="{514ADCC8-3D8A-0DE4-48A5-E74C1B27ABDB}"/>
              </a:ext>
            </a:extLst>
          </p:cNvPr>
          <p:cNvSpPr>
            <a:spLocks noGrp="1" noChangeArrowheads="1"/>
          </p:cNvSpPr>
          <p:nvPr>
            <p:ph type="title"/>
          </p:nvPr>
        </p:nvSpPr>
        <p:spPr/>
        <p:txBody>
          <a:bodyPr/>
          <a:lstStyle/>
          <a:p>
            <a:pPr>
              <a:defRPr/>
            </a:pPr>
            <a:r>
              <a:rPr lang="en-US" dirty="0">
                <a:ea typeface="+mj-ea"/>
                <a:cs typeface="+mj-cs"/>
              </a:rPr>
              <a:t>Classes in UML</a:t>
            </a:r>
          </a:p>
        </p:txBody>
      </p:sp>
      <p:sp>
        <p:nvSpPr>
          <p:cNvPr id="237572" name="AutoShape 1028">
            <a:extLst>
              <a:ext uri="{FF2B5EF4-FFF2-40B4-BE49-F238E27FC236}">
                <a16:creationId xmlns:a16="http://schemas.microsoft.com/office/drawing/2014/main" id="{6F147F5A-1A4D-E0BE-BD91-D0D1938B1A2A}"/>
              </a:ext>
            </a:extLst>
          </p:cNvPr>
          <p:cNvSpPr>
            <a:spLocks noChangeArrowheads="1"/>
          </p:cNvSpPr>
          <p:nvPr/>
        </p:nvSpPr>
        <p:spPr bwMode="auto">
          <a:xfrm>
            <a:off x="6858000" y="3048000"/>
            <a:ext cx="1905000" cy="990600"/>
          </a:xfrm>
          <a:prstGeom prst="foldedCorner">
            <a:avLst>
              <a:gd name="adj" fmla="val 12500"/>
            </a:avLst>
          </a:prstGeom>
          <a:solidFill>
            <a:schemeClr val="accent1"/>
          </a:solidFill>
          <a:ln w="9525">
            <a:solidFill>
              <a:schemeClr val="tx1"/>
            </a:solidFill>
            <a:round/>
            <a:headEnd/>
            <a:tailEnd/>
          </a:ln>
        </p:spPr>
        <p:txBody>
          <a:bodyPr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b="1" i="1">
                <a:solidFill>
                  <a:schemeClr val="accent2"/>
                </a:solidFill>
                <a:latin typeface="Helvetica" panose="020B0604020202020204" pitchFamily="34" charset="0"/>
              </a:rPr>
              <a:t>Don’t worry about visibility too early!</a:t>
            </a:r>
          </a:p>
        </p:txBody>
      </p:sp>
      <p:sp>
        <p:nvSpPr>
          <p:cNvPr id="39941" name="Slide Number Placeholder 1">
            <a:extLst>
              <a:ext uri="{FF2B5EF4-FFF2-40B4-BE49-F238E27FC236}">
                <a16:creationId xmlns:a16="http://schemas.microsoft.com/office/drawing/2014/main" id="{4AC6B4F3-0926-14C0-7C11-189CF599342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83BD297-6446-4A91-B944-25E45644F780}" type="slidenum">
              <a:rPr lang="en-AU" altLang="en-US" sz="1400" smtClean="0">
                <a:latin typeface="Times New Roman" panose="02020603050405020304" pitchFamily="18" charset="0"/>
              </a:rPr>
              <a:pPr>
                <a:spcBef>
                  <a:spcPct val="0"/>
                </a:spcBef>
                <a:buSzTx/>
                <a:buFontTx/>
                <a:buNone/>
              </a:pPr>
              <a:t>21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
        <p:nvSpPr>
          <p:cNvPr id="7" name="Rectangle 1026">
            <a:extLst>
              <a:ext uri="{FF2B5EF4-FFF2-40B4-BE49-F238E27FC236}">
                <a16:creationId xmlns:a16="http://schemas.microsoft.com/office/drawing/2014/main" id="{9BB1631C-DB39-19EF-6C2A-1C08F4F3B455}"/>
              </a:ext>
            </a:extLst>
          </p:cNvPr>
          <p:cNvSpPr txBox="1">
            <a:spLocks noChangeArrowheads="1"/>
          </p:cNvSpPr>
          <p:nvPr/>
        </p:nvSpPr>
        <p:spPr bwMode="auto">
          <a:xfrm>
            <a:off x="611188" y="5846763"/>
            <a:ext cx="6997700" cy="685800"/>
          </a:xfrm>
          <a:prstGeom prst="rect">
            <a:avLst/>
          </a:prstGeom>
          <a:noFill/>
          <a:ln>
            <a:noFill/>
          </a:ln>
          <a:effectLst/>
        </p:spPr>
        <p:txBody>
          <a:bodyPr lIns="0" tIns="0" rIns="0" bIns="0"/>
          <a:lstStyle>
            <a:lvl1pPr algn="l" rtl="0" eaLnBrk="0" fontAlgn="base" hangingPunct="0">
              <a:spcBef>
                <a:spcPct val="0"/>
              </a:spcBef>
              <a:spcAft>
                <a:spcPct val="0"/>
              </a:spcAft>
              <a:defRPr sz="36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2pPr>
            <a:lvl3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3pPr>
            <a:lvl4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4pPr>
            <a:lvl5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5pPr>
            <a:lvl6pPr marL="457200" algn="l" rtl="0" eaLnBrk="0" fontAlgn="base" hangingPunct="0">
              <a:spcBef>
                <a:spcPct val="0"/>
              </a:spcBef>
              <a:spcAft>
                <a:spcPct val="0"/>
              </a:spcAft>
              <a:defRPr sz="3600" b="1">
                <a:solidFill>
                  <a:schemeClr val="tx2"/>
                </a:solidFill>
                <a:latin typeface="Arial Narrow" charset="0"/>
                <a:ea typeface="ＭＳ Ｐゴシック" charset="0"/>
              </a:defRPr>
            </a:lvl6pPr>
            <a:lvl7pPr marL="914400" algn="l" rtl="0" eaLnBrk="0" fontAlgn="base" hangingPunct="0">
              <a:spcBef>
                <a:spcPct val="0"/>
              </a:spcBef>
              <a:spcAft>
                <a:spcPct val="0"/>
              </a:spcAft>
              <a:defRPr sz="3600" b="1">
                <a:solidFill>
                  <a:schemeClr val="tx2"/>
                </a:solidFill>
                <a:latin typeface="Arial Narrow" charset="0"/>
                <a:ea typeface="ＭＳ Ｐゴシック" charset="0"/>
              </a:defRPr>
            </a:lvl7pPr>
            <a:lvl8pPr marL="1371600" algn="l" rtl="0" eaLnBrk="0" fontAlgn="base" hangingPunct="0">
              <a:spcBef>
                <a:spcPct val="0"/>
              </a:spcBef>
              <a:spcAft>
                <a:spcPct val="0"/>
              </a:spcAft>
              <a:defRPr sz="3600" b="1">
                <a:solidFill>
                  <a:schemeClr val="tx2"/>
                </a:solidFill>
                <a:latin typeface="Arial Narrow" charset="0"/>
                <a:ea typeface="ＭＳ Ｐゴシック" charset="0"/>
              </a:defRPr>
            </a:lvl8pPr>
            <a:lvl9pPr marL="1828800" algn="l" rtl="0" eaLnBrk="0" fontAlgn="base" hangingPunct="0">
              <a:spcBef>
                <a:spcPct val="0"/>
              </a:spcBef>
              <a:spcAft>
                <a:spcPct val="0"/>
              </a:spcAft>
              <a:defRPr sz="3600" b="1">
                <a:solidFill>
                  <a:schemeClr val="tx2"/>
                </a:solidFill>
                <a:latin typeface="Arial Narrow" charset="0"/>
                <a:ea typeface="ＭＳ Ｐゴシック" charset="0"/>
              </a:defRPr>
            </a:lvl9pPr>
          </a:lstStyle>
          <a:p>
            <a:pPr>
              <a:defRPr/>
            </a:pPr>
            <a:r>
              <a:rPr lang="en-US" sz="2400" i="1" u="sng" dirty="0">
                <a:solidFill>
                  <a:srgbClr val="7F0101"/>
                </a:solidFill>
              </a:rPr>
              <a:t>*** In high-level design, less concerned about details (methods, attributes, </a:t>
            </a:r>
            <a:r>
              <a:rPr lang="en-US" sz="2400" i="1" u="sng" dirty="0" err="1">
                <a:solidFill>
                  <a:srgbClr val="7F0101"/>
                </a:solidFill>
              </a:rPr>
              <a:t>etc</a:t>
            </a:r>
            <a:r>
              <a:rPr lang="en-US" sz="2400" i="1" u="sng" dirty="0">
                <a:solidFill>
                  <a:srgbClr val="7F0101"/>
                </a:solidFill>
              </a:rPr>
              <a:t>)!!!</a:t>
            </a:r>
          </a:p>
          <a:p>
            <a:pPr>
              <a:defRPr/>
            </a:pPr>
            <a:endParaRPr lang="en-US" kern="0" dirty="0">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7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1">
            <a:extLst>
              <a:ext uri="{FF2B5EF4-FFF2-40B4-BE49-F238E27FC236}">
                <a16:creationId xmlns:a16="http://schemas.microsoft.com/office/drawing/2014/main" id="{407696E2-72AE-D261-F877-D54808C733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D7D707A-E953-40C5-B9EA-7C3C96F98E0C}" type="slidenum">
              <a:rPr lang="en-AU" altLang="en-US" sz="1400" smtClean="0">
                <a:latin typeface="Times New Roman" panose="02020603050405020304" pitchFamily="18" charset="0"/>
              </a:rPr>
              <a:pPr>
                <a:spcBef>
                  <a:spcPct val="0"/>
                </a:spcBef>
                <a:buSzTx/>
                <a:buFontTx/>
                <a:buNone/>
              </a:pPr>
              <a:t>22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7" name="Picture 6">
            <a:extLst>
              <a:ext uri="{FF2B5EF4-FFF2-40B4-BE49-F238E27FC236}">
                <a16:creationId xmlns:a16="http://schemas.microsoft.com/office/drawing/2014/main" id="{8DAB1249-677E-7231-D531-800A422018A1}"/>
              </a:ext>
            </a:extLst>
          </p:cNvPr>
          <p:cNvPicPr>
            <a:picLocks noChangeAspect="1"/>
          </p:cNvPicPr>
          <p:nvPr/>
        </p:nvPicPr>
        <p:blipFill>
          <a:blip r:embed="rId2"/>
          <a:stretch>
            <a:fillRect/>
          </a:stretch>
        </p:blipFill>
        <p:spPr>
          <a:xfrm>
            <a:off x="288925" y="1481138"/>
            <a:ext cx="6973888" cy="4373562"/>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41988" name="Picture 2" descr="[Person|-name:String;-age:int|+Person(initialName:String);+printPerson():void;+getName():String]">
            <a:extLst>
              <a:ext uri="{FF2B5EF4-FFF2-40B4-BE49-F238E27FC236}">
                <a16:creationId xmlns:a16="http://schemas.microsoft.com/office/drawing/2014/main" id="{7DBA2C83-923A-C059-611D-C225847D4A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4588" y="1628775"/>
            <a:ext cx="36544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a:extLst>
              <a:ext uri="{FF2B5EF4-FFF2-40B4-BE49-F238E27FC236}">
                <a16:creationId xmlns:a16="http://schemas.microsoft.com/office/drawing/2014/main" id="{A6FFBC38-AF1C-4FB1-E386-D63334D731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E021E19-0E7C-4552-9418-B4D0A545339F}" type="slidenum">
              <a:rPr lang="en-AU" altLang="en-US" sz="1400" smtClean="0">
                <a:latin typeface="Times New Roman" panose="02020603050405020304" pitchFamily="18" charset="0"/>
              </a:rPr>
              <a:pPr>
                <a:spcBef>
                  <a:spcPct val="0"/>
                </a:spcBef>
                <a:buSzTx/>
                <a:buFontTx/>
                <a:buNone/>
              </a:pPr>
              <a:t>23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43011" name="Picture 2" descr="[Person|-name:String;-age:int|+Person(initialName:String);+printPerson():void;+getName():String][Book|-name:String;-publisher:String|+getAuthors():ArrayList;+addAuthor(author:Person)][Book]-*-&gt;[Person]">
            <a:extLst>
              <a:ext uri="{FF2B5EF4-FFF2-40B4-BE49-F238E27FC236}">
                <a16:creationId xmlns:a16="http://schemas.microsoft.com/office/drawing/2014/main" id="{A8A958D7-D77C-7880-B065-1032BBFF3D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28600"/>
            <a:ext cx="710565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AFDB7531-F2AF-8E12-14A8-6F1758525782}"/>
              </a:ext>
            </a:extLst>
          </p:cNvPr>
          <p:cNvPicPr>
            <a:picLocks noChangeAspect="1"/>
          </p:cNvPicPr>
          <p:nvPr/>
        </p:nvPicPr>
        <p:blipFill>
          <a:blip r:embed="rId3"/>
          <a:stretch>
            <a:fillRect/>
          </a:stretch>
        </p:blipFill>
        <p:spPr>
          <a:xfrm>
            <a:off x="1811338" y="1985963"/>
            <a:ext cx="5521325" cy="4643437"/>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1026">
            <a:extLst>
              <a:ext uri="{FF2B5EF4-FFF2-40B4-BE49-F238E27FC236}">
                <a16:creationId xmlns:a16="http://schemas.microsoft.com/office/drawing/2014/main" id="{65869643-A80B-2C0E-6017-3840CCB91F69}"/>
              </a:ext>
            </a:extLst>
          </p:cNvPr>
          <p:cNvSpPr>
            <a:spLocks noGrp="1" noChangeArrowheads="1"/>
          </p:cNvSpPr>
          <p:nvPr>
            <p:ph type="title"/>
          </p:nvPr>
        </p:nvSpPr>
        <p:spPr/>
        <p:txBody>
          <a:bodyPr/>
          <a:lstStyle/>
          <a:p>
            <a:pPr>
              <a:defRPr/>
            </a:pPr>
            <a:r>
              <a:rPr lang="en-US">
                <a:ea typeface="+mj-ea"/>
                <a:cs typeface="+mj-cs"/>
              </a:rPr>
              <a:t>Objects in UML</a:t>
            </a:r>
          </a:p>
        </p:txBody>
      </p:sp>
      <p:sp>
        <p:nvSpPr>
          <p:cNvPr id="241667" name="Rectangle 1027">
            <a:extLst>
              <a:ext uri="{FF2B5EF4-FFF2-40B4-BE49-F238E27FC236}">
                <a16:creationId xmlns:a16="http://schemas.microsoft.com/office/drawing/2014/main" id="{28C36BF3-1166-F697-0797-8834AC463962}"/>
              </a:ext>
            </a:extLst>
          </p:cNvPr>
          <p:cNvSpPr>
            <a:spLocks noGrp="1" noChangeArrowheads="1"/>
          </p:cNvSpPr>
          <p:nvPr>
            <p:ph type="body" idx="1"/>
          </p:nvPr>
        </p:nvSpPr>
        <p:spPr>
          <a:xfrm>
            <a:off x="1079500" y="1143000"/>
            <a:ext cx="7543800" cy="4114800"/>
          </a:xfrm>
        </p:spPr>
        <p:txBody>
          <a:bodyPr/>
          <a:lstStyle/>
          <a:p>
            <a:pPr marL="0" indent="0">
              <a:lnSpc>
                <a:spcPct val="90000"/>
              </a:lnSpc>
              <a:buFont typeface="Wingdings" charset="0"/>
              <a:buNone/>
              <a:defRPr/>
            </a:pPr>
            <a:r>
              <a:rPr lang="en-US" sz="2400" i="1" dirty="0">
                <a:solidFill>
                  <a:srgbClr val="7F0101"/>
                </a:solidFill>
                <a:ea typeface="+mn-ea"/>
                <a:cs typeface="+mn-cs"/>
              </a:rPr>
              <a:t>Objects</a:t>
            </a:r>
            <a:r>
              <a:rPr lang="en-US" sz="2400" dirty="0">
                <a:ea typeface="+mn-ea"/>
                <a:cs typeface="+mn-cs"/>
              </a:rPr>
              <a:t> are shown as rectangles with their name and type underlined in one compartment, and attribute values, optionally, in a second compartment.</a:t>
            </a:r>
          </a:p>
          <a:p>
            <a:pPr marL="0" indent="0">
              <a:lnSpc>
                <a:spcPct val="90000"/>
              </a:lnSpc>
              <a:buFont typeface="Wingdings" charset="0"/>
              <a:buNone/>
              <a:defRPr/>
            </a:pPr>
            <a:endParaRPr lang="en-US" sz="2400" dirty="0">
              <a:ea typeface="+mn-ea"/>
              <a:cs typeface="+mn-cs"/>
            </a:endParaRPr>
          </a:p>
          <a:p>
            <a:pPr marL="0" indent="0">
              <a:lnSpc>
                <a:spcPct val="90000"/>
              </a:lnSpc>
              <a:buFont typeface="Wingdings" charset="0"/>
              <a:buNone/>
              <a:defRPr/>
            </a:pPr>
            <a:endParaRPr lang="en-US" sz="2400" dirty="0">
              <a:ea typeface="+mn-ea"/>
              <a:cs typeface="+mn-cs"/>
            </a:endParaRPr>
          </a:p>
          <a:p>
            <a:pPr marL="0" indent="0">
              <a:lnSpc>
                <a:spcPct val="90000"/>
              </a:lnSpc>
              <a:buFont typeface="Wingdings" charset="0"/>
              <a:buNone/>
              <a:defRPr/>
            </a:pPr>
            <a:endParaRPr lang="en-US" sz="2400" dirty="0">
              <a:ea typeface="+mn-ea"/>
              <a:cs typeface="+mn-cs"/>
            </a:endParaRPr>
          </a:p>
          <a:p>
            <a:pPr marL="0" indent="0">
              <a:lnSpc>
                <a:spcPct val="90000"/>
              </a:lnSpc>
              <a:buFont typeface="Wingdings" charset="0"/>
              <a:buNone/>
              <a:defRPr/>
            </a:pPr>
            <a:endParaRPr lang="en-US" sz="2400" dirty="0">
              <a:ea typeface="+mn-ea"/>
              <a:cs typeface="+mn-cs"/>
            </a:endParaRPr>
          </a:p>
          <a:p>
            <a:pPr marL="0" indent="0">
              <a:lnSpc>
                <a:spcPct val="90000"/>
              </a:lnSpc>
              <a:buFont typeface="Wingdings" charset="0"/>
              <a:buNone/>
              <a:defRPr/>
            </a:pPr>
            <a:endParaRPr lang="en-US" sz="2400" dirty="0">
              <a:ea typeface="+mn-ea"/>
              <a:cs typeface="+mn-cs"/>
            </a:endParaRPr>
          </a:p>
          <a:p>
            <a:pPr marL="0" indent="0">
              <a:lnSpc>
                <a:spcPct val="90000"/>
              </a:lnSpc>
              <a:buFont typeface="Wingdings" charset="0"/>
              <a:buNone/>
              <a:defRPr/>
            </a:pPr>
            <a:endParaRPr lang="en-US" sz="2400" dirty="0">
              <a:ea typeface="+mn-ea"/>
              <a:cs typeface="+mn-cs"/>
            </a:endParaRPr>
          </a:p>
          <a:p>
            <a:pPr marL="0" indent="0">
              <a:lnSpc>
                <a:spcPct val="90000"/>
              </a:lnSpc>
              <a:buFont typeface="Wingdings" charset="0"/>
              <a:buNone/>
              <a:defRPr/>
            </a:pPr>
            <a:endParaRPr lang="en-US" sz="2400" i="1" dirty="0">
              <a:solidFill>
                <a:srgbClr val="7F0101"/>
              </a:solidFill>
              <a:ea typeface="+mn-ea"/>
              <a:cs typeface="+mn-cs"/>
            </a:endParaRPr>
          </a:p>
          <a:p>
            <a:pPr marL="0" indent="0">
              <a:lnSpc>
                <a:spcPct val="90000"/>
              </a:lnSpc>
              <a:buFont typeface="Wingdings" charset="0"/>
              <a:buNone/>
              <a:defRPr/>
            </a:pPr>
            <a:r>
              <a:rPr lang="en-US" sz="2400" i="1" dirty="0">
                <a:solidFill>
                  <a:srgbClr val="7F0101"/>
                </a:solidFill>
                <a:ea typeface="+mn-ea"/>
                <a:cs typeface="+mn-cs"/>
              </a:rPr>
              <a:t>At least one of the name or the type must be present.</a:t>
            </a:r>
          </a:p>
          <a:p>
            <a:pPr marL="0" indent="0">
              <a:lnSpc>
                <a:spcPct val="90000"/>
              </a:lnSpc>
              <a:buFont typeface="Wingdings" charset="0"/>
              <a:buNone/>
              <a:defRPr/>
            </a:pPr>
            <a:r>
              <a:rPr lang="en-US" sz="2400" i="1" u="sng" dirty="0">
                <a:solidFill>
                  <a:srgbClr val="7F0101"/>
                </a:solidFill>
                <a:ea typeface="+mn-ea"/>
                <a:cs typeface="+mn-cs"/>
              </a:rPr>
              <a:t>*** In high-level design, less concerned about details (methods, attributes, </a:t>
            </a:r>
            <a:r>
              <a:rPr lang="en-US" sz="2400" i="1" u="sng" dirty="0" err="1">
                <a:solidFill>
                  <a:srgbClr val="7F0101"/>
                </a:solidFill>
                <a:ea typeface="+mn-ea"/>
                <a:cs typeface="+mn-cs"/>
              </a:rPr>
              <a:t>etc</a:t>
            </a:r>
            <a:r>
              <a:rPr lang="en-US" sz="2400" i="1" u="sng" dirty="0">
                <a:solidFill>
                  <a:srgbClr val="7F0101"/>
                </a:solidFill>
                <a:ea typeface="+mn-ea"/>
                <a:cs typeface="+mn-cs"/>
              </a:rPr>
              <a:t>)!!!</a:t>
            </a:r>
          </a:p>
        </p:txBody>
      </p:sp>
      <p:pic>
        <p:nvPicPr>
          <p:cNvPr id="44036" name="Picture 1028">
            <a:extLst>
              <a:ext uri="{FF2B5EF4-FFF2-40B4-BE49-F238E27FC236}">
                <a16:creationId xmlns:a16="http://schemas.microsoft.com/office/drawing/2014/main" id="{6390A819-68E0-4B7F-0C2C-655C2C0FB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6450" y="2116138"/>
            <a:ext cx="4876800"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Rectangle 1031">
            <a:extLst>
              <a:ext uri="{FF2B5EF4-FFF2-40B4-BE49-F238E27FC236}">
                <a16:creationId xmlns:a16="http://schemas.microsoft.com/office/drawing/2014/main" id="{EB127425-0DA4-7E8A-0E91-8EDABE9CB957}"/>
              </a:ext>
            </a:extLst>
          </p:cNvPr>
          <p:cNvSpPr>
            <a:spLocks noChangeArrowheads="1"/>
          </p:cNvSpPr>
          <p:nvPr/>
        </p:nvSpPr>
        <p:spPr bwMode="auto">
          <a:xfrm>
            <a:off x="5364163" y="3902075"/>
            <a:ext cx="1752600" cy="11096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44038" name="Rectangle 1032">
            <a:extLst>
              <a:ext uri="{FF2B5EF4-FFF2-40B4-BE49-F238E27FC236}">
                <a16:creationId xmlns:a16="http://schemas.microsoft.com/office/drawing/2014/main" id="{ADF4D687-EAEA-CE8D-BFE1-3E70FBF9A81C}"/>
              </a:ext>
            </a:extLst>
          </p:cNvPr>
          <p:cNvSpPr>
            <a:spLocks noChangeArrowheads="1"/>
          </p:cNvSpPr>
          <p:nvPr/>
        </p:nvSpPr>
        <p:spPr bwMode="auto">
          <a:xfrm>
            <a:off x="1631950" y="4838700"/>
            <a:ext cx="6096000" cy="838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44039" name="Slide Number Placeholder 1">
            <a:extLst>
              <a:ext uri="{FF2B5EF4-FFF2-40B4-BE49-F238E27FC236}">
                <a16:creationId xmlns:a16="http://schemas.microsoft.com/office/drawing/2014/main" id="{069EFED3-1041-6624-B759-D58D133252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26E475E-43E3-4904-AB76-E6A316275C64}" type="slidenum">
              <a:rPr lang="en-AU" altLang="en-US" sz="1400" smtClean="0">
                <a:latin typeface="Times New Roman" panose="02020603050405020304" pitchFamily="18" charset="0"/>
              </a:rPr>
              <a:pPr>
                <a:spcBef>
                  <a:spcPct val="0"/>
                </a:spcBef>
                <a:buSzTx/>
                <a:buFontTx/>
                <a:buNone/>
              </a:pPr>
              <a:t>24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D0E813F-8F03-676A-90A1-B29921200764}"/>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2611" name="Rectangle 1027">
            <a:extLst>
              <a:ext uri="{FF2B5EF4-FFF2-40B4-BE49-F238E27FC236}">
                <a16:creationId xmlns:a16="http://schemas.microsoft.com/office/drawing/2014/main" id="{D339C712-AD3E-6B49-6066-BBC92B659F93}"/>
              </a:ext>
            </a:extLst>
          </p:cNvPr>
          <p:cNvSpPr>
            <a:spLocks noGrp="1" noChangeArrowheads="1"/>
          </p:cNvSpPr>
          <p:nvPr>
            <p:ph type="title"/>
          </p:nvPr>
        </p:nvSpPr>
        <p:spPr/>
        <p:txBody>
          <a:bodyPr/>
          <a:lstStyle/>
          <a:p>
            <a:pPr>
              <a:defRPr/>
            </a:pPr>
            <a:r>
              <a:rPr lang="en-US">
                <a:ea typeface="+mj-ea"/>
                <a:cs typeface="+mj-cs"/>
              </a:rPr>
              <a:t>Roadmap</a:t>
            </a:r>
          </a:p>
        </p:txBody>
      </p:sp>
      <p:pic>
        <p:nvPicPr>
          <p:cNvPr id="46084" name="Picture 6" descr="roadmap">
            <a:extLst>
              <a:ext uri="{FF2B5EF4-FFF2-40B4-BE49-F238E27FC236}">
                <a16:creationId xmlns:a16="http://schemas.microsoft.com/office/drawing/2014/main" id="{3237B14B-E649-72BB-7FA3-567298C4F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613" name="Rectangle 1029">
            <a:extLst>
              <a:ext uri="{FF2B5EF4-FFF2-40B4-BE49-F238E27FC236}">
                <a16:creationId xmlns:a16="http://schemas.microsoft.com/office/drawing/2014/main" id="{FB330232-EE91-36DA-C22B-34DD1CF450A7}"/>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Preliminaries</a:t>
            </a:r>
          </a:p>
          <a:p>
            <a:pPr>
              <a:buFont typeface="Wingdings" charset="0"/>
              <a:buChar char="n"/>
              <a:defRPr/>
            </a:pPr>
            <a:r>
              <a:rPr lang="en-US">
                <a:ea typeface="+mn-ea"/>
                <a:cs typeface="+mn-cs"/>
              </a:rPr>
              <a:t>Objects and Classes</a:t>
            </a:r>
          </a:p>
          <a:p>
            <a:pPr lvl="1">
              <a:buFont typeface="Wingdings" charset="0"/>
              <a:buChar char="¨"/>
              <a:defRPr/>
            </a:pPr>
            <a:r>
              <a:rPr lang="en-US" b="1">
                <a:ea typeface="+mn-ea"/>
              </a:rPr>
              <a:t>What is Object-Oriented Design?</a:t>
            </a:r>
            <a:endParaRPr lang="en-US">
              <a:ea typeface="+mn-ea"/>
            </a:endParaRPr>
          </a:p>
          <a:p>
            <a:pPr>
              <a:buFont typeface="Wingdings" charset="0"/>
              <a:buChar char="n"/>
              <a:defRPr/>
            </a:pPr>
            <a:r>
              <a:rPr lang="en-US">
                <a:ea typeface="+mn-ea"/>
                <a:cs typeface="+mn-cs"/>
              </a:rPr>
              <a:t>Finding Classes</a:t>
            </a:r>
          </a:p>
          <a:p>
            <a:pPr lvl="1">
              <a:buFont typeface="Wingdings" charset="0"/>
              <a:buChar char="¨"/>
              <a:defRPr/>
            </a:pPr>
            <a:r>
              <a:rPr lang="en-US">
                <a:ea typeface="+mn-ea"/>
              </a:rPr>
              <a:t>Class Selection Rationale</a:t>
            </a:r>
          </a:p>
          <a:p>
            <a:pPr>
              <a:buFont typeface="Wingdings" charset="0"/>
              <a:buChar char="n"/>
              <a:defRPr/>
            </a:pPr>
            <a:r>
              <a:rPr lang="en-US">
                <a:ea typeface="+mn-ea"/>
                <a:cs typeface="+mn-cs"/>
              </a:rPr>
              <a:t>CRC Cards</a:t>
            </a:r>
          </a:p>
          <a:p>
            <a:pPr>
              <a:buFont typeface="Wingdings" charset="0"/>
              <a:buChar char="n"/>
              <a:defRPr/>
            </a:pPr>
            <a:r>
              <a:rPr lang="en-US">
                <a:ea typeface="+mn-ea"/>
                <a:cs typeface="+mn-cs"/>
              </a:rPr>
              <a:t>Identifying Responsibilities</a:t>
            </a:r>
          </a:p>
          <a:p>
            <a:pPr>
              <a:buFont typeface="Wingdings" charset="0"/>
              <a:buChar char="n"/>
              <a:defRPr/>
            </a:pPr>
            <a:r>
              <a:rPr lang="en-US">
                <a:ea typeface="+mn-ea"/>
                <a:cs typeface="+mn-cs"/>
              </a:rPr>
              <a:t>Finding Collaborations</a:t>
            </a:r>
          </a:p>
        </p:txBody>
      </p:sp>
      <p:sp>
        <p:nvSpPr>
          <p:cNvPr id="46086" name="Slide Number Placeholder 1">
            <a:extLst>
              <a:ext uri="{FF2B5EF4-FFF2-40B4-BE49-F238E27FC236}">
                <a16:creationId xmlns:a16="http://schemas.microsoft.com/office/drawing/2014/main" id="{84FCD58E-3287-3C70-9DEE-0FA9061E4A9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C1F7A58-160E-4205-B836-BF62C0088409}" type="slidenum">
              <a:rPr lang="en-AU" altLang="en-US" sz="1400" smtClean="0">
                <a:latin typeface="Times New Roman" panose="02020603050405020304" pitchFamily="18" charset="0"/>
              </a:rPr>
              <a:pPr>
                <a:spcBef>
                  <a:spcPct val="0"/>
                </a:spcBef>
                <a:buSzTx/>
                <a:buFontTx/>
                <a:buNone/>
              </a:pPr>
              <a:t>25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1026">
            <a:extLst>
              <a:ext uri="{FF2B5EF4-FFF2-40B4-BE49-F238E27FC236}">
                <a16:creationId xmlns:a16="http://schemas.microsoft.com/office/drawing/2014/main" id="{3C3A9223-B91B-3C0F-1858-8BF59F5111DB}"/>
              </a:ext>
            </a:extLst>
          </p:cNvPr>
          <p:cNvSpPr>
            <a:spLocks noGrp="1" noChangeArrowheads="1"/>
          </p:cNvSpPr>
          <p:nvPr>
            <p:ph type="title"/>
          </p:nvPr>
        </p:nvSpPr>
        <p:spPr/>
        <p:txBody>
          <a:bodyPr/>
          <a:lstStyle/>
          <a:p>
            <a:pPr>
              <a:defRPr/>
            </a:pPr>
            <a:r>
              <a:rPr lang="en-US">
                <a:ea typeface="+mj-ea"/>
                <a:cs typeface="+mj-cs"/>
              </a:rPr>
              <a:t>Object-oriented Design</a:t>
            </a:r>
          </a:p>
        </p:txBody>
      </p:sp>
      <p:sp>
        <p:nvSpPr>
          <p:cNvPr id="48131" name="Rectangle 1027">
            <a:extLst>
              <a:ext uri="{FF2B5EF4-FFF2-40B4-BE49-F238E27FC236}">
                <a16:creationId xmlns:a16="http://schemas.microsoft.com/office/drawing/2014/main" id="{65D434A2-6BF4-141C-A48D-96DA60411F30}"/>
              </a:ext>
            </a:extLst>
          </p:cNvPr>
          <p:cNvSpPr>
            <a:spLocks noGrp="1" noChangeArrowheads="1"/>
          </p:cNvSpPr>
          <p:nvPr>
            <p:ph type="body" idx="1"/>
          </p:nvPr>
        </p:nvSpPr>
        <p:spPr/>
        <p:txBody>
          <a:bodyPr/>
          <a:lstStyle/>
          <a:p>
            <a:pPr marL="342900" indent="-342900">
              <a:lnSpc>
                <a:spcPct val="90000"/>
              </a:lnSpc>
              <a:buFont typeface="Wingdings" panose="05000000000000000000" pitchFamily="2" charset="2"/>
              <a:buNone/>
            </a:pPr>
            <a:endParaRPr lang="en-US" altLang="en-US" sz="1600"/>
          </a:p>
          <a:p>
            <a:pPr marL="342900" indent="-342900">
              <a:lnSpc>
                <a:spcPct val="90000"/>
              </a:lnSpc>
            </a:pPr>
            <a:r>
              <a:rPr lang="en-US" altLang="en-US" sz="3600"/>
              <a:t>A </a:t>
            </a:r>
            <a:r>
              <a:rPr lang="en-US" altLang="en-US" sz="3600" i="1">
                <a:solidFill>
                  <a:srgbClr val="0C3A80"/>
                </a:solidFill>
              </a:rPr>
              <a:t>method</a:t>
            </a:r>
            <a:r>
              <a:rPr lang="en-US" altLang="en-US" sz="3600"/>
              <a:t> of design encompassing the process of </a:t>
            </a:r>
            <a:r>
              <a:rPr lang="en-US" altLang="en-US" sz="3600" i="1">
                <a:solidFill>
                  <a:srgbClr val="7E0701"/>
                </a:solidFill>
              </a:rPr>
              <a:t>object-oriented decomposition</a:t>
            </a:r>
            <a:r>
              <a:rPr lang="en-US" altLang="en-US" sz="3600"/>
              <a:t>.</a:t>
            </a:r>
          </a:p>
          <a:p>
            <a:pPr marL="342900" indent="-342900">
              <a:lnSpc>
                <a:spcPct val="90000"/>
              </a:lnSpc>
            </a:pPr>
            <a:r>
              <a:rPr lang="en-US" altLang="en-US" sz="3600"/>
              <a:t>A </a:t>
            </a:r>
            <a:r>
              <a:rPr lang="en-US" altLang="en-US" sz="3600" i="1">
                <a:solidFill>
                  <a:srgbClr val="0C3A80"/>
                </a:solidFill>
              </a:rPr>
              <a:t>notation</a:t>
            </a:r>
            <a:r>
              <a:rPr lang="en-US" altLang="en-US" sz="3600"/>
              <a:t> for depicting the (detailed) characteristics of the system under design</a:t>
            </a:r>
          </a:p>
          <a:p>
            <a:pPr marL="342900" indent="-342900">
              <a:lnSpc>
                <a:spcPct val="90000"/>
              </a:lnSpc>
            </a:pPr>
            <a:r>
              <a:rPr lang="en-US" altLang="en-US" sz="3600"/>
              <a:t>View the system as the </a:t>
            </a:r>
            <a:r>
              <a:rPr lang="en-US" altLang="en-US" sz="3600" i="1">
                <a:solidFill>
                  <a:srgbClr val="7E0701"/>
                </a:solidFill>
              </a:rPr>
              <a:t>interactions</a:t>
            </a:r>
            <a:r>
              <a:rPr lang="en-US" altLang="en-US" sz="3600"/>
              <a:t> of different </a:t>
            </a:r>
            <a:r>
              <a:rPr lang="en-US" altLang="en-US" sz="3600" i="1">
                <a:solidFill>
                  <a:srgbClr val="7E0701"/>
                </a:solidFill>
              </a:rPr>
              <a:t>objects</a:t>
            </a:r>
            <a:r>
              <a:rPr lang="en-US" altLang="en-US" sz="3600" i="1"/>
              <a:t>.</a:t>
            </a:r>
          </a:p>
          <a:p>
            <a:pPr marL="809625" lvl="1" indent="-333375">
              <a:lnSpc>
                <a:spcPct val="90000"/>
              </a:lnSpc>
              <a:buFont typeface="Wingdings" panose="05000000000000000000" pitchFamily="2" charset="2"/>
              <a:buChar char="☞"/>
            </a:pPr>
            <a:r>
              <a:rPr lang="en-US" altLang="en-US" sz="2800"/>
              <a:t>Problem: many OO design approaches focus too much on the static relationships…</a:t>
            </a:r>
          </a:p>
        </p:txBody>
      </p:sp>
      <p:sp>
        <p:nvSpPr>
          <p:cNvPr id="48132" name="Slide Number Placeholder 1">
            <a:extLst>
              <a:ext uri="{FF2B5EF4-FFF2-40B4-BE49-F238E27FC236}">
                <a16:creationId xmlns:a16="http://schemas.microsoft.com/office/drawing/2014/main" id="{8CA770C3-803A-4978-732D-2676E8757B4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93EBE86-7090-46B3-82D8-C65CC766CC87}" type="slidenum">
              <a:rPr lang="en-AU" altLang="en-US" sz="1400" smtClean="0">
                <a:latin typeface="Times New Roman" panose="02020603050405020304" pitchFamily="18" charset="0"/>
              </a:rPr>
              <a:pPr>
                <a:spcBef>
                  <a:spcPct val="0"/>
                </a:spcBef>
                <a:buSzTx/>
                <a:buFontTx/>
                <a:buNone/>
              </a:pPr>
              <a:t>26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1026">
            <a:extLst>
              <a:ext uri="{FF2B5EF4-FFF2-40B4-BE49-F238E27FC236}">
                <a16:creationId xmlns:a16="http://schemas.microsoft.com/office/drawing/2014/main" id="{C1A61F46-D9CB-A7E4-1599-BE71A8DFF6D1}"/>
              </a:ext>
            </a:extLst>
          </p:cNvPr>
          <p:cNvSpPr>
            <a:spLocks noGrp="1" noChangeArrowheads="1"/>
          </p:cNvSpPr>
          <p:nvPr>
            <p:ph type="title"/>
          </p:nvPr>
        </p:nvSpPr>
        <p:spPr/>
        <p:txBody>
          <a:bodyPr/>
          <a:lstStyle/>
          <a:p>
            <a:pPr>
              <a:defRPr/>
            </a:pPr>
            <a:r>
              <a:rPr lang="en-US">
                <a:ea typeface="+mj-ea"/>
                <a:cs typeface="+mj-cs"/>
              </a:rPr>
              <a:t>Object-oriented Design (cont.)</a:t>
            </a:r>
          </a:p>
        </p:txBody>
      </p:sp>
      <p:sp>
        <p:nvSpPr>
          <p:cNvPr id="212995" name="Rectangle 1027">
            <a:extLst>
              <a:ext uri="{FF2B5EF4-FFF2-40B4-BE49-F238E27FC236}">
                <a16:creationId xmlns:a16="http://schemas.microsoft.com/office/drawing/2014/main" id="{55238052-C1F0-210A-716D-8C54F42E7D2D}"/>
              </a:ext>
            </a:extLst>
          </p:cNvPr>
          <p:cNvSpPr>
            <a:spLocks noGrp="1" noChangeArrowheads="1"/>
          </p:cNvSpPr>
          <p:nvPr>
            <p:ph type="body" idx="1"/>
          </p:nvPr>
        </p:nvSpPr>
        <p:spPr>
          <a:xfrm>
            <a:off x="1079500" y="1143000"/>
            <a:ext cx="7543800" cy="5105400"/>
          </a:xfrm>
        </p:spPr>
        <p:txBody>
          <a:bodyPr/>
          <a:lstStyle/>
          <a:p>
            <a:pPr marL="342900" indent="-342900">
              <a:buFont typeface="Wingdings" charset="0"/>
              <a:buChar char="n"/>
              <a:defRPr/>
            </a:pPr>
            <a:r>
              <a:rPr lang="en-AU" dirty="0">
                <a:ea typeface="+mn-ea"/>
                <a:cs typeface="+mn-cs"/>
              </a:rPr>
              <a:t>Goal:</a:t>
            </a:r>
          </a:p>
          <a:p>
            <a:pPr marL="742950" lvl="1">
              <a:buFont typeface="Wingdings" charset="0"/>
              <a:buChar char="¨"/>
              <a:defRPr/>
            </a:pPr>
            <a:r>
              <a:rPr lang="en-AU" dirty="0">
                <a:ea typeface="+mn-ea"/>
              </a:rPr>
              <a:t>To find the important </a:t>
            </a:r>
            <a:r>
              <a:rPr lang="en-AU" i="1" dirty="0">
                <a:solidFill>
                  <a:srgbClr val="7F0300"/>
                </a:solidFill>
                <a:ea typeface="+mn-ea"/>
              </a:rPr>
              <a:t>object-based abstractions</a:t>
            </a:r>
            <a:r>
              <a:rPr lang="en-AU" dirty="0">
                <a:ea typeface="+mn-ea"/>
              </a:rPr>
              <a:t> of the system</a:t>
            </a:r>
          </a:p>
          <a:p>
            <a:pPr marL="742950" lvl="1">
              <a:buFont typeface="Wingdings" charset="0"/>
              <a:buChar char="¨"/>
              <a:defRPr/>
            </a:pPr>
            <a:r>
              <a:rPr lang="en-AU" dirty="0">
                <a:ea typeface="+mn-ea"/>
              </a:rPr>
              <a:t>What happens if we find the wrong abstraction?</a:t>
            </a:r>
          </a:p>
          <a:p>
            <a:pPr marL="1143000" lvl="2">
              <a:buFont typeface="Wingdings" charset="0"/>
              <a:buChar char="F"/>
              <a:defRPr/>
            </a:pPr>
            <a:r>
              <a:rPr lang="en-AU" dirty="0">
                <a:ea typeface="+mn-ea"/>
              </a:rPr>
              <a:t>Iterate and correct the model </a:t>
            </a:r>
            <a:endParaRPr lang="en-US" dirty="0">
              <a:ea typeface="+mn-ea"/>
            </a:endParaRPr>
          </a:p>
          <a:p>
            <a:pPr marL="342900" indent="-342900">
              <a:buFont typeface="Wingdings" charset="0"/>
              <a:buChar char="n"/>
              <a:defRPr/>
            </a:pPr>
            <a:r>
              <a:rPr lang="en-US" dirty="0">
                <a:ea typeface="+mn-ea"/>
                <a:cs typeface="+mn-cs"/>
              </a:rPr>
              <a:t>Questions (of importance)</a:t>
            </a:r>
          </a:p>
          <a:p>
            <a:pPr marL="742950" lvl="1">
              <a:buFont typeface="Wingdings" charset="0"/>
              <a:buChar char="¨"/>
              <a:defRPr/>
            </a:pPr>
            <a:r>
              <a:rPr lang="en-US" dirty="0">
                <a:ea typeface="+mn-ea"/>
              </a:rPr>
              <a:t>How can we </a:t>
            </a:r>
            <a:r>
              <a:rPr lang="en-US" i="1" dirty="0">
                <a:solidFill>
                  <a:srgbClr val="0C3A80"/>
                </a:solidFill>
                <a:ea typeface="+mn-ea"/>
              </a:rPr>
              <a:t>identify</a:t>
            </a:r>
            <a:r>
              <a:rPr lang="en-US" dirty="0">
                <a:ea typeface="+mn-ea"/>
              </a:rPr>
              <a:t> objects (or classes)?</a:t>
            </a:r>
          </a:p>
          <a:p>
            <a:pPr marL="742950" lvl="1">
              <a:buFont typeface="Wingdings" charset="0"/>
              <a:buChar char="¨"/>
              <a:defRPr/>
            </a:pPr>
            <a:r>
              <a:rPr lang="en-US" dirty="0">
                <a:ea typeface="+mn-ea"/>
              </a:rPr>
              <a:t>How do objects </a:t>
            </a:r>
            <a:r>
              <a:rPr lang="en-US" i="1" dirty="0">
                <a:solidFill>
                  <a:srgbClr val="0C3A80"/>
                </a:solidFill>
                <a:ea typeface="+mn-ea"/>
              </a:rPr>
              <a:t>interact</a:t>
            </a:r>
            <a:r>
              <a:rPr lang="en-US" dirty="0">
                <a:ea typeface="+mn-ea"/>
              </a:rPr>
              <a:t>?</a:t>
            </a:r>
          </a:p>
          <a:p>
            <a:pPr marL="742950" lvl="1">
              <a:buFont typeface="Wingdings" charset="0"/>
              <a:buChar char="¨"/>
              <a:defRPr/>
            </a:pPr>
            <a:r>
              <a:rPr lang="en-US" dirty="0">
                <a:ea typeface="+mn-ea"/>
              </a:rPr>
              <a:t>What </a:t>
            </a:r>
            <a:r>
              <a:rPr lang="en-US" i="1" dirty="0">
                <a:solidFill>
                  <a:srgbClr val="0C3A80"/>
                </a:solidFill>
                <a:ea typeface="+mn-ea"/>
              </a:rPr>
              <a:t>roles</a:t>
            </a:r>
            <a:r>
              <a:rPr lang="en-US" dirty="0">
                <a:ea typeface="+mn-ea"/>
              </a:rPr>
              <a:t> and </a:t>
            </a:r>
            <a:r>
              <a:rPr lang="en-US" i="1" dirty="0">
                <a:solidFill>
                  <a:srgbClr val="0C3A80"/>
                </a:solidFill>
                <a:ea typeface="+mn-ea"/>
              </a:rPr>
              <a:t>responsibilities</a:t>
            </a:r>
            <a:r>
              <a:rPr lang="en-US" dirty="0">
                <a:ea typeface="+mn-ea"/>
              </a:rPr>
              <a:t> do objects perform?</a:t>
            </a:r>
          </a:p>
          <a:p>
            <a:pPr marL="457200" lvl="1" indent="0">
              <a:buFont typeface="Wingdings" panose="05000000000000000000" pitchFamily="2" charset="2"/>
              <a:buNone/>
              <a:defRPr/>
            </a:pPr>
            <a:r>
              <a:rPr lang="en-US" b="1" i="1" dirty="0">
                <a:ea typeface="+mn-ea"/>
              </a:rPr>
              <a:t>… </a:t>
            </a:r>
            <a:r>
              <a:rPr lang="en-US" b="1" i="1" u="sng" dirty="0">
                <a:ea typeface="+mn-ea"/>
              </a:rPr>
              <a:t>before</a:t>
            </a:r>
            <a:r>
              <a:rPr lang="en-US" b="1" i="1" dirty="0">
                <a:ea typeface="+mn-ea"/>
              </a:rPr>
              <a:t> writing down in UML/program!</a:t>
            </a:r>
          </a:p>
        </p:txBody>
      </p:sp>
      <p:sp>
        <p:nvSpPr>
          <p:cNvPr id="50180" name="Slide Number Placeholder 1">
            <a:extLst>
              <a:ext uri="{FF2B5EF4-FFF2-40B4-BE49-F238E27FC236}">
                <a16:creationId xmlns:a16="http://schemas.microsoft.com/office/drawing/2014/main" id="{F26778BF-978C-2FAD-18D4-F0593C5114C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768ED56-6A5F-4467-B388-CC6CF70C2CBA}" type="slidenum">
              <a:rPr lang="en-AU" altLang="en-US" sz="1400" smtClean="0">
                <a:latin typeface="Times New Roman" panose="02020603050405020304" pitchFamily="18" charset="0"/>
              </a:rPr>
              <a:pPr>
                <a:spcBef>
                  <a:spcPct val="0"/>
                </a:spcBef>
                <a:buSzTx/>
                <a:buFontTx/>
                <a:buNone/>
              </a:pPr>
              <a:t>27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19DD885-1E71-9794-CBD6-022B0771C7E9}"/>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3635" name="Rectangle 1027">
            <a:extLst>
              <a:ext uri="{FF2B5EF4-FFF2-40B4-BE49-F238E27FC236}">
                <a16:creationId xmlns:a16="http://schemas.microsoft.com/office/drawing/2014/main" id="{F521E6D5-42F6-31EA-528C-3184BCCC33A2}"/>
              </a:ext>
            </a:extLst>
          </p:cNvPr>
          <p:cNvSpPr>
            <a:spLocks noGrp="1" noChangeArrowheads="1"/>
          </p:cNvSpPr>
          <p:nvPr>
            <p:ph type="title"/>
          </p:nvPr>
        </p:nvSpPr>
        <p:spPr/>
        <p:txBody>
          <a:bodyPr/>
          <a:lstStyle/>
          <a:p>
            <a:pPr>
              <a:defRPr/>
            </a:pPr>
            <a:r>
              <a:rPr lang="en-US">
                <a:ea typeface="+mj-ea"/>
                <a:cs typeface="+mj-cs"/>
              </a:rPr>
              <a:t>Roadmap</a:t>
            </a:r>
          </a:p>
        </p:txBody>
      </p:sp>
      <p:pic>
        <p:nvPicPr>
          <p:cNvPr id="52228" name="Picture 6" descr="roadmap">
            <a:extLst>
              <a:ext uri="{FF2B5EF4-FFF2-40B4-BE49-F238E27FC236}">
                <a16:creationId xmlns:a16="http://schemas.microsoft.com/office/drawing/2014/main" id="{6530843A-7692-1610-D420-3A39F732B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3637" name="Rectangle 1029">
            <a:extLst>
              <a:ext uri="{FF2B5EF4-FFF2-40B4-BE49-F238E27FC236}">
                <a16:creationId xmlns:a16="http://schemas.microsoft.com/office/drawing/2014/main" id="{36CAC820-CE50-3CAA-8881-D8863E06B32B}"/>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Preliminaries</a:t>
            </a:r>
          </a:p>
          <a:p>
            <a:pPr>
              <a:buFont typeface="Wingdings" charset="0"/>
              <a:buChar char="n"/>
              <a:defRPr/>
            </a:pPr>
            <a:r>
              <a:rPr lang="en-US">
                <a:ea typeface="+mn-ea"/>
                <a:cs typeface="+mn-cs"/>
              </a:rPr>
              <a:t>Objects and Classes</a:t>
            </a:r>
          </a:p>
          <a:p>
            <a:pPr lvl="1">
              <a:buFont typeface="Wingdings" charset="0"/>
              <a:buChar char="¨"/>
              <a:defRPr/>
            </a:pPr>
            <a:r>
              <a:rPr lang="en-US">
                <a:ea typeface="+mn-ea"/>
              </a:rPr>
              <a:t>What is Object-Oriented Design?</a:t>
            </a:r>
          </a:p>
          <a:p>
            <a:pPr>
              <a:buFont typeface="Wingdings" charset="0"/>
              <a:buChar char="n"/>
              <a:defRPr/>
            </a:pPr>
            <a:r>
              <a:rPr lang="en-US" b="1">
                <a:ea typeface="+mn-ea"/>
                <a:cs typeface="+mn-cs"/>
              </a:rPr>
              <a:t>Finding Classes</a:t>
            </a:r>
            <a:endParaRPr lang="en-US">
              <a:ea typeface="+mn-ea"/>
              <a:cs typeface="+mn-cs"/>
            </a:endParaRPr>
          </a:p>
          <a:p>
            <a:pPr lvl="1">
              <a:buFont typeface="Wingdings" charset="0"/>
              <a:buChar char="¨"/>
              <a:defRPr/>
            </a:pPr>
            <a:r>
              <a:rPr lang="en-US">
                <a:ea typeface="+mn-ea"/>
              </a:rPr>
              <a:t>Class Selection Rationale</a:t>
            </a:r>
          </a:p>
          <a:p>
            <a:pPr>
              <a:buFont typeface="Wingdings" charset="0"/>
              <a:buChar char="n"/>
              <a:defRPr/>
            </a:pPr>
            <a:r>
              <a:rPr lang="en-US">
                <a:ea typeface="+mn-ea"/>
                <a:cs typeface="+mn-cs"/>
              </a:rPr>
              <a:t>CRC Cards</a:t>
            </a:r>
          </a:p>
          <a:p>
            <a:pPr>
              <a:buFont typeface="Wingdings" charset="0"/>
              <a:buChar char="n"/>
              <a:defRPr/>
            </a:pPr>
            <a:r>
              <a:rPr lang="en-US">
                <a:ea typeface="+mn-ea"/>
                <a:cs typeface="+mn-cs"/>
              </a:rPr>
              <a:t>Identifying Responsibilities</a:t>
            </a:r>
          </a:p>
          <a:p>
            <a:pPr>
              <a:buFont typeface="Wingdings" charset="0"/>
              <a:buChar char="n"/>
              <a:defRPr/>
            </a:pPr>
            <a:r>
              <a:rPr lang="en-US">
                <a:ea typeface="+mn-ea"/>
                <a:cs typeface="+mn-cs"/>
              </a:rPr>
              <a:t>Finding Collaborations</a:t>
            </a:r>
          </a:p>
        </p:txBody>
      </p:sp>
      <p:sp>
        <p:nvSpPr>
          <p:cNvPr id="52230" name="Slide Number Placeholder 1">
            <a:extLst>
              <a:ext uri="{FF2B5EF4-FFF2-40B4-BE49-F238E27FC236}">
                <a16:creationId xmlns:a16="http://schemas.microsoft.com/office/drawing/2014/main" id="{4920AF34-DFC7-C951-7FF4-3FE501DD300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7DD596D-0C57-4E24-B9A0-7CDF0D6B8259}" type="slidenum">
              <a:rPr lang="en-AU" altLang="en-US" sz="1400" smtClean="0">
                <a:latin typeface="Times New Roman" panose="02020603050405020304" pitchFamily="18" charset="0"/>
              </a:rPr>
              <a:pPr>
                <a:spcBef>
                  <a:spcPct val="0"/>
                </a:spcBef>
                <a:buSzTx/>
                <a:buFontTx/>
                <a:buNone/>
              </a:pPr>
              <a:t>28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0DB39A9-EFDE-977C-D3F5-C6AA279C9D00}"/>
              </a:ext>
            </a:extLst>
          </p:cNvPr>
          <p:cNvSpPr>
            <a:spLocks noGrp="1" noChangeArrowheads="1"/>
          </p:cNvSpPr>
          <p:nvPr>
            <p:ph type="body" idx="4294967295"/>
          </p:nvPr>
        </p:nvSpPr>
        <p:spPr/>
        <p:txBody>
          <a:bodyPr anchor="ctr"/>
          <a:lstStyle/>
          <a:p>
            <a:pPr marL="419100" indent="-419100" eaLnBrk="1" hangingPunct="1">
              <a:lnSpc>
                <a:spcPct val="90000"/>
              </a:lnSpc>
              <a:buFont typeface="Wingdings" panose="05000000000000000000" pitchFamily="2" charset="2"/>
              <a:buNone/>
            </a:pPr>
            <a:r>
              <a:rPr lang="en-US" altLang="en-US" sz="2400" b="1" i="1" u="sng"/>
              <a:t>Functional</a:t>
            </a:r>
            <a:r>
              <a:rPr lang="en-US" altLang="en-US" sz="2400" b="1" i="1"/>
              <a:t> Decomposition:</a:t>
            </a:r>
          </a:p>
          <a:p>
            <a:pPr marL="419100" indent="-419100">
              <a:spcBef>
                <a:spcPct val="0"/>
              </a:spcBef>
              <a:buSzTx/>
              <a:buFontTx/>
              <a:buNone/>
            </a:pPr>
            <a:endParaRPr lang="en-US" altLang="en-US" i="1">
              <a:solidFill>
                <a:srgbClr val="3A027F"/>
              </a:solidFill>
            </a:endParaRPr>
          </a:p>
          <a:p>
            <a:pPr marL="419100" indent="-419100" eaLnBrk="1" hangingPunct="1">
              <a:lnSpc>
                <a:spcPct val="90000"/>
              </a:lnSpc>
              <a:buFont typeface="Wingdings" panose="05000000000000000000" pitchFamily="2" charset="2"/>
              <a:buNone/>
            </a:pPr>
            <a:endParaRPr lang="en-US" altLang="en-US" sz="2400"/>
          </a:p>
          <a:p>
            <a:pPr marL="419100" indent="-419100" eaLnBrk="1" hangingPunct="1">
              <a:lnSpc>
                <a:spcPct val="90000"/>
              </a:lnSpc>
              <a:buFont typeface="Wingdings" panose="05000000000000000000" pitchFamily="2" charset="2"/>
              <a:buNone/>
            </a:pPr>
            <a:endParaRPr lang="en-US" altLang="en-US" sz="2400"/>
          </a:p>
          <a:p>
            <a:pPr marL="838200" lvl="1" indent="-381000" eaLnBrk="1" hangingPunct="1">
              <a:lnSpc>
                <a:spcPct val="90000"/>
              </a:lnSpc>
              <a:buFont typeface="Wingdings" panose="05000000000000000000" pitchFamily="2" charset="2"/>
              <a:buChar char="F"/>
            </a:pPr>
            <a:r>
              <a:rPr lang="en-US" altLang="en-US" sz="2000" i="1"/>
              <a:t>Good in a “waterfall” approach: stable requirements and one monolithic function</a:t>
            </a:r>
            <a:endParaRPr lang="en-US" altLang="en-US" sz="2000"/>
          </a:p>
          <a:p>
            <a:pPr marL="419100" indent="-419100" eaLnBrk="1" hangingPunct="1">
              <a:lnSpc>
                <a:spcPct val="90000"/>
              </a:lnSpc>
              <a:buFont typeface="Wingdings" panose="05000000000000000000" pitchFamily="2" charset="2"/>
              <a:buNone/>
            </a:pPr>
            <a:r>
              <a:rPr lang="en-US" altLang="en-US" sz="2400" i="1">
                <a:solidFill>
                  <a:srgbClr val="7F0101"/>
                </a:solidFill>
              </a:rPr>
              <a:t>However</a:t>
            </a:r>
            <a:endParaRPr lang="en-US" altLang="en-US" sz="2400"/>
          </a:p>
          <a:p>
            <a:pPr marL="838200" lvl="1" indent="-381000" eaLnBrk="1" hangingPunct="1">
              <a:lnSpc>
                <a:spcPct val="90000"/>
              </a:lnSpc>
            </a:pPr>
            <a:r>
              <a:rPr lang="en-US" altLang="en-US" sz="2000"/>
              <a:t>Naive: modern systems perform </a:t>
            </a:r>
            <a:r>
              <a:rPr lang="en-US" altLang="en-US" sz="2000" i="1">
                <a:solidFill>
                  <a:srgbClr val="0C3A80"/>
                </a:solidFill>
              </a:rPr>
              <a:t>more than one function</a:t>
            </a:r>
          </a:p>
          <a:p>
            <a:pPr marL="838200" lvl="1" indent="-381000" eaLnBrk="1" hangingPunct="1">
              <a:lnSpc>
                <a:spcPct val="90000"/>
              </a:lnSpc>
            </a:pPr>
            <a:r>
              <a:rPr lang="en-US" altLang="en-US" sz="2000"/>
              <a:t>Maintainability: system functions evolve </a:t>
            </a:r>
            <a:r>
              <a:rPr lang="en-US" altLang="en-US" sz="2000">
                <a:sym typeface="Symbol" panose="05050102010706020507" pitchFamily="18" charset="2"/>
              </a:rPr>
              <a:t></a:t>
            </a:r>
            <a:r>
              <a:rPr lang="en-US" altLang="en-US" sz="2000"/>
              <a:t> redesign affect whole system</a:t>
            </a:r>
          </a:p>
          <a:p>
            <a:pPr marL="838200" lvl="1" indent="-381000" eaLnBrk="1" hangingPunct="1">
              <a:lnSpc>
                <a:spcPct val="90000"/>
              </a:lnSpc>
            </a:pPr>
            <a:r>
              <a:rPr lang="en-US" altLang="en-US" sz="2000"/>
              <a:t>Interoperability: interfacing with other system is difficult</a:t>
            </a:r>
          </a:p>
        </p:txBody>
      </p:sp>
      <p:sp>
        <p:nvSpPr>
          <p:cNvPr id="93190" name="Rectangle 4">
            <a:extLst>
              <a:ext uri="{FF2B5EF4-FFF2-40B4-BE49-F238E27FC236}">
                <a16:creationId xmlns:a16="http://schemas.microsoft.com/office/drawing/2014/main" id="{300A85E1-F6EB-E260-760B-A564C8F41C9D}"/>
              </a:ext>
            </a:extLst>
          </p:cNvPr>
          <p:cNvSpPr>
            <a:spLocks noGrp="1" noChangeArrowheads="1"/>
          </p:cNvSpPr>
          <p:nvPr>
            <p:ph type="title" idx="4294967295"/>
          </p:nvPr>
        </p:nvSpPr>
        <p:spPr/>
        <p:txBody>
          <a:bodyPr/>
          <a:lstStyle/>
          <a:p>
            <a:pPr eaLnBrk="1" hangingPunct="1">
              <a:defRPr/>
            </a:pPr>
            <a:r>
              <a:rPr lang="en-US">
                <a:ea typeface="+mj-ea"/>
                <a:cs typeface="+mj-cs"/>
              </a:rPr>
              <a:t>Why Object-Oriented Design?</a:t>
            </a:r>
          </a:p>
        </p:txBody>
      </p:sp>
      <p:sp>
        <p:nvSpPr>
          <p:cNvPr id="54276" name="Rectangle 5">
            <a:extLst>
              <a:ext uri="{FF2B5EF4-FFF2-40B4-BE49-F238E27FC236}">
                <a16:creationId xmlns:a16="http://schemas.microsoft.com/office/drawing/2014/main" id="{22D6514B-4C59-253A-E688-B5E9365B87FD}"/>
              </a:ext>
            </a:extLst>
          </p:cNvPr>
          <p:cNvSpPr>
            <a:spLocks noChangeArrowheads="1"/>
          </p:cNvSpPr>
          <p:nvPr/>
        </p:nvSpPr>
        <p:spPr bwMode="auto">
          <a:xfrm>
            <a:off x="1752600" y="2133600"/>
            <a:ext cx="5029200" cy="838200"/>
          </a:xfrm>
          <a:prstGeom prst="rect">
            <a:avLst/>
          </a:prstGeom>
          <a:solidFill>
            <a:srgbClr val="E1EFFA"/>
          </a:solidFill>
          <a:ln w="9525">
            <a:solidFill>
              <a:schemeClr val="tx1"/>
            </a:solidFill>
            <a:miter lim="800000"/>
            <a:headEnd/>
            <a:tailEnd/>
          </a:ln>
        </p:spPr>
        <p:txBody>
          <a:bodyPr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000" i="1">
                <a:solidFill>
                  <a:srgbClr val="3A027F"/>
                </a:solidFill>
                <a:latin typeface="Helvetica" panose="020B0604020202020204" pitchFamily="34" charset="0"/>
              </a:rPr>
              <a:t>Decompose according to the </a:t>
            </a:r>
            <a:r>
              <a:rPr lang="en-US" altLang="en-US" sz="2000" i="1">
                <a:solidFill>
                  <a:srgbClr val="7F0101"/>
                </a:solidFill>
                <a:latin typeface="Helvetica" panose="020B0604020202020204" pitchFamily="34" charset="0"/>
              </a:rPr>
              <a:t>functions</a:t>
            </a:r>
            <a:r>
              <a:rPr lang="en-US" altLang="en-US" sz="2000" i="1">
                <a:solidFill>
                  <a:srgbClr val="3A027F"/>
                </a:solidFill>
                <a:latin typeface="Helvetica" panose="020B0604020202020204" pitchFamily="34" charset="0"/>
              </a:rPr>
              <a:t> a system is supposed to perform.</a:t>
            </a:r>
            <a:endParaRPr lang="en-US" altLang="en-US" sz="2400">
              <a:latin typeface="Helvetica" panose="020B0604020202020204" pitchFamily="34" charset="0"/>
            </a:endParaRPr>
          </a:p>
        </p:txBody>
      </p:sp>
      <p:sp>
        <p:nvSpPr>
          <p:cNvPr id="54277" name="Slide Number Placeholder 1">
            <a:extLst>
              <a:ext uri="{FF2B5EF4-FFF2-40B4-BE49-F238E27FC236}">
                <a16:creationId xmlns:a16="http://schemas.microsoft.com/office/drawing/2014/main" id="{0D9602A4-F218-D221-5C40-6BAD5214926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55BF976-67B7-4921-800D-EDA7636DCC43}" type="slidenum">
              <a:rPr lang="en-AU" altLang="en-US" sz="1400" smtClean="0">
                <a:latin typeface="Times New Roman" panose="02020603050405020304" pitchFamily="18" charset="0"/>
              </a:rPr>
              <a:pPr>
                <a:spcBef>
                  <a:spcPct val="0"/>
                </a:spcBef>
                <a:buSzTx/>
                <a:buFontTx/>
                <a:buNone/>
              </a:pPr>
              <a:t>29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7" name="Rectangle 2">
            <a:extLst>
              <a:ext uri="{FF2B5EF4-FFF2-40B4-BE49-F238E27FC236}">
                <a16:creationId xmlns:a16="http://schemas.microsoft.com/office/drawing/2014/main" id="{6AB03F0A-7FD2-B4B3-7514-65FCA90FFB47}"/>
              </a:ext>
            </a:extLst>
          </p:cNvPr>
          <p:cNvSpPr>
            <a:spLocks noGrp="1" noChangeArrowheads="1"/>
          </p:cNvSpPr>
          <p:nvPr>
            <p:ph type="title" idx="4294967295"/>
          </p:nvPr>
        </p:nvSpPr>
        <p:spPr/>
        <p:txBody>
          <a:bodyPr/>
          <a:lstStyle/>
          <a:p>
            <a:pPr eaLnBrk="1" hangingPunct="1">
              <a:defRPr/>
            </a:pPr>
            <a:r>
              <a:rPr lang="en-US">
                <a:ea typeface="+mj-ea"/>
                <a:cs typeface="+mj-cs"/>
              </a:rPr>
              <a:t>Why Object-Oriented Design (cont.)?</a:t>
            </a:r>
          </a:p>
        </p:txBody>
      </p:sp>
      <p:sp>
        <p:nvSpPr>
          <p:cNvPr id="95238" name="Rectangle 3">
            <a:extLst>
              <a:ext uri="{FF2B5EF4-FFF2-40B4-BE49-F238E27FC236}">
                <a16:creationId xmlns:a16="http://schemas.microsoft.com/office/drawing/2014/main" id="{1E96BFFA-443A-D5BA-9356-BF7E04AB7527}"/>
              </a:ext>
            </a:extLst>
          </p:cNvPr>
          <p:cNvSpPr>
            <a:spLocks noGrp="1" noChangeArrowheads="1"/>
          </p:cNvSpPr>
          <p:nvPr>
            <p:ph type="body" idx="4294967295"/>
          </p:nvPr>
        </p:nvSpPr>
        <p:spPr/>
        <p:txBody>
          <a:bodyPr anchor="ctr"/>
          <a:lstStyle/>
          <a:p>
            <a:pPr marL="419100" indent="-419100" eaLnBrk="1" hangingPunct="1">
              <a:buFont typeface="Wingdings" charset="0"/>
              <a:buNone/>
              <a:defRPr/>
            </a:pPr>
            <a:r>
              <a:rPr lang="en-US" sz="2400" b="1" i="1" u="sng" dirty="0">
                <a:ea typeface="+mn-ea"/>
                <a:cs typeface="+mn-cs"/>
              </a:rPr>
              <a:t>Object-Oriented</a:t>
            </a:r>
            <a:r>
              <a:rPr lang="en-US" sz="2400" b="1" i="1" dirty="0">
                <a:ea typeface="+mn-ea"/>
                <a:cs typeface="+mn-cs"/>
              </a:rPr>
              <a:t> Decomposition:</a:t>
            </a:r>
          </a:p>
          <a:p>
            <a:pPr marL="419100" indent="-419100" eaLnBrk="1" hangingPunct="1">
              <a:buFont typeface="Wingdings" charset="0"/>
              <a:buNone/>
              <a:defRPr/>
            </a:pPr>
            <a:endParaRPr lang="en-US" sz="2400" b="1" i="1" dirty="0">
              <a:ea typeface="+mn-ea"/>
              <a:cs typeface="+mn-cs"/>
            </a:endParaRPr>
          </a:p>
          <a:p>
            <a:pPr marL="419100" indent="-419100" eaLnBrk="1" hangingPunct="1">
              <a:buFont typeface="Wingdings" charset="0"/>
              <a:buNone/>
              <a:defRPr/>
            </a:pPr>
            <a:endParaRPr lang="en-US" sz="2400" b="1" i="1" dirty="0">
              <a:ea typeface="+mn-ea"/>
              <a:cs typeface="+mn-cs"/>
            </a:endParaRPr>
          </a:p>
          <a:p>
            <a:pPr marL="419100" indent="-419100" eaLnBrk="1" hangingPunct="1">
              <a:buFont typeface="Wingdings" charset="0"/>
              <a:buNone/>
              <a:defRPr/>
            </a:pPr>
            <a:endParaRPr lang="en-US" sz="2400" b="1" i="1" dirty="0">
              <a:ea typeface="+mn-ea"/>
              <a:cs typeface="+mn-cs"/>
            </a:endParaRPr>
          </a:p>
          <a:p>
            <a:pPr marL="419100" indent="-419100" eaLnBrk="1" hangingPunct="1">
              <a:buFont typeface="Wingdings" charset="0"/>
              <a:buNone/>
              <a:defRPr/>
            </a:pPr>
            <a:endParaRPr lang="en-US" sz="2400" dirty="0">
              <a:ea typeface="+mn-ea"/>
              <a:cs typeface="+mn-cs"/>
            </a:endParaRPr>
          </a:p>
          <a:p>
            <a:pPr marL="838200" lvl="1" indent="-381000" eaLnBrk="1" hangingPunct="1">
              <a:buFont typeface="Wingdings" charset="0"/>
              <a:buChar char="F"/>
              <a:defRPr/>
            </a:pPr>
            <a:r>
              <a:rPr lang="en-US" sz="2000" dirty="0">
                <a:ea typeface="+mn-ea"/>
              </a:rPr>
              <a:t>Better for complex and evolving systems</a:t>
            </a:r>
          </a:p>
          <a:p>
            <a:pPr marL="419100" indent="-419100" eaLnBrk="1" hangingPunct="1">
              <a:buFont typeface="Wingdings" charset="0"/>
              <a:buNone/>
              <a:defRPr/>
            </a:pPr>
            <a:endParaRPr lang="en-US" sz="1600" dirty="0">
              <a:ea typeface="+mn-ea"/>
              <a:cs typeface="+mn-cs"/>
            </a:endParaRPr>
          </a:p>
          <a:p>
            <a:pPr marL="419100" indent="-419100" eaLnBrk="1" hangingPunct="1">
              <a:buFont typeface="Wingdings" charset="0"/>
              <a:buNone/>
              <a:defRPr/>
            </a:pPr>
            <a:r>
              <a:rPr lang="en-US" sz="2400" i="1" dirty="0">
                <a:solidFill>
                  <a:srgbClr val="7F0101"/>
                </a:solidFill>
                <a:ea typeface="+mn-ea"/>
                <a:cs typeface="+mn-cs"/>
              </a:rPr>
              <a:t>However</a:t>
            </a:r>
            <a:endParaRPr lang="en-US" sz="2400" dirty="0">
              <a:ea typeface="+mn-ea"/>
              <a:cs typeface="+mn-cs"/>
            </a:endParaRPr>
          </a:p>
          <a:p>
            <a:pPr marL="838200" lvl="1" indent="-381000" eaLnBrk="1" hangingPunct="1">
              <a:buFont typeface="Wingdings" charset="0"/>
              <a:buChar char="¨"/>
              <a:defRPr/>
            </a:pPr>
            <a:r>
              <a:rPr lang="en-US" sz="2000" i="1" dirty="0">
                <a:ea typeface="+mn-ea"/>
              </a:rPr>
              <a:t>How to find the objects?</a:t>
            </a:r>
            <a:endParaRPr lang="en-US" sz="2000" dirty="0">
              <a:ea typeface="+mn-ea"/>
            </a:endParaRPr>
          </a:p>
        </p:txBody>
      </p:sp>
      <p:sp>
        <p:nvSpPr>
          <p:cNvPr id="56324" name="Rectangle 4">
            <a:extLst>
              <a:ext uri="{FF2B5EF4-FFF2-40B4-BE49-F238E27FC236}">
                <a16:creationId xmlns:a16="http://schemas.microsoft.com/office/drawing/2014/main" id="{42499B65-C0B4-5BB6-D2C7-612651DC68BC}"/>
              </a:ext>
            </a:extLst>
          </p:cNvPr>
          <p:cNvSpPr>
            <a:spLocks noChangeArrowheads="1"/>
          </p:cNvSpPr>
          <p:nvPr/>
        </p:nvSpPr>
        <p:spPr bwMode="auto">
          <a:xfrm>
            <a:off x="1828800" y="2514600"/>
            <a:ext cx="5029200" cy="711200"/>
          </a:xfrm>
          <a:prstGeom prst="rect">
            <a:avLst/>
          </a:prstGeom>
          <a:solidFill>
            <a:srgbClr val="E5FFDC"/>
          </a:solidFill>
          <a:ln w="9525">
            <a:solidFill>
              <a:srgbClr val="3A027F"/>
            </a:solidFill>
            <a:miter lim="800000"/>
            <a:headEnd/>
            <a:tailEnd/>
          </a:ln>
        </p:spPr>
        <p:txBody>
          <a:bodyPr anchor="ct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000" i="1">
                <a:solidFill>
                  <a:srgbClr val="3A027F"/>
                </a:solidFill>
                <a:latin typeface="Helvetica" panose="020B0604020202020204" pitchFamily="34" charset="0"/>
              </a:rPr>
              <a:t>Decompose according to the </a:t>
            </a:r>
            <a:r>
              <a:rPr lang="en-US" altLang="en-US" sz="2000" i="1">
                <a:solidFill>
                  <a:srgbClr val="7F0101"/>
                </a:solidFill>
                <a:latin typeface="Helvetica" panose="020B0604020202020204" pitchFamily="34" charset="0"/>
              </a:rPr>
              <a:t>objects</a:t>
            </a:r>
            <a:r>
              <a:rPr lang="en-US" altLang="en-US" sz="2000" i="1">
                <a:solidFill>
                  <a:srgbClr val="3A027F"/>
                </a:solidFill>
                <a:latin typeface="Helvetica" panose="020B0604020202020204" pitchFamily="34" charset="0"/>
              </a:rPr>
              <a:t> a system is supposed to manipulate.</a:t>
            </a:r>
          </a:p>
        </p:txBody>
      </p:sp>
      <p:sp>
        <p:nvSpPr>
          <p:cNvPr id="56325" name="Slide Number Placeholder 1">
            <a:extLst>
              <a:ext uri="{FF2B5EF4-FFF2-40B4-BE49-F238E27FC236}">
                <a16:creationId xmlns:a16="http://schemas.microsoft.com/office/drawing/2014/main" id="{E185627E-3D9D-1E60-574C-C640B38026F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C00A882-1E32-4C78-9996-FB6D16FDCBEF}" type="slidenum">
              <a:rPr lang="en-AU" altLang="en-US" sz="1400" smtClean="0">
                <a:latin typeface="Times New Roman" panose="02020603050405020304" pitchFamily="18" charset="0"/>
              </a:rPr>
              <a:pPr>
                <a:spcBef>
                  <a:spcPct val="0"/>
                </a:spcBef>
                <a:buSzTx/>
                <a:buFontTx/>
                <a:buNone/>
              </a:pPr>
              <a:t>30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5" name="Rectangle 2">
            <a:extLst>
              <a:ext uri="{FF2B5EF4-FFF2-40B4-BE49-F238E27FC236}">
                <a16:creationId xmlns:a16="http://schemas.microsoft.com/office/drawing/2014/main" id="{A7ECCEF4-459D-B070-8EE2-44DE07FA0907}"/>
              </a:ext>
            </a:extLst>
          </p:cNvPr>
          <p:cNvSpPr>
            <a:spLocks noGrp="1" noChangeArrowheads="1"/>
          </p:cNvSpPr>
          <p:nvPr>
            <p:ph type="title" idx="4294967295"/>
          </p:nvPr>
        </p:nvSpPr>
        <p:spPr/>
        <p:txBody>
          <a:bodyPr/>
          <a:lstStyle/>
          <a:p>
            <a:pPr eaLnBrk="1" hangingPunct="1">
              <a:defRPr/>
            </a:pPr>
            <a:r>
              <a:rPr lang="en-US">
                <a:ea typeface="+mj-ea"/>
                <a:cs typeface="+mj-cs"/>
              </a:rPr>
              <a:t>Iteration in Object-Oriented Design</a:t>
            </a:r>
          </a:p>
        </p:txBody>
      </p:sp>
      <p:sp>
        <p:nvSpPr>
          <p:cNvPr id="58371" name="Rectangle 3">
            <a:extLst>
              <a:ext uri="{FF2B5EF4-FFF2-40B4-BE49-F238E27FC236}">
                <a16:creationId xmlns:a16="http://schemas.microsoft.com/office/drawing/2014/main" id="{FFEE99E3-114D-D024-7245-7538E8AD3AA0}"/>
              </a:ext>
            </a:extLst>
          </p:cNvPr>
          <p:cNvSpPr>
            <a:spLocks noGrp="1" noChangeArrowheads="1"/>
          </p:cNvSpPr>
          <p:nvPr>
            <p:ph type="body" idx="4294967295"/>
          </p:nvPr>
        </p:nvSpPr>
        <p:spPr>
          <a:xfrm>
            <a:off x="1079500" y="1066800"/>
            <a:ext cx="7543800" cy="4800600"/>
          </a:xfrm>
        </p:spPr>
        <p:txBody>
          <a:bodyPr anchor="ctr"/>
          <a:lstStyle/>
          <a:p>
            <a:pPr marL="290513" indent="-290513" eaLnBrk="1" hangingPunct="1">
              <a:lnSpc>
                <a:spcPct val="80000"/>
              </a:lnSpc>
            </a:pPr>
            <a:r>
              <a:rPr lang="en-US" altLang="en-US" sz="2400"/>
              <a:t>The result of the design process is </a:t>
            </a:r>
            <a:r>
              <a:rPr lang="en-US" altLang="en-US" sz="2400" i="1">
                <a:solidFill>
                  <a:srgbClr val="7F0101"/>
                </a:solidFill>
              </a:rPr>
              <a:t>not a final product:</a:t>
            </a:r>
          </a:p>
          <a:p>
            <a:pPr marL="763588" lvl="1" indent="-282575" eaLnBrk="1" hangingPunct="1">
              <a:lnSpc>
                <a:spcPct val="80000"/>
              </a:lnSpc>
            </a:pPr>
            <a:r>
              <a:rPr lang="en-US" altLang="en-US" sz="2000"/>
              <a:t>design decisions may be </a:t>
            </a:r>
            <a:r>
              <a:rPr lang="en-US" altLang="en-US" sz="2000" i="1">
                <a:solidFill>
                  <a:srgbClr val="7F0101"/>
                </a:solidFill>
              </a:rPr>
              <a:t>revisited</a:t>
            </a:r>
            <a:r>
              <a:rPr lang="en-US" altLang="en-US" sz="2000"/>
              <a:t>, even after implementation</a:t>
            </a:r>
          </a:p>
          <a:p>
            <a:pPr marL="763588" lvl="1" indent="-282575" eaLnBrk="1" hangingPunct="1">
              <a:lnSpc>
                <a:spcPct val="80000"/>
              </a:lnSpc>
            </a:pPr>
            <a:r>
              <a:rPr lang="en-US" altLang="en-US" sz="2000"/>
              <a:t>design is rarely linear but </a:t>
            </a:r>
            <a:r>
              <a:rPr lang="en-US" altLang="en-US" sz="2000" i="1">
                <a:solidFill>
                  <a:srgbClr val="7F0101"/>
                </a:solidFill>
              </a:rPr>
              <a:t>iterative</a:t>
            </a:r>
          </a:p>
          <a:p>
            <a:pPr marL="763588" lvl="1" indent="-282575" eaLnBrk="1" hangingPunct="1">
              <a:lnSpc>
                <a:spcPct val="80000"/>
              </a:lnSpc>
            </a:pPr>
            <a:endParaRPr lang="en-US" altLang="en-US" sz="2000"/>
          </a:p>
          <a:p>
            <a:pPr marL="290513" indent="-290513" eaLnBrk="1" hangingPunct="1">
              <a:lnSpc>
                <a:spcPct val="80000"/>
              </a:lnSpc>
            </a:pPr>
            <a:r>
              <a:rPr lang="en-US" altLang="en-US" sz="2400"/>
              <a:t>The design process is </a:t>
            </a:r>
            <a:r>
              <a:rPr lang="en-US" altLang="en-US" sz="2400" i="1">
                <a:solidFill>
                  <a:srgbClr val="7F0101"/>
                </a:solidFill>
              </a:rPr>
              <a:t>not algorithmic</a:t>
            </a:r>
            <a:r>
              <a:rPr lang="en-US" altLang="en-US" sz="2400"/>
              <a:t>:</a:t>
            </a:r>
          </a:p>
          <a:p>
            <a:pPr marL="763588" lvl="1" indent="-282575" eaLnBrk="1" hangingPunct="1">
              <a:lnSpc>
                <a:spcPct val="80000"/>
              </a:lnSpc>
            </a:pPr>
            <a:r>
              <a:rPr lang="en-US" altLang="en-US" sz="2000"/>
              <a:t>a design method provides </a:t>
            </a:r>
            <a:r>
              <a:rPr lang="en-US" altLang="en-US" sz="2000" i="1">
                <a:solidFill>
                  <a:srgbClr val="7F0101"/>
                </a:solidFill>
              </a:rPr>
              <a:t>guidelines</a:t>
            </a:r>
            <a:r>
              <a:rPr lang="en-US" altLang="en-US" sz="2000"/>
              <a:t>, not fixed rules</a:t>
            </a:r>
          </a:p>
          <a:p>
            <a:pPr marL="763588" lvl="1" indent="-282575" eaLnBrk="1" hangingPunct="1">
              <a:lnSpc>
                <a:spcPct val="80000"/>
              </a:lnSpc>
            </a:pPr>
            <a:r>
              <a:rPr lang="en-US" altLang="en-US" sz="2000"/>
              <a:t>a good </a:t>
            </a:r>
            <a:r>
              <a:rPr lang="en-US" altLang="en-US" sz="2000" i="1">
                <a:solidFill>
                  <a:srgbClr val="7F0101"/>
                </a:solidFill>
              </a:rPr>
              <a:t>sense of style</a:t>
            </a:r>
            <a:r>
              <a:rPr lang="en-US" altLang="en-US" sz="2000"/>
              <a:t> often helps produce clean, </a:t>
            </a:r>
            <a:r>
              <a:rPr lang="en-US" altLang="en-US" sz="2000" u="sng"/>
              <a:t>elegant</a:t>
            </a:r>
            <a:r>
              <a:rPr lang="en-US" altLang="en-US" sz="2000"/>
              <a:t> designs — designs that make a lot of sense from the engineering standpoint</a:t>
            </a:r>
          </a:p>
          <a:p>
            <a:pPr marL="290513" indent="-290513" eaLnBrk="1" hangingPunct="1">
              <a:lnSpc>
                <a:spcPct val="80000"/>
              </a:lnSpc>
              <a:buFont typeface="Wingdings" panose="05000000000000000000" pitchFamily="2" charset="2"/>
              <a:buNone/>
            </a:pPr>
            <a:endParaRPr lang="en-US" altLang="en-US" sz="2400"/>
          </a:p>
          <a:p>
            <a:pPr marL="290513" indent="-290513" eaLnBrk="1" hangingPunct="1">
              <a:lnSpc>
                <a:spcPct val="80000"/>
              </a:lnSpc>
              <a:buFont typeface="Wingdings" panose="05000000000000000000" pitchFamily="2" charset="2"/>
              <a:buNone/>
            </a:pPr>
            <a:endParaRPr lang="en-US" altLang="en-US" sz="2400"/>
          </a:p>
        </p:txBody>
      </p:sp>
      <p:sp>
        <p:nvSpPr>
          <p:cNvPr id="58372" name="AutoShape 4">
            <a:extLst>
              <a:ext uri="{FF2B5EF4-FFF2-40B4-BE49-F238E27FC236}">
                <a16:creationId xmlns:a16="http://schemas.microsoft.com/office/drawing/2014/main" id="{343A5FDA-57DD-8843-3961-938D891246FD}"/>
              </a:ext>
            </a:extLst>
          </p:cNvPr>
          <p:cNvSpPr>
            <a:spLocks noChangeArrowheads="1"/>
          </p:cNvSpPr>
          <p:nvPr/>
        </p:nvSpPr>
        <p:spPr bwMode="auto">
          <a:xfrm>
            <a:off x="3352800" y="4724400"/>
            <a:ext cx="4191000" cy="1295400"/>
          </a:xfrm>
          <a:prstGeom prst="foldedCorner">
            <a:avLst>
              <a:gd name="adj" fmla="val 12500"/>
            </a:avLst>
          </a:prstGeom>
          <a:solidFill>
            <a:schemeClr val="accent1"/>
          </a:solidFill>
          <a:ln w="9525">
            <a:solidFill>
              <a:schemeClr val="tx1"/>
            </a:solidFill>
            <a:round/>
            <a:headEnd/>
            <a:tailEnd/>
          </a:ln>
        </p:spPr>
        <p:txBody>
          <a:bodyPr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eaLnBrk="1" hangingPunct="1">
              <a:lnSpc>
                <a:spcPct val="80000"/>
              </a:lnSpc>
              <a:spcBef>
                <a:spcPct val="20000"/>
              </a:spcBef>
              <a:buClr>
                <a:schemeClr val="hlink"/>
              </a:buClr>
              <a:buSzPct val="85000"/>
              <a:buFont typeface="Helvetica CE"/>
              <a:buNone/>
            </a:pPr>
            <a:r>
              <a:rPr lang="en-US" altLang="en-US" sz="1800" i="1">
                <a:solidFill>
                  <a:srgbClr val="7F0101"/>
                </a:solidFill>
                <a:latin typeface="Helvetica" panose="020B0604020202020204" pitchFamily="34" charset="0"/>
              </a:rPr>
              <a:t>Responsibility-driven design is an (analysis and) design technique that works well in combination with various methods and notations.</a:t>
            </a:r>
            <a:endParaRPr lang="en-US" altLang="en-US" sz="1800">
              <a:latin typeface="Helvetica" panose="020B0604020202020204" pitchFamily="34" charset="0"/>
            </a:endParaRPr>
          </a:p>
        </p:txBody>
      </p:sp>
      <p:sp>
        <p:nvSpPr>
          <p:cNvPr id="58373" name="Slide Number Placeholder 1">
            <a:extLst>
              <a:ext uri="{FF2B5EF4-FFF2-40B4-BE49-F238E27FC236}">
                <a16:creationId xmlns:a16="http://schemas.microsoft.com/office/drawing/2014/main" id="{A63D48B9-8C01-144A-1C01-2D8E2B36488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A6FF77D-AF46-466C-99B7-0690E9754659}" type="slidenum">
              <a:rPr lang="en-AU" altLang="en-US" sz="1400" smtClean="0">
                <a:latin typeface="Times New Roman" panose="02020603050405020304" pitchFamily="18" charset="0"/>
              </a:rPr>
              <a:pPr>
                <a:spcBef>
                  <a:spcPct val="0"/>
                </a:spcBef>
                <a:buSzTx/>
                <a:buFontTx/>
                <a:buNone/>
              </a:pPr>
              <a:t>31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3" name="Rectangle 2">
            <a:extLst>
              <a:ext uri="{FF2B5EF4-FFF2-40B4-BE49-F238E27FC236}">
                <a16:creationId xmlns:a16="http://schemas.microsoft.com/office/drawing/2014/main" id="{5378FD09-2748-192E-51AC-C4AEA55E2C71}"/>
              </a:ext>
            </a:extLst>
          </p:cNvPr>
          <p:cNvSpPr>
            <a:spLocks noGrp="1" noChangeArrowheads="1"/>
          </p:cNvSpPr>
          <p:nvPr>
            <p:ph type="title" idx="4294967295"/>
          </p:nvPr>
        </p:nvSpPr>
        <p:spPr/>
        <p:txBody>
          <a:bodyPr/>
          <a:lstStyle/>
          <a:p>
            <a:pPr eaLnBrk="1" hangingPunct="1">
              <a:defRPr/>
            </a:pPr>
            <a:r>
              <a:rPr lang="en-US" sz="3200" dirty="0">
                <a:ea typeface="+mj-ea"/>
                <a:cs typeface="+mj-cs"/>
              </a:rPr>
              <a:t>Case Study: Drawing Editor</a:t>
            </a:r>
            <a:endParaRPr lang="en-US" dirty="0">
              <a:ea typeface="+mj-ea"/>
              <a:cs typeface="+mj-cs"/>
            </a:endParaRPr>
          </a:p>
        </p:txBody>
      </p:sp>
      <p:sp>
        <p:nvSpPr>
          <p:cNvPr id="60419" name="Rectangle 3">
            <a:extLst>
              <a:ext uri="{FF2B5EF4-FFF2-40B4-BE49-F238E27FC236}">
                <a16:creationId xmlns:a16="http://schemas.microsoft.com/office/drawing/2014/main" id="{F41905A5-6D11-69C4-A008-48FE0D62778E}"/>
              </a:ext>
            </a:extLst>
          </p:cNvPr>
          <p:cNvSpPr>
            <a:spLocks noGrp="1" noChangeArrowheads="1"/>
          </p:cNvSpPr>
          <p:nvPr>
            <p:ph type="body" sz="half" idx="4294967295"/>
          </p:nvPr>
        </p:nvSpPr>
        <p:spPr>
          <a:xfrm>
            <a:off x="1089025" y="1044575"/>
            <a:ext cx="3697288" cy="4800600"/>
          </a:xfrm>
        </p:spPr>
        <p:txBody>
          <a:bodyPr/>
          <a:lstStyle/>
          <a:p>
            <a:pPr marL="0" indent="184150" algn="just" eaLnBrk="1" hangingPunct="1">
              <a:lnSpc>
                <a:spcPct val="90000"/>
              </a:lnSpc>
              <a:buFont typeface="Wingdings" panose="05000000000000000000" pitchFamily="2" charset="2"/>
              <a:buNone/>
            </a:pPr>
            <a:r>
              <a:rPr lang="en-US" altLang="en-US" sz="1400"/>
              <a:t>The drawing editor is an interactive graphics editor. With it, users can create and edit drawings composed of </a:t>
            </a:r>
            <a:r>
              <a:rPr lang="en-US" altLang="en-US" sz="1400">
                <a:solidFill>
                  <a:srgbClr val="FF0000"/>
                </a:solidFill>
              </a:rPr>
              <a:t>lines, rectangles, ellipses and text</a:t>
            </a:r>
            <a:r>
              <a:rPr lang="en-US" altLang="en-US" sz="1400"/>
              <a:t>.</a:t>
            </a:r>
          </a:p>
          <a:p>
            <a:pPr marL="0" indent="184150" algn="just" eaLnBrk="1" hangingPunct="1">
              <a:lnSpc>
                <a:spcPct val="90000"/>
              </a:lnSpc>
              <a:buFont typeface="Wingdings" panose="05000000000000000000" pitchFamily="2" charset="2"/>
              <a:buNone/>
            </a:pPr>
            <a:r>
              <a:rPr lang="en-US" altLang="en-US" sz="1400"/>
              <a:t>Tools control the mode of operation of the editor. Exactly one tool is active at any given time.</a:t>
            </a:r>
          </a:p>
          <a:p>
            <a:pPr marL="0" indent="184150" algn="just" eaLnBrk="1" hangingPunct="1">
              <a:lnSpc>
                <a:spcPct val="90000"/>
              </a:lnSpc>
              <a:buFont typeface="Wingdings" panose="05000000000000000000" pitchFamily="2" charset="2"/>
              <a:buNone/>
            </a:pPr>
            <a:r>
              <a:rPr lang="en-US" altLang="en-US" sz="1400"/>
              <a:t>Two kinds of tools exist: the selection tool and creation tools. When the </a:t>
            </a:r>
            <a:r>
              <a:rPr lang="en-US" altLang="en-US" sz="1400">
                <a:solidFill>
                  <a:schemeClr val="accent2"/>
                </a:solidFill>
              </a:rPr>
              <a:t>selection tool </a:t>
            </a:r>
            <a:r>
              <a:rPr lang="en-US" altLang="en-US" sz="1400"/>
              <a:t>is active, existing drawing elements can be selected with the cursor. One or more drawing elements can be selected and manipulated; if several drawing elements are selected, they can be manipulated as if they were a single element. Elements that have been selected in this way are referred to as the current selection. The current selection is indicated visually by displaying the control points for the element. Clicking on and dragging a control point modifies the element with which the control point is associated.</a:t>
            </a:r>
          </a:p>
          <a:p>
            <a:pPr marL="0" indent="184150" algn="just" eaLnBrk="1" hangingPunct="1">
              <a:lnSpc>
                <a:spcPct val="90000"/>
              </a:lnSpc>
              <a:buFont typeface="Wingdings" panose="05000000000000000000" pitchFamily="2" charset="2"/>
              <a:buNone/>
            </a:pPr>
            <a:r>
              <a:rPr lang="en-US" altLang="en-US" sz="1400"/>
              <a:t>When a </a:t>
            </a:r>
            <a:r>
              <a:rPr lang="en-US" altLang="en-US" sz="1400">
                <a:solidFill>
                  <a:schemeClr val="accent2"/>
                </a:solidFill>
              </a:rPr>
              <a:t>creation tool </a:t>
            </a:r>
            <a:r>
              <a:rPr lang="en-US" altLang="en-US" sz="1400"/>
              <a:t>is active, the current selection is empty. The cursor changes in different ways according to the specific creation tool, and the user can create an element of the selected kind. After the element is created, the selection tool is made active and the newly created element becomes the current selection.</a:t>
            </a:r>
          </a:p>
          <a:p>
            <a:pPr marL="0" indent="184150" algn="just" eaLnBrk="1" hangingPunct="1">
              <a:lnSpc>
                <a:spcPct val="90000"/>
              </a:lnSpc>
              <a:buFont typeface="Wingdings" panose="05000000000000000000" pitchFamily="2" charset="2"/>
              <a:buNone/>
            </a:pPr>
            <a:r>
              <a:rPr lang="en-US" altLang="en-US" sz="1400"/>
              <a:t>The </a:t>
            </a:r>
            <a:r>
              <a:rPr lang="en-US" altLang="en-US" sz="1400">
                <a:solidFill>
                  <a:srgbClr val="FF0000"/>
                </a:solidFill>
              </a:rPr>
              <a:t>text</a:t>
            </a:r>
            <a:r>
              <a:rPr lang="en-US" altLang="en-US" sz="1400"/>
              <a:t> creation tool changes the shape of the cursor to that of an I-beam. The position of the first character of text is determined by where the user clicks the mouse</a:t>
            </a:r>
          </a:p>
        </p:txBody>
      </p:sp>
      <p:sp>
        <p:nvSpPr>
          <p:cNvPr id="60420" name="Rectangle 4">
            <a:extLst>
              <a:ext uri="{FF2B5EF4-FFF2-40B4-BE49-F238E27FC236}">
                <a16:creationId xmlns:a16="http://schemas.microsoft.com/office/drawing/2014/main" id="{CDFE7CF4-7082-C361-B5B8-81EAE91C87B8}"/>
              </a:ext>
            </a:extLst>
          </p:cNvPr>
          <p:cNvSpPr>
            <a:spLocks noGrp="1" noChangeArrowheads="1"/>
          </p:cNvSpPr>
          <p:nvPr>
            <p:ph type="body" sz="half" idx="4294967295"/>
          </p:nvPr>
        </p:nvSpPr>
        <p:spPr>
          <a:xfrm>
            <a:off x="4932363" y="1371600"/>
            <a:ext cx="3697287" cy="4800600"/>
          </a:xfrm>
        </p:spPr>
        <p:txBody>
          <a:bodyPr/>
          <a:lstStyle/>
          <a:p>
            <a:pPr marL="0" indent="0" algn="just" eaLnBrk="1" hangingPunct="1">
              <a:lnSpc>
                <a:spcPct val="90000"/>
              </a:lnSpc>
              <a:buFont typeface="Wingdings" panose="05000000000000000000" pitchFamily="2" charset="2"/>
              <a:buNone/>
            </a:pPr>
            <a:r>
              <a:rPr lang="en-US" altLang="en-US" sz="1400"/>
              <a:t>button. The creation tool is no longer active when the user clicks the mouse button outside the text element. The control points for a text element are the four corners of the region within which the text is formatted. Dragging the control points changes this region. The other creation tools allow the creation of lines, rectangles and ellipses. They change the shape of the cursor to that of a crosshair. The appropriate element starts to be created when the mouse button is pressed, and is completed when the mouse button is released. These two events create the start point and the stop point.</a:t>
            </a:r>
          </a:p>
          <a:p>
            <a:pPr marL="0" indent="0" algn="just" eaLnBrk="1" hangingPunct="1">
              <a:lnSpc>
                <a:spcPct val="90000"/>
              </a:lnSpc>
              <a:buFont typeface="Wingdings" panose="05000000000000000000" pitchFamily="2" charset="2"/>
              <a:buNone/>
            </a:pPr>
            <a:r>
              <a:rPr lang="en-US" altLang="en-US" sz="1400"/>
              <a:t>The </a:t>
            </a:r>
            <a:r>
              <a:rPr lang="en-US" altLang="en-US" sz="1400">
                <a:solidFill>
                  <a:srgbClr val="FF0000"/>
                </a:solidFill>
              </a:rPr>
              <a:t>line</a:t>
            </a:r>
            <a:r>
              <a:rPr lang="en-US" altLang="en-US" sz="1400"/>
              <a:t> creation tool creates a line from the start point to the stop point. These are the control points of a line. Dragging a control point changes the end point.</a:t>
            </a:r>
          </a:p>
          <a:p>
            <a:pPr marL="0" indent="0" algn="just" eaLnBrk="1" hangingPunct="1">
              <a:lnSpc>
                <a:spcPct val="90000"/>
              </a:lnSpc>
              <a:buFont typeface="Wingdings" panose="05000000000000000000" pitchFamily="2" charset="2"/>
              <a:buNone/>
            </a:pPr>
            <a:r>
              <a:rPr lang="en-US" altLang="en-US" sz="1400"/>
              <a:t>The </a:t>
            </a:r>
            <a:r>
              <a:rPr lang="en-US" altLang="en-US" sz="1400">
                <a:solidFill>
                  <a:srgbClr val="FF0000"/>
                </a:solidFill>
              </a:rPr>
              <a:t>rectangle</a:t>
            </a:r>
            <a:r>
              <a:rPr lang="en-US" altLang="en-US" sz="1400"/>
              <a:t> creation tool creates a rectangle such that these points are diagonally opposite corners. These points and the other corners are the control points. Dragging a control point changes the associated corner.</a:t>
            </a:r>
          </a:p>
          <a:p>
            <a:pPr marL="0" indent="0" algn="just" eaLnBrk="1" hangingPunct="1">
              <a:lnSpc>
                <a:spcPct val="90000"/>
              </a:lnSpc>
              <a:buFont typeface="Wingdings" panose="05000000000000000000" pitchFamily="2" charset="2"/>
              <a:buNone/>
            </a:pPr>
            <a:r>
              <a:rPr lang="en-US" altLang="en-US" sz="1400"/>
              <a:t>The </a:t>
            </a:r>
            <a:r>
              <a:rPr lang="en-US" altLang="en-US" sz="1400">
                <a:solidFill>
                  <a:srgbClr val="FF0000"/>
                </a:solidFill>
              </a:rPr>
              <a:t>ellipse</a:t>
            </a:r>
            <a:r>
              <a:rPr lang="en-US" altLang="en-US" sz="1400"/>
              <a:t> creation tool creates an ellipse fitting within the rectangle defined by the two points described above. The major radius is one half the width of the rectangle, and the minor radius is one half the height of the rectangle. The control points are at the corners of the bounding rectangle. Dragging control points changes the associated corner.</a:t>
            </a:r>
          </a:p>
        </p:txBody>
      </p:sp>
      <p:sp>
        <p:nvSpPr>
          <p:cNvPr id="60421" name="Slide Number Placeholder 1">
            <a:extLst>
              <a:ext uri="{FF2B5EF4-FFF2-40B4-BE49-F238E27FC236}">
                <a16:creationId xmlns:a16="http://schemas.microsoft.com/office/drawing/2014/main" id="{7DF61595-45A4-6183-A66A-4EE50BC828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511607E-6394-4B19-812A-A27680E5EEAD}" type="slidenum">
              <a:rPr lang="en-AU" altLang="en-US" sz="1400" smtClean="0">
                <a:latin typeface="Times New Roman" panose="02020603050405020304" pitchFamily="18" charset="0"/>
              </a:rPr>
              <a:pPr>
                <a:spcBef>
                  <a:spcPct val="0"/>
                </a:spcBef>
                <a:buSzTx/>
                <a:buFontTx/>
                <a:buNone/>
              </a:pPr>
              <a:t>32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Rectangle 2">
            <a:extLst>
              <a:ext uri="{FF2B5EF4-FFF2-40B4-BE49-F238E27FC236}">
                <a16:creationId xmlns:a16="http://schemas.microsoft.com/office/drawing/2014/main" id="{3529B47D-0FB9-3CAC-A10C-9C3ACF1C46A9}"/>
              </a:ext>
            </a:extLst>
          </p:cNvPr>
          <p:cNvSpPr>
            <a:spLocks noGrp="1" noChangeArrowheads="1"/>
          </p:cNvSpPr>
          <p:nvPr>
            <p:ph type="title" idx="4294967295"/>
          </p:nvPr>
        </p:nvSpPr>
        <p:spPr/>
        <p:txBody>
          <a:bodyPr/>
          <a:lstStyle/>
          <a:p>
            <a:pPr eaLnBrk="1" hangingPunct="1">
              <a:defRPr/>
            </a:pPr>
            <a:r>
              <a:rPr lang="en-US">
                <a:ea typeface="+mj-ea"/>
                <a:cs typeface="+mj-cs"/>
              </a:rPr>
              <a:t>The Initial Exploration</a:t>
            </a:r>
          </a:p>
        </p:txBody>
      </p:sp>
      <p:sp>
        <p:nvSpPr>
          <p:cNvPr id="101382" name="Rectangle 3">
            <a:extLst>
              <a:ext uri="{FF2B5EF4-FFF2-40B4-BE49-F238E27FC236}">
                <a16:creationId xmlns:a16="http://schemas.microsoft.com/office/drawing/2014/main" id="{64E4175E-C26E-F400-5177-35E8E98DF41A}"/>
              </a:ext>
            </a:extLst>
          </p:cNvPr>
          <p:cNvSpPr>
            <a:spLocks noGrp="1" noChangeArrowheads="1"/>
          </p:cNvSpPr>
          <p:nvPr>
            <p:ph type="body" idx="4294967295"/>
          </p:nvPr>
        </p:nvSpPr>
        <p:spPr/>
        <p:txBody>
          <a:bodyPr anchor="ctr"/>
          <a:lstStyle/>
          <a:p>
            <a:pPr marL="609600" indent="-609600" eaLnBrk="1" hangingPunct="1">
              <a:buFontTx/>
              <a:buAutoNum type="arabicPeriod"/>
              <a:defRPr/>
            </a:pPr>
            <a:r>
              <a:rPr lang="en-US" dirty="0">
                <a:ea typeface="+mn-ea"/>
                <a:cs typeface="+mn-cs"/>
              </a:rPr>
              <a:t>Find the </a:t>
            </a:r>
            <a:r>
              <a:rPr lang="en-US" i="1" dirty="0">
                <a:solidFill>
                  <a:srgbClr val="7F0101"/>
                </a:solidFill>
                <a:ea typeface="+mn-ea"/>
                <a:cs typeface="+mn-cs"/>
              </a:rPr>
              <a:t>classes</a:t>
            </a:r>
            <a:r>
              <a:rPr lang="en-US" dirty="0">
                <a:ea typeface="+mn-ea"/>
                <a:cs typeface="+mn-cs"/>
              </a:rPr>
              <a:t> in your system.</a:t>
            </a:r>
          </a:p>
          <a:p>
            <a:pPr marL="609600" indent="-609600" eaLnBrk="1" hangingPunct="1">
              <a:buFontTx/>
              <a:buAutoNum type="arabicPeriod"/>
              <a:defRPr/>
            </a:pPr>
            <a:endParaRPr lang="en-US" dirty="0">
              <a:ea typeface="+mn-ea"/>
              <a:cs typeface="+mn-cs"/>
            </a:endParaRPr>
          </a:p>
          <a:p>
            <a:pPr marL="609600" indent="-609600" eaLnBrk="1" hangingPunct="1">
              <a:buFontTx/>
              <a:buAutoNum type="arabicPeriod"/>
              <a:defRPr/>
            </a:pPr>
            <a:r>
              <a:rPr lang="en-US" dirty="0">
                <a:ea typeface="+mn-ea"/>
                <a:cs typeface="+mn-cs"/>
              </a:rPr>
              <a:t>Determine the </a:t>
            </a:r>
            <a:r>
              <a:rPr lang="en-US" i="1" dirty="0">
                <a:solidFill>
                  <a:srgbClr val="7F0101"/>
                </a:solidFill>
                <a:ea typeface="+mn-ea"/>
                <a:cs typeface="+mn-cs"/>
              </a:rPr>
              <a:t>responsibilities</a:t>
            </a:r>
            <a:r>
              <a:rPr lang="en-US" dirty="0">
                <a:ea typeface="+mn-ea"/>
                <a:cs typeface="+mn-cs"/>
              </a:rPr>
              <a:t> of each class.</a:t>
            </a:r>
          </a:p>
          <a:p>
            <a:pPr marL="609600" indent="-609600" eaLnBrk="1" hangingPunct="1">
              <a:buFontTx/>
              <a:buAutoNum type="arabicPeriod"/>
              <a:defRPr/>
            </a:pPr>
            <a:endParaRPr lang="en-US" dirty="0">
              <a:ea typeface="+mn-ea"/>
              <a:cs typeface="+mn-cs"/>
            </a:endParaRPr>
          </a:p>
          <a:p>
            <a:pPr marL="609600" indent="-609600" eaLnBrk="1" hangingPunct="1">
              <a:buFontTx/>
              <a:buAutoNum type="arabicPeriod"/>
              <a:defRPr/>
            </a:pPr>
            <a:r>
              <a:rPr lang="en-US" dirty="0">
                <a:ea typeface="+mn-ea"/>
                <a:cs typeface="+mn-cs"/>
              </a:rPr>
              <a:t>Determine how objects </a:t>
            </a:r>
            <a:r>
              <a:rPr lang="en-US" i="1" dirty="0">
                <a:solidFill>
                  <a:srgbClr val="7F0101"/>
                </a:solidFill>
                <a:ea typeface="+mn-ea"/>
                <a:cs typeface="+mn-cs"/>
              </a:rPr>
              <a:t>collaborate</a:t>
            </a:r>
            <a:r>
              <a:rPr lang="en-US" dirty="0">
                <a:ea typeface="+mn-ea"/>
                <a:cs typeface="+mn-cs"/>
              </a:rPr>
              <a:t> with each other to fulfill their responsibilities.</a:t>
            </a:r>
          </a:p>
          <a:p>
            <a:pPr marL="0" indent="0" eaLnBrk="1" hangingPunct="1">
              <a:buFont typeface="Wingdings" panose="05000000000000000000" pitchFamily="2" charset="2"/>
              <a:buNone/>
              <a:defRPr/>
            </a:pPr>
            <a:endParaRPr lang="en-US" i="1" dirty="0">
              <a:ea typeface="+mn-ea"/>
              <a:cs typeface="+mn-cs"/>
            </a:endParaRPr>
          </a:p>
          <a:p>
            <a:pPr marL="0" indent="0" eaLnBrk="1" hangingPunct="1">
              <a:buFont typeface="Wingdings" panose="05000000000000000000" pitchFamily="2" charset="2"/>
              <a:buNone/>
              <a:defRPr/>
            </a:pPr>
            <a:r>
              <a:rPr lang="en-US" i="1" dirty="0">
                <a:ea typeface="+mn-ea"/>
                <a:cs typeface="+mn-cs"/>
              </a:rPr>
              <a:t>These will be discussed in this lecture.</a:t>
            </a:r>
          </a:p>
          <a:p>
            <a:pPr marL="0" indent="0" eaLnBrk="1" hangingPunct="1">
              <a:buFont typeface="Wingdings" panose="05000000000000000000" pitchFamily="2" charset="2"/>
              <a:buNone/>
              <a:defRPr/>
            </a:pPr>
            <a:endParaRPr lang="en-US" dirty="0">
              <a:ea typeface="+mn-ea"/>
              <a:cs typeface="+mn-cs"/>
            </a:endParaRPr>
          </a:p>
        </p:txBody>
      </p:sp>
      <p:sp>
        <p:nvSpPr>
          <p:cNvPr id="62468" name="Slide Number Placeholder 1">
            <a:extLst>
              <a:ext uri="{FF2B5EF4-FFF2-40B4-BE49-F238E27FC236}">
                <a16:creationId xmlns:a16="http://schemas.microsoft.com/office/drawing/2014/main" id="{ACA41755-80B4-4E4B-3CE0-B31247E3248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508DD20-F096-4B99-8D4F-099AEDDCD0A5}" type="slidenum">
              <a:rPr lang="en-AU" altLang="en-US" sz="1400" smtClean="0">
                <a:latin typeface="Times New Roman" panose="02020603050405020304" pitchFamily="18" charset="0"/>
              </a:rPr>
              <a:pPr>
                <a:spcBef>
                  <a:spcPct val="0"/>
                </a:spcBef>
                <a:buSzTx/>
                <a:buFontTx/>
                <a:buNone/>
              </a:pPr>
              <a:t>33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9" name="Rectangle 2">
            <a:extLst>
              <a:ext uri="{FF2B5EF4-FFF2-40B4-BE49-F238E27FC236}">
                <a16:creationId xmlns:a16="http://schemas.microsoft.com/office/drawing/2014/main" id="{661EFC65-CCC9-61A7-9887-9C7876A81C93}"/>
              </a:ext>
            </a:extLst>
          </p:cNvPr>
          <p:cNvSpPr>
            <a:spLocks noGrp="1" noChangeArrowheads="1"/>
          </p:cNvSpPr>
          <p:nvPr>
            <p:ph type="title" idx="4294967295"/>
          </p:nvPr>
        </p:nvSpPr>
        <p:spPr/>
        <p:txBody>
          <a:bodyPr/>
          <a:lstStyle/>
          <a:p>
            <a:pPr eaLnBrk="1" hangingPunct="1">
              <a:defRPr/>
            </a:pPr>
            <a:r>
              <a:rPr lang="en-US">
                <a:ea typeface="+mj-ea"/>
                <a:cs typeface="+mj-cs"/>
              </a:rPr>
              <a:t>The Detailed Analysis</a:t>
            </a:r>
          </a:p>
        </p:txBody>
      </p:sp>
      <p:sp>
        <p:nvSpPr>
          <p:cNvPr id="103430" name="Rectangle 3">
            <a:extLst>
              <a:ext uri="{FF2B5EF4-FFF2-40B4-BE49-F238E27FC236}">
                <a16:creationId xmlns:a16="http://schemas.microsoft.com/office/drawing/2014/main" id="{D401E4BB-4183-815D-AE6F-0F6836F459B9}"/>
              </a:ext>
            </a:extLst>
          </p:cNvPr>
          <p:cNvSpPr>
            <a:spLocks noGrp="1" noChangeArrowheads="1"/>
          </p:cNvSpPr>
          <p:nvPr>
            <p:ph type="body" idx="4294967295"/>
          </p:nvPr>
        </p:nvSpPr>
        <p:spPr>
          <a:xfrm>
            <a:off x="1066800" y="1143000"/>
            <a:ext cx="7543800" cy="4800600"/>
          </a:xfrm>
        </p:spPr>
        <p:txBody>
          <a:bodyPr anchor="ctr"/>
          <a:lstStyle/>
          <a:p>
            <a:pPr marL="376238" indent="-376238" eaLnBrk="1" hangingPunct="1">
              <a:buFontTx/>
              <a:buAutoNum type="arabicPeriod"/>
              <a:defRPr/>
            </a:pPr>
            <a:r>
              <a:rPr lang="en-US" sz="2400" i="1" dirty="0">
                <a:ea typeface="+mn-ea"/>
                <a:cs typeface="+mn-cs"/>
              </a:rPr>
              <a:t>Factor</a:t>
            </a:r>
            <a:r>
              <a:rPr lang="en-US" sz="2400" dirty="0">
                <a:ea typeface="+mn-ea"/>
                <a:cs typeface="+mn-cs"/>
              </a:rPr>
              <a:t> common responsibilities to build class hierarchies</a:t>
            </a:r>
          </a:p>
          <a:p>
            <a:pPr marL="376238" indent="-376238" eaLnBrk="1" hangingPunct="1">
              <a:buFontTx/>
              <a:buAutoNum type="arabicPeriod"/>
              <a:defRPr/>
            </a:pPr>
            <a:r>
              <a:rPr lang="en-US" sz="2400" i="1" dirty="0">
                <a:ea typeface="+mn-ea"/>
                <a:cs typeface="+mn-cs"/>
              </a:rPr>
              <a:t>Streamline</a:t>
            </a:r>
            <a:r>
              <a:rPr lang="en-US" sz="2400" dirty="0">
                <a:ea typeface="+mn-ea"/>
                <a:cs typeface="+mn-cs"/>
              </a:rPr>
              <a:t> collaborations between objects:</a:t>
            </a:r>
          </a:p>
          <a:p>
            <a:pPr marL="1044575" lvl="1" indent="-377825" eaLnBrk="1" hangingPunct="1">
              <a:buFont typeface="Wingdings" charset="0"/>
              <a:buChar char="¨"/>
              <a:defRPr/>
            </a:pPr>
            <a:r>
              <a:rPr lang="en-US" sz="2000" dirty="0">
                <a:ea typeface="+mn-ea"/>
              </a:rPr>
              <a:t>Is message traffic heavy in parts of the system?</a:t>
            </a:r>
          </a:p>
          <a:p>
            <a:pPr marL="1044575" lvl="1" indent="-377825" eaLnBrk="1" hangingPunct="1">
              <a:buFont typeface="Wingdings" charset="0"/>
              <a:buChar char="¨"/>
              <a:defRPr/>
            </a:pPr>
            <a:r>
              <a:rPr lang="en-US" sz="2000" dirty="0">
                <a:ea typeface="+mn-ea"/>
              </a:rPr>
              <a:t>Are there classes that collaborate with everybody?</a:t>
            </a:r>
          </a:p>
          <a:p>
            <a:pPr marL="1044575" lvl="1" indent="-377825" eaLnBrk="1" hangingPunct="1">
              <a:buFont typeface="Wingdings" charset="0"/>
              <a:buChar char="¨"/>
              <a:defRPr/>
            </a:pPr>
            <a:r>
              <a:rPr lang="en-US" sz="2000" dirty="0">
                <a:ea typeface="+mn-ea"/>
              </a:rPr>
              <a:t>Are there classes that collaborate with nobody?</a:t>
            </a:r>
          </a:p>
          <a:p>
            <a:pPr marL="1044575" lvl="1" indent="-377825" eaLnBrk="1" hangingPunct="1">
              <a:buFont typeface="Wingdings" charset="0"/>
              <a:buChar char="¨"/>
              <a:defRPr/>
            </a:pPr>
            <a:r>
              <a:rPr lang="en-US" sz="2000" dirty="0">
                <a:ea typeface="+mn-ea"/>
              </a:rPr>
              <a:t>Are there groups of classes that can be seen as subsystems?</a:t>
            </a:r>
          </a:p>
          <a:p>
            <a:pPr marL="376238" indent="-376238" eaLnBrk="1" hangingPunct="1">
              <a:buFontTx/>
              <a:buAutoNum type="arabicPeriod"/>
              <a:defRPr/>
            </a:pPr>
            <a:r>
              <a:rPr lang="en-US" sz="2400" dirty="0">
                <a:ea typeface="+mn-ea"/>
                <a:cs typeface="+mn-cs"/>
              </a:rPr>
              <a:t>Apply </a:t>
            </a:r>
            <a:r>
              <a:rPr lang="en-US" sz="2400" i="1" dirty="0">
                <a:solidFill>
                  <a:srgbClr val="0C3A80"/>
                </a:solidFill>
                <a:ea typeface="+mn-ea"/>
                <a:cs typeface="+mn-cs"/>
              </a:rPr>
              <a:t>design heuristics</a:t>
            </a:r>
            <a:r>
              <a:rPr lang="en-US" sz="2400" dirty="0">
                <a:ea typeface="+mn-ea"/>
                <a:cs typeface="+mn-cs"/>
              </a:rPr>
              <a:t> to improve specific design aspects</a:t>
            </a:r>
          </a:p>
          <a:p>
            <a:pPr marL="376238" indent="-376238" eaLnBrk="1" hangingPunct="1">
              <a:buFontTx/>
              <a:buNone/>
              <a:defRPr/>
            </a:pPr>
            <a:endParaRPr lang="en-US" sz="1600" dirty="0">
              <a:ea typeface="+mn-ea"/>
              <a:cs typeface="+mn-cs"/>
            </a:endParaRPr>
          </a:p>
          <a:p>
            <a:pPr marL="0" indent="0" eaLnBrk="1" hangingPunct="1">
              <a:buFont typeface="Wingdings" panose="05000000000000000000" pitchFamily="2" charset="2"/>
              <a:buNone/>
              <a:defRPr/>
            </a:pPr>
            <a:r>
              <a:rPr lang="en-US" sz="2400" i="1" dirty="0">
                <a:ea typeface="+mn-ea"/>
                <a:cs typeface="+mn-cs"/>
              </a:rPr>
              <a:t>These will be discussed in the next lecture.</a:t>
            </a:r>
          </a:p>
        </p:txBody>
      </p:sp>
      <p:sp>
        <p:nvSpPr>
          <p:cNvPr id="64516" name="Slide Number Placeholder 1">
            <a:extLst>
              <a:ext uri="{FF2B5EF4-FFF2-40B4-BE49-F238E27FC236}">
                <a16:creationId xmlns:a16="http://schemas.microsoft.com/office/drawing/2014/main" id="{6D07AE9B-ACB6-B3C5-C372-9A49A591770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8651623-8942-4629-BD47-58196211C4E4}" type="slidenum">
              <a:rPr lang="en-AU" altLang="en-US" sz="1400" smtClean="0">
                <a:latin typeface="Times New Roman" panose="02020603050405020304" pitchFamily="18" charset="0"/>
              </a:rPr>
              <a:pPr>
                <a:spcBef>
                  <a:spcPct val="0"/>
                </a:spcBef>
                <a:buSzTx/>
                <a:buFontTx/>
                <a:buNone/>
              </a:pPr>
              <a:t>34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7" name="Rectangle 2">
            <a:extLst>
              <a:ext uri="{FF2B5EF4-FFF2-40B4-BE49-F238E27FC236}">
                <a16:creationId xmlns:a16="http://schemas.microsoft.com/office/drawing/2014/main" id="{876FF102-A18A-1179-C17E-C35C087308E1}"/>
              </a:ext>
            </a:extLst>
          </p:cNvPr>
          <p:cNvSpPr>
            <a:spLocks noGrp="1" noChangeArrowheads="1"/>
          </p:cNvSpPr>
          <p:nvPr>
            <p:ph type="title" idx="4294967295"/>
          </p:nvPr>
        </p:nvSpPr>
        <p:spPr/>
        <p:txBody>
          <a:bodyPr/>
          <a:lstStyle/>
          <a:p>
            <a:pPr eaLnBrk="1" hangingPunct="1">
              <a:defRPr/>
            </a:pPr>
            <a:r>
              <a:rPr lang="en-US">
                <a:ea typeface="+mj-ea"/>
                <a:cs typeface="+mj-cs"/>
              </a:rPr>
              <a:t>Finding Classes</a:t>
            </a:r>
          </a:p>
        </p:txBody>
      </p:sp>
      <p:sp>
        <p:nvSpPr>
          <p:cNvPr id="105478" name="Rectangle 3">
            <a:extLst>
              <a:ext uri="{FF2B5EF4-FFF2-40B4-BE49-F238E27FC236}">
                <a16:creationId xmlns:a16="http://schemas.microsoft.com/office/drawing/2014/main" id="{159B70AF-4623-95BF-054B-681FC6C1DAD1}"/>
              </a:ext>
            </a:extLst>
          </p:cNvPr>
          <p:cNvSpPr>
            <a:spLocks noGrp="1" noChangeArrowheads="1"/>
          </p:cNvSpPr>
          <p:nvPr>
            <p:ph type="body" idx="4294967295"/>
          </p:nvPr>
        </p:nvSpPr>
        <p:spPr/>
        <p:txBody>
          <a:bodyPr anchor="ctr"/>
          <a:lstStyle/>
          <a:p>
            <a:pPr marL="609600" indent="-609600" eaLnBrk="1" hangingPunct="1">
              <a:buFont typeface="Wingdings" charset="0"/>
              <a:buNone/>
              <a:defRPr/>
            </a:pPr>
            <a:r>
              <a:rPr lang="en-US" dirty="0">
                <a:solidFill>
                  <a:srgbClr val="7F0101"/>
                </a:solidFill>
                <a:ea typeface="+mn-ea"/>
                <a:cs typeface="+mn-cs"/>
              </a:rPr>
              <a:t>Start with the requirements:</a:t>
            </a:r>
          </a:p>
          <a:p>
            <a:pPr marL="609600" indent="-609600" eaLnBrk="1" hangingPunct="1">
              <a:buFont typeface="Arial" charset="0"/>
              <a:buNone/>
              <a:defRPr/>
            </a:pPr>
            <a:r>
              <a:rPr lang="en-US" dirty="0">
                <a:ea typeface="+mn-ea"/>
                <a:cs typeface="+mn-cs"/>
              </a:rPr>
              <a:t>	</a:t>
            </a:r>
            <a:r>
              <a:rPr lang="en-US" i="1" dirty="0">
                <a:ea typeface="+mn-ea"/>
                <a:cs typeface="+mn-cs"/>
              </a:rPr>
              <a:t>What are the </a:t>
            </a:r>
            <a:r>
              <a:rPr lang="en-US" i="1" u="sng" dirty="0">
                <a:ea typeface="+mn-ea"/>
                <a:cs typeface="+mn-cs"/>
              </a:rPr>
              <a:t>goals</a:t>
            </a:r>
            <a:r>
              <a:rPr lang="en-US" i="1" dirty="0">
                <a:ea typeface="+mn-ea"/>
                <a:cs typeface="+mn-cs"/>
              </a:rPr>
              <a:t> of the system being designed, its expected </a:t>
            </a:r>
            <a:r>
              <a:rPr lang="en-US" i="1" u="sng" dirty="0">
                <a:ea typeface="+mn-ea"/>
                <a:cs typeface="+mn-cs"/>
              </a:rPr>
              <a:t>inputs</a:t>
            </a:r>
            <a:r>
              <a:rPr lang="en-US" i="1" dirty="0">
                <a:ea typeface="+mn-ea"/>
                <a:cs typeface="+mn-cs"/>
              </a:rPr>
              <a:t>, and desired </a:t>
            </a:r>
            <a:r>
              <a:rPr lang="en-US" i="1" u="sng" dirty="0">
                <a:ea typeface="+mn-ea"/>
                <a:cs typeface="+mn-cs"/>
              </a:rPr>
              <a:t>responses</a:t>
            </a:r>
            <a:r>
              <a:rPr lang="en-US" i="1" dirty="0">
                <a:ea typeface="+mn-ea"/>
                <a:cs typeface="+mn-cs"/>
              </a:rPr>
              <a:t>?</a:t>
            </a:r>
            <a:endParaRPr lang="en-US" dirty="0">
              <a:ea typeface="+mn-ea"/>
              <a:cs typeface="+mn-cs"/>
            </a:endParaRPr>
          </a:p>
          <a:p>
            <a:pPr marL="609600" indent="-609600" eaLnBrk="1" hangingPunct="1">
              <a:buFont typeface="Arial" charset="0"/>
              <a:buNone/>
              <a:defRPr/>
            </a:pPr>
            <a:endParaRPr lang="en-US" sz="2000" dirty="0">
              <a:ea typeface="+mn-ea"/>
              <a:cs typeface="+mn-cs"/>
            </a:endParaRPr>
          </a:p>
          <a:p>
            <a:pPr marL="609600" indent="-609600" eaLnBrk="1" hangingPunct="1">
              <a:buFontTx/>
              <a:buAutoNum type="arabicPeriod"/>
              <a:defRPr/>
            </a:pPr>
            <a:r>
              <a:rPr lang="en-US" dirty="0">
                <a:ea typeface="+mn-ea"/>
                <a:cs typeface="+mn-cs"/>
              </a:rPr>
              <a:t>Look for </a:t>
            </a:r>
            <a:r>
              <a:rPr lang="en-US" i="1" dirty="0">
                <a:solidFill>
                  <a:srgbClr val="7F0101"/>
                </a:solidFill>
                <a:ea typeface="+mn-ea"/>
                <a:cs typeface="+mn-cs"/>
              </a:rPr>
              <a:t>noun phrases</a:t>
            </a:r>
            <a:r>
              <a:rPr lang="en-US" dirty="0">
                <a:ea typeface="+mn-ea"/>
                <a:cs typeface="+mn-cs"/>
              </a:rPr>
              <a:t>:</a:t>
            </a:r>
          </a:p>
          <a:p>
            <a:pPr marL="1141413" lvl="1" indent="-341313" eaLnBrk="1" hangingPunct="1">
              <a:buFont typeface="Wingdings" charset="0"/>
              <a:buChar char="F"/>
              <a:defRPr/>
            </a:pPr>
            <a:r>
              <a:rPr lang="en-US" dirty="0">
                <a:ea typeface="+mn-ea"/>
              </a:rPr>
              <a:t>separate into </a:t>
            </a:r>
            <a:r>
              <a:rPr lang="en-US" dirty="0">
                <a:solidFill>
                  <a:srgbClr val="00A479"/>
                </a:solidFill>
                <a:ea typeface="+mn-ea"/>
              </a:rPr>
              <a:t>obvious</a:t>
            </a:r>
            <a:r>
              <a:rPr lang="en-US" dirty="0">
                <a:ea typeface="+mn-ea"/>
              </a:rPr>
              <a:t> classes, </a:t>
            </a:r>
            <a:r>
              <a:rPr lang="en-US" dirty="0">
                <a:solidFill>
                  <a:srgbClr val="7F4D0D"/>
                </a:solidFill>
                <a:ea typeface="+mn-ea"/>
              </a:rPr>
              <a:t>uncertain</a:t>
            </a:r>
            <a:r>
              <a:rPr lang="en-US" dirty="0">
                <a:ea typeface="+mn-ea"/>
              </a:rPr>
              <a:t> candidates, and </a:t>
            </a:r>
            <a:r>
              <a:rPr lang="en-US" dirty="0">
                <a:solidFill>
                  <a:srgbClr val="7E0701"/>
                </a:solidFill>
                <a:ea typeface="+mn-ea"/>
              </a:rPr>
              <a:t>nonsense</a:t>
            </a:r>
            <a:r>
              <a:rPr lang="en-US" dirty="0">
                <a:ea typeface="+mn-ea"/>
              </a:rPr>
              <a:t>.</a:t>
            </a:r>
          </a:p>
          <a:p>
            <a:pPr marL="1141413" lvl="1" indent="-341313" eaLnBrk="1" hangingPunct="1">
              <a:buFont typeface="Wingdings" charset="0"/>
              <a:buChar char="F"/>
              <a:defRPr/>
            </a:pPr>
            <a:r>
              <a:rPr lang="en-US" i="1" dirty="0">
                <a:ea typeface="+mn-ea"/>
              </a:rPr>
              <a:t>Note: </a:t>
            </a:r>
            <a:r>
              <a:rPr lang="en-US" i="1" dirty="0">
                <a:solidFill>
                  <a:srgbClr val="00A479"/>
                </a:solidFill>
                <a:ea typeface="+mn-ea"/>
              </a:rPr>
              <a:t>we did something similar to create a domain model! – extend/refine and revise here.</a:t>
            </a:r>
            <a:endParaRPr lang="en-US" dirty="0">
              <a:solidFill>
                <a:srgbClr val="00A479"/>
              </a:solidFill>
              <a:ea typeface="+mn-ea"/>
            </a:endParaRPr>
          </a:p>
        </p:txBody>
      </p:sp>
      <p:sp>
        <p:nvSpPr>
          <p:cNvPr id="66564" name="Slide Number Placeholder 1">
            <a:extLst>
              <a:ext uri="{FF2B5EF4-FFF2-40B4-BE49-F238E27FC236}">
                <a16:creationId xmlns:a16="http://schemas.microsoft.com/office/drawing/2014/main" id="{49C56B94-1BEB-8261-9C63-9E55521B1B8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48E1380-674C-476A-A231-77917565F48C}" type="slidenum">
              <a:rPr lang="en-AU" altLang="en-US" sz="1400" smtClean="0">
                <a:latin typeface="Times New Roman" panose="02020603050405020304" pitchFamily="18" charset="0"/>
              </a:rPr>
              <a:pPr>
                <a:spcBef>
                  <a:spcPct val="0"/>
                </a:spcBef>
                <a:buSzTx/>
                <a:buFontTx/>
                <a:buNone/>
              </a:pPr>
              <a:t>35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Rectangle 2">
            <a:extLst>
              <a:ext uri="{FF2B5EF4-FFF2-40B4-BE49-F238E27FC236}">
                <a16:creationId xmlns:a16="http://schemas.microsoft.com/office/drawing/2014/main" id="{1A488C56-3E75-DCC7-E53C-DC80E445C01D}"/>
              </a:ext>
            </a:extLst>
          </p:cNvPr>
          <p:cNvSpPr>
            <a:spLocks noGrp="1" noChangeArrowheads="1"/>
          </p:cNvSpPr>
          <p:nvPr>
            <p:ph type="title" idx="4294967295"/>
          </p:nvPr>
        </p:nvSpPr>
        <p:spPr/>
        <p:txBody>
          <a:bodyPr/>
          <a:lstStyle/>
          <a:p>
            <a:pPr eaLnBrk="1" hangingPunct="1">
              <a:defRPr/>
            </a:pPr>
            <a:r>
              <a:rPr lang="en-US">
                <a:ea typeface="+mj-ea"/>
                <a:cs typeface="+mj-cs"/>
              </a:rPr>
              <a:t>Finding Classes (cont.)</a:t>
            </a:r>
          </a:p>
        </p:txBody>
      </p:sp>
      <p:sp>
        <p:nvSpPr>
          <p:cNvPr id="68611" name="Rectangle 3">
            <a:extLst>
              <a:ext uri="{FF2B5EF4-FFF2-40B4-BE49-F238E27FC236}">
                <a16:creationId xmlns:a16="http://schemas.microsoft.com/office/drawing/2014/main" id="{D9AD5822-E237-79FD-B357-0D32C490A6ED}"/>
              </a:ext>
            </a:extLst>
          </p:cNvPr>
          <p:cNvSpPr>
            <a:spLocks noGrp="1" noChangeArrowheads="1"/>
          </p:cNvSpPr>
          <p:nvPr>
            <p:ph type="body" idx="4294967295"/>
          </p:nvPr>
        </p:nvSpPr>
        <p:spPr/>
        <p:txBody>
          <a:bodyPr anchor="ctr"/>
          <a:lstStyle/>
          <a:p>
            <a:pPr marL="376238" indent="-376238" eaLnBrk="1" hangingPunct="1">
              <a:lnSpc>
                <a:spcPct val="70000"/>
              </a:lnSpc>
              <a:buClr>
                <a:srgbClr val="00027F"/>
              </a:buClr>
              <a:buFont typeface="Times" panose="02020603050405020304" pitchFamily="18" charset="0"/>
              <a:buAutoNum type="arabicPeriod" startAt="2"/>
            </a:pPr>
            <a:r>
              <a:rPr lang="en-US" altLang="en-US" sz="2400"/>
              <a:t>Refine to a list of </a:t>
            </a:r>
            <a:r>
              <a:rPr lang="en-US" altLang="en-US" sz="2400" i="1">
                <a:solidFill>
                  <a:srgbClr val="7F0101"/>
                </a:solidFill>
              </a:rPr>
              <a:t>candidate classes</a:t>
            </a:r>
            <a:r>
              <a:rPr lang="en-US" altLang="en-US" sz="2400"/>
              <a:t>. Some guidelines are:</a:t>
            </a:r>
            <a:br>
              <a:rPr lang="en-US" altLang="en-US" sz="2400"/>
            </a:br>
            <a:endParaRPr lang="en-US" altLang="en-US" sz="2400"/>
          </a:p>
          <a:p>
            <a:pPr marL="957263" lvl="1" indent="-387350" eaLnBrk="1" hangingPunct="1">
              <a:lnSpc>
                <a:spcPct val="70000"/>
              </a:lnSpc>
            </a:pPr>
            <a:r>
              <a:rPr lang="en-US" altLang="en-US" sz="2000"/>
              <a:t>Model </a:t>
            </a:r>
            <a:r>
              <a:rPr lang="en-US" altLang="en-US" sz="2000" i="1">
                <a:solidFill>
                  <a:srgbClr val="7F0101"/>
                </a:solidFill>
              </a:rPr>
              <a:t>physical objects</a:t>
            </a:r>
            <a:r>
              <a:rPr lang="en-US" altLang="en-US" sz="2000"/>
              <a:t> — e.g. disks, printers</a:t>
            </a:r>
          </a:p>
          <a:p>
            <a:pPr marL="957263" lvl="1" indent="-387350" eaLnBrk="1" hangingPunct="1">
              <a:lnSpc>
                <a:spcPct val="70000"/>
              </a:lnSpc>
            </a:pPr>
            <a:r>
              <a:rPr lang="en-US" altLang="en-US" sz="2000"/>
              <a:t>Model </a:t>
            </a:r>
            <a:r>
              <a:rPr lang="en-US" altLang="en-US" sz="2000" i="1">
                <a:solidFill>
                  <a:srgbClr val="7F0101"/>
                </a:solidFill>
              </a:rPr>
              <a:t>conceptual entities</a:t>
            </a:r>
            <a:r>
              <a:rPr lang="en-US" altLang="en-US" sz="2000"/>
              <a:t> — e.g. windows, files</a:t>
            </a:r>
          </a:p>
          <a:p>
            <a:pPr marL="957263" lvl="1" indent="-387350" eaLnBrk="1" hangingPunct="1">
              <a:lnSpc>
                <a:spcPct val="70000"/>
              </a:lnSpc>
            </a:pPr>
            <a:r>
              <a:rPr lang="en-US" altLang="en-US" sz="2000"/>
              <a:t>Choose </a:t>
            </a:r>
            <a:r>
              <a:rPr lang="en-US" altLang="en-US" sz="2000" i="1">
                <a:solidFill>
                  <a:srgbClr val="7F0101"/>
                </a:solidFill>
              </a:rPr>
              <a:t>one word for one concept</a:t>
            </a:r>
            <a:r>
              <a:rPr lang="en-US" altLang="en-US" sz="2000"/>
              <a:t> — what does it mean within the system</a:t>
            </a:r>
          </a:p>
          <a:p>
            <a:pPr marL="957263" lvl="1" indent="-387350" eaLnBrk="1" hangingPunct="1">
              <a:lnSpc>
                <a:spcPct val="70000"/>
              </a:lnSpc>
            </a:pPr>
            <a:r>
              <a:rPr lang="en-US" altLang="en-US" sz="2000"/>
              <a:t>Be wary of </a:t>
            </a:r>
            <a:r>
              <a:rPr lang="en-US" altLang="en-US" sz="2000" i="1">
                <a:solidFill>
                  <a:srgbClr val="7F0101"/>
                </a:solidFill>
              </a:rPr>
              <a:t>adjectives</a:t>
            </a:r>
            <a:r>
              <a:rPr lang="en-US" altLang="en-US" sz="2000"/>
              <a:t> — is it really a separate class?</a:t>
            </a:r>
          </a:p>
          <a:p>
            <a:pPr marL="957263" lvl="1" indent="-387350" eaLnBrk="1" hangingPunct="1">
              <a:lnSpc>
                <a:spcPct val="70000"/>
              </a:lnSpc>
            </a:pPr>
            <a:r>
              <a:rPr lang="en-US" altLang="en-US" sz="2000"/>
              <a:t>Be wary of </a:t>
            </a:r>
            <a:r>
              <a:rPr lang="en-US" altLang="en-US" sz="2000" i="1">
                <a:solidFill>
                  <a:srgbClr val="7F0101"/>
                </a:solidFill>
              </a:rPr>
              <a:t>missing or misleading subjects</a:t>
            </a:r>
            <a:r>
              <a:rPr lang="en-US" altLang="en-US" sz="2000"/>
              <a:t> — rephrase in active voice</a:t>
            </a:r>
          </a:p>
          <a:p>
            <a:pPr marL="957263" lvl="1" indent="-387350" eaLnBrk="1" hangingPunct="1">
              <a:lnSpc>
                <a:spcPct val="70000"/>
              </a:lnSpc>
            </a:pPr>
            <a:r>
              <a:rPr lang="en-US" altLang="en-US" sz="2000"/>
              <a:t>Model </a:t>
            </a:r>
            <a:r>
              <a:rPr lang="en-US" altLang="en-US" sz="2000" i="1">
                <a:solidFill>
                  <a:srgbClr val="7F0101"/>
                </a:solidFill>
              </a:rPr>
              <a:t>categories of classes</a:t>
            </a:r>
            <a:r>
              <a:rPr lang="en-US" altLang="en-US" sz="2000"/>
              <a:t> — delay modeling of inheritance</a:t>
            </a:r>
          </a:p>
          <a:p>
            <a:pPr marL="957263" lvl="1" indent="-387350" eaLnBrk="1" hangingPunct="1">
              <a:lnSpc>
                <a:spcPct val="70000"/>
              </a:lnSpc>
            </a:pPr>
            <a:r>
              <a:rPr lang="en-US" altLang="en-US" sz="2000"/>
              <a:t>Model </a:t>
            </a:r>
            <a:r>
              <a:rPr lang="en-US" altLang="en-US" sz="2000" i="1">
                <a:solidFill>
                  <a:srgbClr val="7F0101"/>
                </a:solidFill>
              </a:rPr>
              <a:t>interfaces</a:t>
            </a:r>
            <a:r>
              <a:rPr lang="en-US" altLang="en-US" sz="2000"/>
              <a:t> to the system — e.g., user interface, program interfaces</a:t>
            </a:r>
          </a:p>
          <a:p>
            <a:pPr marL="957263" lvl="1" indent="-387350" eaLnBrk="1" hangingPunct="1">
              <a:lnSpc>
                <a:spcPct val="70000"/>
              </a:lnSpc>
            </a:pPr>
            <a:r>
              <a:rPr lang="en-US" altLang="en-US" sz="2000"/>
              <a:t>Model attribute </a:t>
            </a:r>
            <a:r>
              <a:rPr lang="en-US" altLang="en-US" sz="2000" i="1">
                <a:solidFill>
                  <a:srgbClr val="7F0101"/>
                </a:solidFill>
              </a:rPr>
              <a:t>values</a:t>
            </a:r>
            <a:r>
              <a:rPr lang="en-US" altLang="en-US" sz="2000"/>
              <a:t>, not attributes — e.g., Point vs. Centre</a:t>
            </a:r>
          </a:p>
        </p:txBody>
      </p:sp>
      <p:sp>
        <p:nvSpPr>
          <p:cNvPr id="68612" name="Slide Number Placeholder 1">
            <a:extLst>
              <a:ext uri="{FF2B5EF4-FFF2-40B4-BE49-F238E27FC236}">
                <a16:creationId xmlns:a16="http://schemas.microsoft.com/office/drawing/2014/main" id="{D657105F-F223-ADA5-6BBC-DC977195C1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D41360E-476E-4193-A26A-E7855E0CF0EC}" type="slidenum">
              <a:rPr lang="en-AU" altLang="en-US" sz="1400" smtClean="0">
                <a:latin typeface="Times New Roman" panose="02020603050405020304" pitchFamily="18" charset="0"/>
              </a:rPr>
              <a:pPr>
                <a:spcBef>
                  <a:spcPct val="0"/>
                </a:spcBef>
                <a:buSzTx/>
                <a:buFontTx/>
                <a:buNone/>
              </a:pPr>
              <a:t>36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1" name="Rectangle 2">
            <a:extLst>
              <a:ext uri="{FF2B5EF4-FFF2-40B4-BE49-F238E27FC236}">
                <a16:creationId xmlns:a16="http://schemas.microsoft.com/office/drawing/2014/main" id="{F12B8844-6584-99FA-F9FA-73C48DFE70D3}"/>
              </a:ext>
            </a:extLst>
          </p:cNvPr>
          <p:cNvSpPr>
            <a:spLocks noGrp="1" noChangeArrowheads="1"/>
          </p:cNvSpPr>
          <p:nvPr>
            <p:ph type="title" idx="4294967295"/>
          </p:nvPr>
        </p:nvSpPr>
        <p:spPr/>
        <p:txBody>
          <a:bodyPr/>
          <a:lstStyle/>
          <a:p>
            <a:pPr eaLnBrk="1" hangingPunct="1">
              <a:defRPr/>
            </a:pPr>
            <a:r>
              <a:rPr lang="en-US">
                <a:ea typeface="+mj-ea"/>
                <a:cs typeface="+mj-cs"/>
              </a:rPr>
              <a:t>Drawing Editor: Noun Phrases</a:t>
            </a:r>
          </a:p>
        </p:txBody>
      </p:sp>
      <p:sp>
        <p:nvSpPr>
          <p:cNvPr id="70659" name="Rectangle 3">
            <a:extLst>
              <a:ext uri="{FF2B5EF4-FFF2-40B4-BE49-F238E27FC236}">
                <a16:creationId xmlns:a16="http://schemas.microsoft.com/office/drawing/2014/main" id="{54DEC2F5-0BFB-D454-3559-FA67E26C304C}"/>
              </a:ext>
            </a:extLst>
          </p:cNvPr>
          <p:cNvSpPr>
            <a:spLocks noGrp="1" noChangeArrowheads="1"/>
          </p:cNvSpPr>
          <p:nvPr>
            <p:ph type="body" idx="4294967295"/>
          </p:nvPr>
        </p:nvSpPr>
        <p:spPr/>
        <p:txBody>
          <a:bodyPr anchor="ctr"/>
          <a:lstStyle/>
          <a:p>
            <a:pPr marL="0" indent="184150" algn="just" eaLnBrk="1" hangingPunct="1">
              <a:lnSpc>
                <a:spcPct val="90000"/>
              </a:lnSpc>
              <a:buFont typeface="Wingdings" panose="05000000000000000000" pitchFamily="2" charset="2"/>
              <a:buNone/>
            </a:pPr>
            <a:r>
              <a:rPr lang="en-US" altLang="en-US" sz="2000"/>
              <a:t>The </a:t>
            </a:r>
            <a:r>
              <a:rPr lang="en-US" altLang="en-US" sz="2000">
                <a:solidFill>
                  <a:srgbClr val="0C3A80"/>
                </a:solidFill>
              </a:rPr>
              <a:t>drawing editor</a:t>
            </a:r>
            <a:r>
              <a:rPr lang="en-US" altLang="en-US" sz="2000"/>
              <a:t> is an </a:t>
            </a:r>
            <a:r>
              <a:rPr lang="en-US" altLang="en-US" sz="2000">
                <a:solidFill>
                  <a:srgbClr val="0C3A80"/>
                </a:solidFill>
              </a:rPr>
              <a:t>interactive graphics editor</a:t>
            </a:r>
            <a:r>
              <a:rPr lang="en-US" altLang="en-US" sz="2000"/>
              <a:t>. With it, </a:t>
            </a:r>
            <a:r>
              <a:rPr lang="en-US" altLang="en-US" sz="2000">
                <a:solidFill>
                  <a:srgbClr val="0C3A80"/>
                </a:solidFill>
              </a:rPr>
              <a:t>users</a:t>
            </a:r>
            <a:r>
              <a:rPr lang="en-US" altLang="en-US" sz="2000"/>
              <a:t> can create and edit </a:t>
            </a:r>
            <a:r>
              <a:rPr lang="en-US" altLang="en-US" sz="2000">
                <a:solidFill>
                  <a:srgbClr val="0C3A80"/>
                </a:solidFill>
              </a:rPr>
              <a:t>drawings</a:t>
            </a:r>
            <a:r>
              <a:rPr lang="en-US" altLang="en-US" sz="2000"/>
              <a:t> composed of </a:t>
            </a:r>
            <a:r>
              <a:rPr lang="en-US" altLang="en-US" sz="2000">
                <a:solidFill>
                  <a:srgbClr val="0C3A80"/>
                </a:solidFill>
              </a:rPr>
              <a:t>lines</a:t>
            </a:r>
            <a:r>
              <a:rPr lang="en-US" altLang="en-US" sz="2000"/>
              <a:t>, </a:t>
            </a:r>
            <a:r>
              <a:rPr lang="en-US" altLang="en-US" sz="2000">
                <a:solidFill>
                  <a:srgbClr val="0C3A80"/>
                </a:solidFill>
              </a:rPr>
              <a:t>rectangles</a:t>
            </a:r>
            <a:r>
              <a:rPr lang="en-US" altLang="en-US" sz="2000"/>
              <a:t>, </a:t>
            </a:r>
            <a:r>
              <a:rPr lang="en-US" altLang="en-US" sz="2000">
                <a:solidFill>
                  <a:srgbClr val="0C3A80"/>
                </a:solidFill>
              </a:rPr>
              <a:t>ellipses</a:t>
            </a:r>
            <a:r>
              <a:rPr lang="en-US" altLang="en-US" sz="2000"/>
              <a:t> and </a:t>
            </a:r>
            <a:r>
              <a:rPr lang="en-US" altLang="en-US" sz="2000">
                <a:solidFill>
                  <a:srgbClr val="0C3A80"/>
                </a:solidFill>
              </a:rPr>
              <a:t>text</a:t>
            </a:r>
            <a:r>
              <a:rPr lang="en-US" altLang="en-US" sz="2000"/>
              <a:t>.</a:t>
            </a:r>
          </a:p>
          <a:p>
            <a:pPr marL="0" indent="184150" algn="just" eaLnBrk="1" hangingPunct="1">
              <a:lnSpc>
                <a:spcPct val="90000"/>
              </a:lnSpc>
              <a:buFont typeface="Wingdings" panose="05000000000000000000" pitchFamily="2" charset="2"/>
              <a:buNone/>
            </a:pPr>
            <a:r>
              <a:rPr lang="en-US" altLang="en-US" sz="2000">
                <a:solidFill>
                  <a:srgbClr val="0C3A80"/>
                </a:solidFill>
              </a:rPr>
              <a:t>Tools</a:t>
            </a:r>
            <a:r>
              <a:rPr lang="en-US" altLang="en-US" sz="2000"/>
              <a:t> control the </a:t>
            </a:r>
            <a:r>
              <a:rPr lang="en-US" altLang="en-US" sz="2000">
                <a:solidFill>
                  <a:srgbClr val="0C3A80"/>
                </a:solidFill>
              </a:rPr>
              <a:t>mode of operation</a:t>
            </a:r>
            <a:r>
              <a:rPr lang="en-US" altLang="en-US" sz="2000"/>
              <a:t> of the </a:t>
            </a:r>
            <a:r>
              <a:rPr lang="en-US" altLang="en-US" sz="2000">
                <a:solidFill>
                  <a:srgbClr val="0C3A80"/>
                </a:solidFill>
              </a:rPr>
              <a:t>editor</a:t>
            </a:r>
            <a:r>
              <a:rPr lang="en-US" altLang="en-US" sz="2000"/>
              <a:t>. Exactly one tool is active at any given </a:t>
            </a:r>
            <a:r>
              <a:rPr lang="en-US" altLang="en-US" sz="2000">
                <a:solidFill>
                  <a:srgbClr val="0C3A80"/>
                </a:solidFill>
              </a:rPr>
              <a:t>time</a:t>
            </a:r>
            <a:r>
              <a:rPr lang="en-US" altLang="en-US" sz="2000"/>
              <a:t>.</a:t>
            </a:r>
          </a:p>
          <a:p>
            <a:pPr marL="0" indent="184150" algn="just" eaLnBrk="1" hangingPunct="1">
              <a:lnSpc>
                <a:spcPct val="90000"/>
              </a:lnSpc>
              <a:buFont typeface="Wingdings" panose="05000000000000000000" pitchFamily="2" charset="2"/>
              <a:buNone/>
            </a:pPr>
            <a:r>
              <a:rPr lang="en-US" altLang="en-US" sz="2000"/>
              <a:t>Two kinds of tools exist: the </a:t>
            </a:r>
            <a:r>
              <a:rPr lang="en-US" altLang="en-US" sz="2000">
                <a:solidFill>
                  <a:srgbClr val="0C3A80"/>
                </a:solidFill>
              </a:rPr>
              <a:t>selection tool</a:t>
            </a:r>
            <a:r>
              <a:rPr lang="en-US" altLang="en-US" sz="2000"/>
              <a:t> and </a:t>
            </a:r>
            <a:r>
              <a:rPr lang="en-US" altLang="en-US" sz="2000">
                <a:solidFill>
                  <a:srgbClr val="0C3A80"/>
                </a:solidFill>
              </a:rPr>
              <a:t>creation tools</a:t>
            </a:r>
            <a:r>
              <a:rPr lang="en-US" altLang="en-US" sz="2000"/>
              <a:t>. When the selection tool is active, existing </a:t>
            </a:r>
            <a:r>
              <a:rPr lang="en-US" altLang="en-US" sz="2000">
                <a:solidFill>
                  <a:srgbClr val="0C3A80"/>
                </a:solidFill>
              </a:rPr>
              <a:t>drawing elements</a:t>
            </a:r>
            <a:r>
              <a:rPr lang="en-US" altLang="en-US" sz="2000"/>
              <a:t> can be selected with the </a:t>
            </a:r>
            <a:r>
              <a:rPr lang="en-US" altLang="en-US" sz="2000">
                <a:solidFill>
                  <a:srgbClr val="0C3A80"/>
                </a:solidFill>
              </a:rPr>
              <a:t>cursor</a:t>
            </a:r>
            <a:r>
              <a:rPr lang="en-US" altLang="en-US" sz="2000"/>
              <a:t>. One or more drawing elements can be selected and manipulated; if several drawing elements are selected, they can be manipulated as if they were a single </a:t>
            </a:r>
            <a:r>
              <a:rPr lang="en-US" altLang="en-US" sz="2000">
                <a:solidFill>
                  <a:srgbClr val="0C3A80"/>
                </a:solidFill>
              </a:rPr>
              <a:t>element</a:t>
            </a:r>
            <a:r>
              <a:rPr lang="en-US" altLang="en-US" sz="2000"/>
              <a:t>. Elements that have been selected in this way are referred to as the </a:t>
            </a:r>
            <a:r>
              <a:rPr lang="en-US" altLang="en-US" sz="2000">
                <a:solidFill>
                  <a:srgbClr val="0C3A80"/>
                </a:solidFill>
              </a:rPr>
              <a:t>current selection</a:t>
            </a:r>
            <a:r>
              <a:rPr lang="en-US" altLang="en-US" sz="2000"/>
              <a:t>. The current selection is indicated visually by displaying the </a:t>
            </a:r>
            <a:r>
              <a:rPr lang="en-US" altLang="en-US" sz="2000">
                <a:solidFill>
                  <a:srgbClr val="0C3A80"/>
                </a:solidFill>
              </a:rPr>
              <a:t>control points</a:t>
            </a:r>
            <a:r>
              <a:rPr lang="en-US" altLang="en-US" sz="2000"/>
              <a:t> for the element. Clicking on and dragging a control point modifies the element with which the control point is associated.</a:t>
            </a:r>
          </a:p>
          <a:p>
            <a:pPr marL="0" indent="184150" eaLnBrk="1" hangingPunct="1">
              <a:lnSpc>
                <a:spcPct val="90000"/>
              </a:lnSpc>
              <a:buFont typeface="Wingdings" panose="05000000000000000000" pitchFamily="2" charset="2"/>
              <a:buNone/>
            </a:pPr>
            <a:r>
              <a:rPr lang="en-US" altLang="en-US" sz="2000"/>
              <a:t>When a creation tool is active, the current selection is empty. The cursor changes in different ways according to the specific creation tool, and the user can create an element of the selected kind. After the element is created, the selection tool is made active and the newly created element becomes the current selection.</a:t>
            </a:r>
          </a:p>
        </p:txBody>
      </p:sp>
      <p:sp>
        <p:nvSpPr>
          <p:cNvPr id="70660" name="Slide Number Placeholder 1">
            <a:extLst>
              <a:ext uri="{FF2B5EF4-FFF2-40B4-BE49-F238E27FC236}">
                <a16:creationId xmlns:a16="http://schemas.microsoft.com/office/drawing/2014/main" id="{8A91D71F-4684-6E2E-1817-4F7D128D571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2927904-B0B0-4B29-9ECD-D0BB98AA9B3E}" type="slidenum">
              <a:rPr lang="en-AU" altLang="en-US" sz="1400" smtClean="0">
                <a:latin typeface="Times New Roman" panose="02020603050405020304" pitchFamily="18" charset="0"/>
              </a:rPr>
              <a:pPr>
                <a:spcBef>
                  <a:spcPct val="0"/>
                </a:spcBef>
                <a:buSzTx/>
                <a:buFontTx/>
                <a:buNone/>
              </a:pPr>
              <a:t>37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B5608F0C-F8EB-C05A-F627-B942D9C45FB5}"/>
              </a:ext>
            </a:extLst>
          </p:cNvPr>
          <p:cNvSpPr>
            <a:spLocks noGrp="1" noChangeArrowheads="1"/>
          </p:cNvSpPr>
          <p:nvPr>
            <p:ph type="body" idx="4294967295"/>
          </p:nvPr>
        </p:nvSpPr>
        <p:spPr>
          <a:xfrm>
            <a:off x="685800" y="533400"/>
            <a:ext cx="7772400" cy="5562600"/>
          </a:xfrm>
        </p:spPr>
        <p:txBody>
          <a:bodyPr anchor="ctr"/>
          <a:lstStyle/>
          <a:p>
            <a:pPr marL="0" indent="184150" algn="just" eaLnBrk="1" hangingPunct="1">
              <a:lnSpc>
                <a:spcPct val="90000"/>
              </a:lnSpc>
              <a:buFont typeface="Wingdings" charset="0"/>
              <a:buNone/>
              <a:defRPr/>
            </a:pPr>
            <a:r>
              <a:rPr lang="en-US" sz="2000" dirty="0">
                <a:ea typeface="+mn-ea"/>
                <a:cs typeface="+mn-cs"/>
              </a:rPr>
              <a:t>The </a:t>
            </a:r>
            <a:r>
              <a:rPr lang="en-US" sz="2000" dirty="0">
                <a:solidFill>
                  <a:srgbClr val="0C3A80"/>
                </a:solidFill>
                <a:ea typeface="+mn-ea"/>
                <a:cs typeface="+mn-cs"/>
              </a:rPr>
              <a:t>text creation tool</a:t>
            </a:r>
            <a:r>
              <a:rPr lang="en-US" sz="2000" dirty="0">
                <a:ea typeface="+mn-ea"/>
                <a:cs typeface="+mn-cs"/>
              </a:rPr>
              <a:t> changes the </a:t>
            </a:r>
            <a:r>
              <a:rPr lang="en-US" sz="2000" dirty="0">
                <a:solidFill>
                  <a:srgbClr val="0C3A80"/>
                </a:solidFill>
                <a:ea typeface="+mn-ea"/>
                <a:cs typeface="+mn-cs"/>
              </a:rPr>
              <a:t>shape of the cursor</a:t>
            </a:r>
            <a:r>
              <a:rPr lang="en-US" sz="2000" dirty="0">
                <a:ea typeface="+mn-ea"/>
                <a:cs typeface="+mn-cs"/>
              </a:rPr>
              <a:t> to that of an </a:t>
            </a:r>
            <a:r>
              <a:rPr lang="en-US" sz="2000" dirty="0">
                <a:solidFill>
                  <a:srgbClr val="0C3A80"/>
                </a:solidFill>
                <a:ea typeface="+mn-ea"/>
                <a:cs typeface="+mn-cs"/>
              </a:rPr>
              <a:t>I-beam</a:t>
            </a:r>
            <a:r>
              <a:rPr lang="en-US" sz="2000" dirty="0">
                <a:ea typeface="+mn-ea"/>
                <a:cs typeface="+mn-cs"/>
              </a:rPr>
              <a:t>. The </a:t>
            </a:r>
            <a:r>
              <a:rPr lang="en-US" sz="2000" dirty="0">
                <a:solidFill>
                  <a:srgbClr val="0C3A80"/>
                </a:solidFill>
                <a:ea typeface="+mn-ea"/>
                <a:cs typeface="+mn-cs"/>
              </a:rPr>
              <a:t>position</a:t>
            </a:r>
            <a:r>
              <a:rPr lang="en-US" sz="2000" dirty="0">
                <a:ea typeface="+mn-ea"/>
                <a:cs typeface="+mn-cs"/>
              </a:rPr>
              <a:t> of the first </a:t>
            </a:r>
            <a:r>
              <a:rPr lang="en-US" sz="2000" dirty="0">
                <a:solidFill>
                  <a:srgbClr val="0C3A80"/>
                </a:solidFill>
                <a:ea typeface="+mn-ea"/>
                <a:cs typeface="+mn-cs"/>
              </a:rPr>
              <a:t>character</a:t>
            </a:r>
            <a:r>
              <a:rPr lang="en-US" sz="2000" dirty="0">
                <a:ea typeface="+mn-ea"/>
                <a:cs typeface="+mn-cs"/>
              </a:rPr>
              <a:t> of text is determined by where the user clicks the </a:t>
            </a:r>
            <a:r>
              <a:rPr lang="en-US" sz="2000" dirty="0">
                <a:solidFill>
                  <a:srgbClr val="0C3A80"/>
                </a:solidFill>
                <a:ea typeface="+mn-ea"/>
                <a:cs typeface="+mn-cs"/>
              </a:rPr>
              <a:t>mouse button</a:t>
            </a:r>
            <a:r>
              <a:rPr lang="en-US" sz="2000" dirty="0">
                <a:ea typeface="+mn-ea"/>
                <a:cs typeface="+mn-cs"/>
              </a:rPr>
              <a:t>. The creation tool is no longer active when the user clicks the mouse button outside the </a:t>
            </a:r>
            <a:r>
              <a:rPr lang="en-US" sz="2000" dirty="0">
                <a:solidFill>
                  <a:srgbClr val="0C3A80"/>
                </a:solidFill>
                <a:ea typeface="+mn-ea"/>
                <a:cs typeface="+mn-cs"/>
              </a:rPr>
              <a:t>text element</a:t>
            </a:r>
            <a:r>
              <a:rPr lang="en-US" sz="2000" dirty="0">
                <a:ea typeface="+mn-ea"/>
                <a:cs typeface="+mn-cs"/>
              </a:rPr>
              <a:t>. The control points for a text element are the four </a:t>
            </a:r>
            <a:r>
              <a:rPr lang="en-US" sz="2000" dirty="0">
                <a:solidFill>
                  <a:srgbClr val="0C3A80"/>
                </a:solidFill>
                <a:ea typeface="+mn-ea"/>
                <a:cs typeface="+mn-cs"/>
              </a:rPr>
              <a:t>corners</a:t>
            </a:r>
            <a:r>
              <a:rPr lang="en-US" sz="2000" dirty="0">
                <a:ea typeface="+mn-ea"/>
                <a:cs typeface="+mn-cs"/>
              </a:rPr>
              <a:t> of the </a:t>
            </a:r>
            <a:r>
              <a:rPr lang="en-US" sz="2000" dirty="0">
                <a:solidFill>
                  <a:srgbClr val="0C3A80"/>
                </a:solidFill>
                <a:ea typeface="+mn-ea"/>
                <a:cs typeface="+mn-cs"/>
              </a:rPr>
              <a:t>region</a:t>
            </a:r>
            <a:r>
              <a:rPr lang="en-US" sz="2000" dirty="0">
                <a:ea typeface="+mn-ea"/>
                <a:cs typeface="+mn-cs"/>
              </a:rPr>
              <a:t> within which the text is formatted. Dragging the control points changes this region. The other creation tools allow the creation of lines, rectangles and ellipses. They change the shape of the cursor to that of a </a:t>
            </a:r>
            <a:r>
              <a:rPr lang="en-US" sz="2000" dirty="0">
                <a:solidFill>
                  <a:srgbClr val="0C3A80"/>
                </a:solidFill>
                <a:ea typeface="+mn-ea"/>
                <a:cs typeface="+mn-cs"/>
              </a:rPr>
              <a:t>crosshair</a:t>
            </a:r>
            <a:r>
              <a:rPr lang="en-US" sz="2000" dirty="0">
                <a:ea typeface="+mn-ea"/>
                <a:cs typeface="+mn-cs"/>
              </a:rPr>
              <a:t>. The appropriate element starts to be created when the mouse button is pressed, and is completed when the mouse button is released. These two events create the </a:t>
            </a:r>
            <a:r>
              <a:rPr lang="en-US" sz="2000" dirty="0">
                <a:solidFill>
                  <a:srgbClr val="0C3A80"/>
                </a:solidFill>
                <a:ea typeface="+mn-ea"/>
                <a:cs typeface="+mn-cs"/>
              </a:rPr>
              <a:t>start</a:t>
            </a:r>
            <a:r>
              <a:rPr lang="en-US" sz="2000" u="sng" dirty="0">
                <a:ea typeface="+mn-ea"/>
                <a:cs typeface="+mn-cs"/>
              </a:rPr>
              <a:t> </a:t>
            </a:r>
            <a:r>
              <a:rPr lang="en-US" sz="2000" dirty="0">
                <a:solidFill>
                  <a:srgbClr val="0C3A80"/>
                </a:solidFill>
                <a:ea typeface="+mn-ea"/>
                <a:cs typeface="+mn-cs"/>
              </a:rPr>
              <a:t>point</a:t>
            </a:r>
            <a:r>
              <a:rPr lang="en-US" sz="2000" dirty="0">
                <a:ea typeface="+mn-ea"/>
                <a:cs typeface="+mn-cs"/>
              </a:rPr>
              <a:t> and the </a:t>
            </a:r>
            <a:r>
              <a:rPr lang="en-US" sz="2000" dirty="0">
                <a:solidFill>
                  <a:srgbClr val="0C3A80"/>
                </a:solidFill>
                <a:ea typeface="+mn-ea"/>
                <a:cs typeface="+mn-cs"/>
              </a:rPr>
              <a:t>stop point</a:t>
            </a:r>
            <a:r>
              <a:rPr lang="en-US" sz="2000" dirty="0">
                <a:ea typeface="+mn-ea"/>
                <a:cs typeface="+mn-cs"/>
              </a:rPr>
              <a:t>.</a:t>
            </a:r>
          </a:p>
          <a:p>
            <a:pPr marL="0" indent="184150" algn="just" eaLnBrk="1" hangingPunct="1">
              <a:lnSpc>
                <a:spcPct val="90000"/>
              </a:lnSpc>
              <a:buFont typeface="Wingdings" charset="0"/>
              <a:buNone/>
              <a:defRPr/>
            </a:pPr>
            <a:r>
              <a:rPr lang="en-US" sz="2000" dirty="0">
                <a:ea typeface="+mn-ea"/>
                <a:cs typeface="+mn-cs"/>
              </a:rPr>
              <a:t>The </a:t>
            </a:r>
            <a:r>
              <a:rPr lang="en-US" sz="2000" dirty="0">
                <a:solidFill>
                  <a:srgbClr val="0C3A80"/>
                </a:solidFill>
                <a:ea typeface="+mn-ea"/>
                <a:cs typeface="+mn-cs"/>
              </a:rPr>
              <a:t>line creation tool</a:t>
            </a:r>
            <a:r>
              <a:rPr lang="en-US" sz="2000" dirty="0">
                <a:ea typeface="+mn-ea"/>
                <a:cs typeface="+mn-cs"/>
              </a:rPr>
              <a:t> creates a line from the start point to the stop point. These are the control points of a line. Dragging a control point changes the </a:t>
            </a:r>
            <a:r>
              <a:rPr lang="en-US" sz="2000" dirty="0">
                <a:solidFill>
                  <a:srgbClr val="0C3A80"/>
                </a:solidFill>
                <a:ea typeface="+mn-ea"/>
                <a:cs typeface="+mn-cs"/>
              </a:rPr>
              <a:t>end point</a:t>
            </a:r>
            <a:r>
              <a:rPr lang="en-US" sz="2000" dirty="0">
                <a:ea typeface="+mn-ea"/>
                <a:cs typeface="+mn-cs"/>
              </a:rPr>
              <a:t>.</a:t>
            </a:r>
          </a:p>
          <a:p>
            <a:pPr marL="0" indent="184150" algn="just" eaLnBrk="1" hangingPunct="1">
              <a:lnSpc>
                <a:spcPct val="90000"/>
              </a:lnSpc>
              <a:buFont typeface="Wingdings" charset="0"/>
              <a:buNone/>
              <a:defRPr/>
            </a:pPr>
            <a:r>
              <a:rPr lang="en-US" sz="2000" dirty="0">
                <a:ea typeface="+mn-ea"/>
                <a:cs typeface="+mn-cs"/>
              </a:rPr>
              <a:t>The </a:t>
            </a:r>
            <a:r>
              <a:rPr lang="en-US" sz="2000" dirty="0">
                <a:solidFill>
                  <a:srgbClr val="0C3A80"/>
                </a:solidFill>
                <a:ea typeface="+mn-ea"/>
                <a:cs typeface="+mn-cs"/>
              </a:rPr>
              <a:t>rectangle creation tool</a:t>
            </a:r>
            <a:r>
              <a:rPr lang="en-US" sz="2000" dirty="0">
                <a:ea typeface="+mn-ea"/>
                <a:cs typeface="+mn-cs"/>
              </a:rPr>
              <a:t> creates a rectangle such that these points are </a:t>
            </a:r>
            <a:r>
              <a:rPr lang="en-US" sz="2000" dirty="0">
                <a:solidFill>
                  <a:srgbClr val="0C3A80"/>
                </a:solidFill>
                <a:ea typeface="+mn-ea"/>
                <a:cs typeface="+mn-cs"/>
              </a:rPr>
              <a:t>diagonally opposite corners</a:t>
            </a:r>
            <a:r>
              <a:rPr lang="en-US" sz="2000" dirty="0">
                <a:ea typeface="+mn-ea"/>
                <a:cs typeface="+mn-cs"/>
              </a:rPr>
              <a:t>. These points and the other corners are the control points. Dragging a control point changes the </a:t>
            </a:r>
            <a:r>
              <a:rPr lang="en-US" sz="2000" dirty="0">
                <a:solidFill>
                  <a:srgbClr val="0C3A80"/>
                </a:solidFill>
                <a:ea typeface="+mn-ea"/>
                <a:cs typeface="+mn-cs"/>
              </a:rPr>
              <a:t>associated corner</a:t>
            </a:r>
            <a:r>
              <a:rPr lang="en-US" sz="2000" dirty="0">
                <a:ea typeface="+mn-ea"/>
                <a:cs typeface="+mn-cs"/>
              </a:rPr>
              <a:t>.</a:t>
            </a:r>
          </a:p>
          <a:p>
            <a:pPr marL="0" indent="184150" algn="just" eaLnBrk="1" hangingPunct="1">
              <a:lnSpc>
                <a:spcPct val="90000"/>
              </a:lnSpc>
              <a:buFont typeface="Wingdings" charset="0"/>
              <a:buNone/>
              <a:defRPr/>
            </a:pPr>
            <a:r>
              <a:rPr lang="en-US" sz="2000" dirty="0">
                <a:ea typeface="+mn-ea"/>
                <a:cs typeface="+mn-cs"/>
              </a:rPr>
              <a:t>The </a:t>
            </a:r>
            <a:r>
              <a:rPr lang="en-US" sz="2000" dirty="0">
                <a:solidFill>
                  <a:srgbClr val="0C3A80"/>
                </a:solidFill>
                <a:ea typeface="+mn-ea"/>
                <a:cs typeface="+mn-cs"/>
              </a:rPr>
              <a:t>ellipse creation tool</a:t>
            </a:r>
            <a:r>
              <a:rPr lang="en-US" sz="2000" dirty="0">
                <a:ea typeface="+mn-ea"/>
                <a:cs typeface="+mn-cs"/>
              </a:rPr>
              <a:t> creates an ellipse fitting within the rectangle defined by the two </a:t>
            </a:r>
            <a:r>
              <a:rPr lang="en-US" sz="2000" dirty="0">
                <a:solidFill>
                  <a:srgbClr val="0C3A80"/>
                </a:solidFill>
                <a:ea typeface="+mn-ea"/>
                <a:cs typeface="+mn-cs"/>
              </a:rPr>
              <a:t>points</a:t>
            </a:r>
            <a:r>
              <a:rPr lang="en-US" sz="2000" dirty="0">
                <a:ea typeface="+mn-ea"/>
                <a:cs typeface="+mn-cs"/>
              </a:rPr>
              <a:t> described above. The </a:t>
            </a:r>
            <a:r>
              <a:rPr lang="en-US" sz="2000" dirty="0">
                <a:solidFill>
                  <a:srgbClr val="0C3A80"/>
                </a:solidFill>
                <a:ea typeface="+mn-ea"/>
                <a:cs typeface="+mn-cs"/>
              </a:rPr>
              <a:t>major radius</a:t>
            </a:r>
            <a:r>
              <a:rPr lang="en-US" sz="2000" dirty="0">
                <a:ea typeface="+mn-ea"/>
                <a:cs typeface="+mn-cs"/>
              </a:rPr>
              <a:t> is one half the </a:t>
            </a:r>
            <a:r>
              <a:rPr lang="en-US" sz="2000" dirty="0">
                <a:solidFill>
                  <a:srgbClr val="0C3A80"/>
                </a:solidFill>
                <a:ea typeface="+mn-ea"/>
                <a:cs typeface="+mn-cs"/>
              </a:rPr>
              <a:t>width of the</a:t>
            </a:r>
            <a:r>
              <a:rPr lang="en-US" sz="2000" u="sng" dirty="0">
                <a:ea typeface="+mn-ea"/>
                <a:cs typeface="+mn-cs"/>
              </a:rPr>
              <a:t> </a:t>
            </a:r>
            <a:r>
              <a:rPr lang="en-US" sz="2000" dirty="0">
                <a:solidFill>
                  <a:srgbClr val="0C3A80"/>
                </a:solidFill>
                <a:ea typeface="+mn-ea"/>
                <a:cs typeface="+mn-cs"/>
              </a:rPr>
              <a:t>rectangle</a:t>
            </a:r>
            <a:r>
              <a:rPr lang="en-US" sz="2000" dirty="0">
                <a:ea typeface="+mn-ea"/>
                <a:cs typeface="+mn-cs"/>
              </a:rPr>
              <a:t>, and the </a:t>
            </a:r>
            <a:r>
              <a:rPr lang="en-US" sz="2000" dirty="0">
                <a:solidFill>
                  <a:srgbClr val="0C3A80"/>
                </a:solidFill>
                <a:ea typeface="+mn-ea"/>
                <a:cs typeface="+mn-cs"/>
              </a:rPr>
              <a:t>minor radius</a:t>
            </a:r>
            <a:r>
              <a:rPr lang="en-US" sz="2000" dirty="0">
                <a:ea typeface="+mn-ea"/>
                <a:cs typeface="+mn-cs"/>
              </a:rPr>
              <a:t> is one half the </a:t>
            </a:r>
            <a:r>
              <a:rPr lang="en-US" sz="2000" dirty="0">
                <a:solidFill>
                  <a:srgbClr val="0C3A80"/>
                </a:solidFill>
                <a:ea typeface="+mn-ea"/>
                <a:cs typeface="+mn-cs"/>
              </a:rPr>
              <a:t>height of the rectangle</a:t>
            </a:r>
            <a:r>
              <a:rPr lang="en-US" sz="2000" dirty="0">
                <a:ea typeface="+mn-ea"/>
                <a:cs typeface="+mn-cs"/>
              </a:rPr>
              <a:t>. The control points are at the corners of the </a:t>
            </a:r>
            <a:r>
              <a:rPr lang="en-US" sz="2000" dirty="0">
                <a:solidFill>
                  <a:srgbClr val="0C3A80"/>
                </a:solidFill>
                <a:ea typeface="+mn-ea"/>
                <a:cs typeface="+mn-cs"/>
              </a:rPr>
              <a:t>bounding rectangle</a:t>
            </a:r>
            <a:r>
              <a:rPr lang="en-US" sz="2000" dirty="0">
                <a:ea typeface="+mn-ea"/>
                <a:cs typeface="+mn-cs"/>
              </a:rPr>
              <a:t>. Dragging control points changes the associated corner.</a:t>
            </a:r>
          </a:p>
        </p:txBody>
      </p:sp>
      <p:sp>
        <p:nvSpPr>
          <p:cNvPr id="72707" name="Slide Number Placeholder 1">
            <a:extLst>
              <a:ext uri="{FF2B5EF4-FFF2-40B4-BE49-F238E27FC236}">
                <a16:creationId xmlns:a16="http://schemas.microsoft.com/office/drawing/2014/main" id="{9807E5D8-16D6-8B51-F6C7-3FBD700F61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BD6D8BE-4F58-4452-B7D1-9C138F4D9B81}" type="slidenum">
              <a:rPr lang="en-AU" altLang="en-US" sz="1400" smtClean="0">
                <a:latin typeface="Times New Roman" panose="02020603050405020304" pitchFamily="18" charset="0"/>
              </a:rPr>
              <a:pPr>
                <a:spcBef>
                  <a:spcPct val="0"/>
                </a:spcBef>
                <a:buSzTx/>
                <a:buFontTx/>
                <a:buNone/>
              </a:pPr>
              <a:t>38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E62CB9FA-D7FE-9457-5CA0-E50CACCA35D6}"/>
              </a:ext>
            </a:extLst>
          </p:cNvPr>
          <p:cNvSpPr>
            <a:spLocks noGrp="1" noChangeArrowheads="1"/>
          </p:cNvSpPr>
          <p:nvPr>
            <p:ph type="title"/>
          </p:nvPr>
        </p:nvSpPr>
        <p:spPr/>
        <p:txBody>
          <a:bodyPr/>
          <a:lstStyle/>
          <a:p>
            <a:endParaRPr lang="en-US" altLang="en-US"/>
          </a:p>
        </p:txBody>
      </p:sp>
      <p:sp>
        <p:nvSpPr>
          <p:cNvPr id="74755" name="Slide Number Placeholder 2">
            <a:extLst>
              <a:ext uri="{FF2B5EF4-FFF2-40B4-BE49-F238E27FC236}">
                <a16:creationId xmlns:a16="http://schemas.microsoft.com/office/drawing/2014/main" id="{5A78C150-AF14-B312-56AB-128C99CD5A6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F7489E0-26DD-486C-9D16-74D1384990A7}" type="slidenum">
              <a:rPr lang="en-AU" altLang="en-US" sz="1400" smtClean="0">
                <a:latin typeface="Times New Roman" panose="02020603050405020304" pitchFamily="18" charset="0"/>
              </a:rPr>
              <a:pPr>
                <a:spcBef>
                  <a:spcPct val="0"/>
                </a:spcBef>
                <a:buSzTx/>
                <a:buFontTx/>
                <a:buNone/>
              </a:pPr>
              <a:t>39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74756" name="Picture 2" descr="PlantUML diagram">
            <a:extLst>
              <a:ext uri="{FF2B5EF4-FFF2-40B4-BE49-F238E27FC236}">
                <a16:creationId xmlns:a16="http://schemas.microsoft.com/office/drawing/2014/main" id="{34EED3B5-25C2-0B4B-AAF3-1BF32B172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4313"/>
            <a:ext cx="9059863"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70C0E97-E392-3040-F08F-A676579AC656}"/>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5683" name="Rectangle 1027">
            <a:extLst>
              <a:ext uri="{FF2B5EF4-FFF2-40B4-BE49-F238E27FC236}">
                <a16:creationId xmlns:a16="http://schemas.microsoft.com/office/drawing/2014/main" id="{CAF98C61-A519-469A-A13A-809B7A33F737}"/>
              </a:ext>
            </a:extLst>
          </p:cNvPr>
          <p:cNvSpPr>
            <a:spLocks noGrp="1" noChangeArrowheads="1"/>
          </p:cNvSpPr>
          <p:nvPr>
            <p:ph type="title"/>
          </p:nvPr>
        </p:nvSpPr>
        <p:spPr/>
        <p:txBody>
          <a:bodyPr/>
          <a:lstStyle/>
          <a:p>
            <a:pPr>
              <a:defRPr/>
            </a:pPr>
            <a:r>
              <a:rPr lang="en-US">
                <a:ea typeface="+mj-ea"/>
                <a:cs typeface="+mj-cs"/>
              </a:rPr>
              <a:t>Roadmap</a:t>
            </a:r>
          </a:p>
        </p:txBody>
      </p:sp>
      <p:pic>
        <p:nvPicPr>
          <p:cNvPr id="75780" name="Picture 6" descr="roadmap">
            <a:extLst>
              <a:ext uri="{FF2B5EF4-FFF2-40B4-BE49-F238E27FC236}">
                <a16:creationId xmlns:a16="http://schemas.microsoft.com/office/drawing/2014/main" id="{F39FB115-C007-B804-050F-058A3284A0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5685" name="Rectangle 1029">
            <a:extLst>
              <a:ext uri="{FF2B5EF4-FFF2-40B4-BE49-F238E27FC236}">
                <a16:creationId xmlns:a16="http://schemas.microsoft.com/office/drawing/2014/main" id="{426681AE-0BB9-1A4E-0734-729C668C1362}"/>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Preliminaries</a:t>
            </a:r>
          </a:p>
          <a:p>
            <a:pPr>
              <a:buFont typeface="Wingdings" charset="0"/>
              <a:buChar char="n"/>
              <a:defRPr/>
            </a:pPr>
            <a:r>
              <a:rPr lang="en-US">
                <a:ea typeface="+mn-ea"/>
                <a:cs typeface="+mn-cs"/>
              </a:rPr>
              <a:t>Objects and Classes</a:t>
            </a:r>
          </a:p>
          <a:p>
            <a:pPr lvl="1">
              <a:buFont typeface="Wingdings" charset="0"/>
              <a:buChar char="¨"/>
              <a:defRPr/>
            </a:pPr>
            <a:r>
              <a:rPr lang="en-US">
                <a:ea typeface="+mn-ea"/>
              </a:rPr>
              <a:t>What is Object-Oriented Design?</a:t>
            </a:r>
          </a:p>
          <a:p>
            <a:pPr>
              <a:buFont typeface="Wingdings" charset="0"/>
              <a:buChar char="n"/>
              <a:defRPr/>
            </a:pPr>
            <a:r>
              <a:rPr lang="en-US">
                <a:ea typeface="+mn-ea"/>
                <a:cs typeface="+mn-cs"/>
              </a:rPr>
              <a:t>Finding Classes</a:t>
            </a:r>
          </a:p>
          <a:p>
            <a:pPr lvl="1">
              <a:buFont typeface="Wingdings" charset="0"/>
              <a:buChar char="¨"/>
              <a:defRPr/>
            </a:pPr>
            <a:r>
              <a:rPr lang="en-US" b="1">
                <a:ea typeface="+mn-ea"/>
              </a:rPr>
              <a:t>Class Selection Rationale</a:t>
            </a:r>
            <a:endParaRPr lang="en-US">
              <a:ea typeface="+mn-ea"/>
            </a:endParaRPr>
          </a:p>
          <a:p>
            <a:pPr>
              <a:buFont typeface="Wingdings" charset="0"/>
              <a:buChar char="n"/>
              <a:defRPr/>
            </a:pPr>
            <a:r>
              <a:rPr lang="en-US">
                <a:ea typeface="+mn-ea"/>
                <a:cs typeface="+mn-cs"/>
              </a:rPr>
              <a:t>CRC Cards</a:t>
            </a:r>
          </a:p>
          <a:p>
            <a:pPr>
              <a:buFont typeface="Wingdings" charset="0"/>
              <a:buChar char="n"/>
              <a:defRPr/>
            </a:pPr>
            <a:r>
              <a:rPr lang="en-US">
                <a:ea typeface="+mn-ea"/>
                <a:cs typeface="+mn-cs"/>
              </a:rPr>
              <a:t>Identifying Responsibilities</a:t>
            </a:r>
          </a:p>
          <a:p>
            <a:pPr>
              <a:buFont typeface="Wingdings" charset="0"/>
              <a:buChar char="n"/>
              <a:defRPr/>
            </a:pPr>
            <a:r>
              <a:rPr lang="en-US">
                <a:ea typeface="+mn-ea"/>
                <a:cs typeface="+mn-cs"/>
              </a:rPr>
              <a:t>Finding Collaborations</a:t>
            </a:r>
          </a:p>
        </p:txBody>
      </p:sp>
      <p:sp>
        <p:nvSpPr>
          <p:cNvPr id="75782" name="Slide Number Placeholder 1">
            <a:extLst>
              <a:ext uri="{FF2B5EF4-FFF2-40B4-BE49-F238E27FC236}">
                <a16:creationId xmlns:a16="http://schemas.microsoft.com/office/drawing/2014/main" id="{C1857776-8298-F520-3002-403D883DE3B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2185C2A-6604-482A-8044-9CC8C93B7908}" type="slidenum">
              <a:rPr lang="en-AU" altLang="en-US" sz="1400" smtClean="0">
                <a:latin typeface="Times New Roman" panose="02020603050405020304" pitchFamily="18" charset="0"/>
              </a:rPr>
              <a:pPr>
                <a:spcBef>
                  <a:spcPct val="0"/>
                </a:spcBef>
                <a:buSzTx/>
                <a:buFontTx/>
                <a:buNone/>
              </a:pPr>
              <a:t>40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2">
            <a:extLst>
              <a:ext uri="{FF2B5EF4-FFF2-40B4-BE49-F238E27FC236}">
                <a16:creationId xmlns:a16="http://schemas.microsoft.com/office/drawing/2014/main" id="{5AD1D2B4-D7A3-D0B5-F5A8-FBC4C43D8387}"/>
              </a:ext>
            </a:extLst>
          </p:cNvPr>
          <p:cNvSpPr>
            <a:spLocks noGrp="1" noChangeArrowheads="1"/>
          </p:cNvSpPr>
          <p:nvPr>
            <p:ph type="title" idx="4294967295"/>
          </p:nvPr>
        </p:nvSpPr>
        <p:spPr/>
        <p:txBody>
          <a:bodyPr/>
          <a:lstStyle/>
          <a:p>
            <a:pPr eaLnBrk="1" hangingPunct="1">
              <a:defRPr/>
            </a:pPr>
            <a:r>
              <a:rPr lang="en-US">
                <a:ea typeface="+mj-ea"/>
                <a:cs typeface="+mj-cs"/>
              </a:rPr>
              <a:t>Class Selection Rationale</a:t>
            </a:r>
          </a:p>
        </p:txBody>
      </p:sp>
      <p:sp>
        <p:nvSpPr>
          <p:cNvPr id="117766" name="Rectangle 3">
            <a:extLst>
              <a:ext uri="{FF2B5EF4-FFF2-40B4-BE49-F238E27FC236}">
                <a16:creationId xmlns:a16="http://schemas.microsoft.com/office/drawing/2014/main" id="{6CB9EB3B-B2D8-C7BD-5988-9C89AC41448D}"/>
              </a:ext>
            </a:extLst>
          </p:cNvPr>
          <p:cNvSpPr>
            <a:spLocks noGrp="1" noChangeArrowheads="1"/>
          </p:cNvSpPr>
          <p:nvPr>
            <p:ph type="body" idx="4294967295"/>
          </p:nvPr>
        </p:nvSpPr>
        <p:spPr/>
        <p:txBody>
          <a:bodyPr anchor="ctr"/>
          <a:lstStyle/>
          <a:p>
            <a:pPr marL="342900" indent="-342900" eaLnBrk="1" hangingPunct="1">
              <a:lnSpc>
                <a:spcPct val="90000"/>
              </a:lnSpc>
              <a:buFont typeface="Wingdings" charset="0"/>
              <a:buNone/>
              <a:defRPr/>
            </a:pPr>
            <a:r>
              <a:rPr lang="en-US" sz="2400" b="1" i="1">
                <a:ea typeface="+mn-ea"/>
                <a:cs typeface="+mn-cs"/>
              </a:rPr>
              <a:t>Model physical objects:</a:t>
            </a:r>
            <a:endParaRPr lang="en-US">
              <a:ea typeface="+mn-ea"/>
              <a:cs typeface="+mn-cs"/>
            </a:endParaRPr>
          </a:p>
          <a:p>
            <a:pPr marL="742950" lvl="1" eaLnBrk="1" hangingPunct="1">
              <a:lnSpc>
                <a:spcPct val="90000"/>
              </a:lnSpc>
              <a:buFont typeface="Wingdings" charset="0"/>
              <a:buChar char="¨"/>
              <a:defRPr/>
            </a:pPr>
            <a:r>
              <a:rPr lang="en-US">
                <a:solidFill>
                  <a:srgbClr val="7F7F7F"/>
                </a:solidFill>
                <a:ea typeface="+mn-ea"/>
              </a:rPr>
              <a:t>mouse button</a:t>
            </a:r>
            <a:r>
              <a:rPr lang="en-US">
                <a:ea typeface="+mn-ea"/>
              </a:rPr>
              <a:t> [event or attribute]</a:t>
            </a:r>
          </a:p>
          <a:p>
            <a:pPr marL="342900" indent="-342900" eaLnBrk="1" hangingPunct="1">
              <a:lnSpc>
                <a:spcPct val="90000"/>
              </a:lnSpc>
              <a:buFont typeface="Wingdings" charset="0"/>
              <a:buNone/>
              <a:defRPr/>
            </a:pPr>
            <a:r>
              <a:rPr lang="en-US" sz="2400" b="1" i="1">
                <a:ea typeface="+mn-ea"/>
                <a:cs typeface="+mn-cs"/>
              </a:rPr>
              <a:t>Model conceptual entities:</a:t>
            </a:r>
            <a:endParaRPr lang="en-US">
              <a:ea typeface="+mn-ea"/>
              <a:cs typeface="+mn-cs"/>
            </a:endParaRPr>
          </a:p>
          <a:p>
            <a:pPr marL="742950" lvl="1" eaLnBrk="1" hangingPunct="1">
              <a:lnSpc>
                <a:spcPct val="90000"/>
              </a:lnSpc>
              <a:buFont typeface="Wingdings" charset="0"/>
              <a:buChar char="¨"/>
              <a:defRPr/>
            </a:pPr>
            <a:r>
              <a:rPr lang="en-US">
                <a:ea typeface="+mn-ea"/>
              </a:rPr>
              <a:t>ellipse, line, rectangle</a:t>
            </a:r>
          </a:p>
          <a:p>
            <a:pPr marL="742950" lvl="1" eaLnBrk="1" hangingPunct="1">
              <a:lnSpc>
                <a:spcPct val="90000"/>
              </a:lnSpc>
              <a:buFont typeface="Wingdings" charset="0"/>
              <a:buChar char="¨"/>
              <a:defRPr/>
            </a:pPr>
            <a:r>
              <a:rPr lang="en-US">
                <a:ea typeface="+mn-ea"/>
              </a:rPr>
              <a:t>Drawing, Drawing Element</a:t>
            </a:r>
          </a:p>
          <a:p>
            <a:pPr marL="742950" lvl="1" eaLnBrk="1" hangingPunct="1">
              <a:lnSpc>
                <a:spcPct val="90000"/>
              </a:lnSpc>
              <a:buFont typeface="Wingdings" charset="0"/>
              <a:buChar char="¨"/>
              <a:defRPr/>
            </a:pPr>
            <a:r>
              <a:rPr lang="en-US">
                <a:ea typeface="+mn-ea"/>
              </a:rPr>
              <a:t>Tool, Creation Tool, Ellipse Creation Tool, Line Creation Tool, Rectangle Creation Tool, Selection Tool, Text Creation Tool</a:t>
            </a:r>
          </a:p>
          <a:p>
            <a:pPr marL="742950" lvl="1" eaLnBrk="1" hangingPunct="1">
              <a:lnSpc>
                <a:spcPct val="90000"/>
              </a:lnSpc>
              <a:buFont typeface="Wingdings" charset="0"/>
              <a:buChar char="¨"/>
              <a:defRPr/>
            </a:pPr>
            <a:r>
              <a:rPr lang="en-US">
                <a:ea typeface="+mn-ea"/>
              </a:rPr>
              <a:t>Text, Character</a:t>
            </a:r>
          </a:p>
          <a:p>
            <a:pPr marL="742950" lvl="1" eaLnBrk="1" hangingPunct="1">
              <a:lnSpc>
                <a:spcPct val="90000"/>
              </a:lnSpc>
              <a:buFont typeface="Wingdings" charset="0"/>
              <a:buChar char="¨"/>
              <a:defRPr/>
            </a:pPr>
            <a:r>
              <a:rPr lang="en-US">
                <a:ea typeface="+mn-ea"/>
              </a:rPr>
              <a:t>Current Selection</a:t>
            </a:r>
          </a:p>
        </p:txBody>
      </p:sp>
      <p:sp>
        <p:nvSpPr>
          <p:cNvPr id="77828" name="Line 4">
            <a:extLst>
              <a:ext uri="{FF2B5EF4-FFF2-40B4-BE49-F238E27FC236}">
                <a16:creationId xmlns:a16="http://schemas.microsoft.com/office/drawing/2014/main" id="{5F6B3D28-52E2-A779-4262-AF3375D77F87}"/>
              </a:ext>
            </a:extLst>
          </p:cNvPr>
          <p:cNvSpPr>
            <a:spLocks noChangeShapeType="1"/>
          </p:cNvSpPr>
          <p:nvPr/>
        </p:nvSpPr>
        <p:spPr bwMode="auto">
          <a:xfrm>
            <a:off x="1828800" y="2057400"/>
            <a:ext cx="15240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29" name="Slide Number Placeholder 1">
            <a:extLst>
              <a:ext uri="{FF2B5EF4-FFF2-40B4-BE49-F238E27FC236}">
                <a16:creationId xmlns:a16="http://schemas.microsoft.com/office/drawing/2014/main" id="{F79AD8BD-2147-E3EC-14DA-DAD7A79241B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8F6297F-C957-4C2B-9A03-A42D1356FBC2}" type="slidenum">
              <a:rPr lang="en-AU" altLang="en-US" sz="1400" smtClean="0">
                <a:latin typeface="Times New Roman" panose="02020603050405020304" pitchFamily="18" charset="0"/>
              </a:rPr>
              <a:pPr>
                <a:spcBef>
                  <a:spcPct val="0"/>
                </a:spcBef>
                <a:buSzTx/>
                <a:buFontTx/>
                <a:buNone/>
              </a:pPr>
              <a:t>41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Rectangle 2">
            <a:extLst>
              <a:ext uri="{FF2B5EF4-FFF2-40B4-BE49-F238E27FC236}">
                <a16:creationId xmlns:a16="http://schemas.microsoft.com/office/drawing/2014/main" id="{C5459484-8741-681F-5795-A79CC1BF0D55}"/>
              </a:ext>
            </a:extLst>
          </p:cNvPr>
          <p:cNvSpPr>
            <a:spLocks noGrp="1" noChangeArrowheads="1"/>
          </p:cNvSpPr>
          <p:nvPr>
            <p:ph type="title" idx="4294967295"/>
          </p:nvPr>
        </p:nvSpPr>
        <p:spPr/>
        <p:txBody>
          <a:bodyPr/>
          <a:lstStyle/>
          <a:p>
            <a:pPr eaLnBrk="1" hangingPunct="1">
              <a:defRPr/>
            </a:pPr>
            <a:r>
              <a:rPr lang="en-US">
                <a:ea typeface="+mj-ea"/>
                <a:cs typeface="+mj-cs"/>
              </a:rPr>
              <a:t>Class Selection Rationale (II)</a:t>
            </a:r>
          </a:p>
        </p:txBody>
      </p:sp>
      <p:sp>
        <p:nvSpPr>
          <p:cNvPr id="79875" name="Rectangle 3">
            <a:extLst>
              <a:ext uri="{FF2B5EF4-FFF2-40B4-BE49-F238E27FC236}">
                <a16:creationId xmlns:a16="http://schemas.microsoft.com/office/drawing/2014/main" id="{B670FC22-9CAC-6733-FD3C-9555DF8A7F8E}"/>
              </a:ext>
            </a:extLst>
          </p:cNvPr>
          <p:cNvSpPr>
            <a:spLocks noGrp="1" noChangeArrowheads="1"/>
          </p:cNvSpPr>
          <p:nvPr>
            <p:ph type="body" idx="4294967295"/>
          </p:nvPr>
        </p:nvSpPr>
        <p:spPr/>
        <p:txBody>
          <a:bodyPr anchor="ctr"/>
          <a:lstStyle/>
          <a:p>
            <a:pPr marL="419100" indent="-419100" eaLnBrk="1" hangingPunct="1">
              <a:buFont typeface="Wingdings" panose="05000000000000000000" pitchFamily="2" charset="2"/>
              <a:buNone/>
            </a:pPr>
            <a:r>
              <a:rPr lang="en-US" altLang="en-US" sz="2400" b="1" i="1"/>
              <a:t>Choose one word for one concept:</a:t>
            </a:r>
            <a:endParaRPr lang="en-US" altLang="en-US"/>
          </a:p>
          <a:p>
            <a:pPr marL="838200" lvl="1" indent="-381000" eaLnBrk="1" hangingPunct="1"/>
            <a:r>
              <a:rPr lang="en-US" altLang="en-US"/>
              <a:t>Drawing Editor </a:t>
            </a:r>
            <a:r>
              <a:rPr lang="en-US" altLang="en-US">
                <a:sym typeface="Symbol" panose="05050102010706020507" pitchFamily="18" charset="2"/>
              </a:rPr>
              <a:t></a:t>
            </a:r>
            <a:br>
              <a:rPr lang="en-US" altLang="en-US">
                <a:sym typeface="Symbol" panose="05050102010706020507" pitchFamily="18" charset="2"/>
              </a:rPr>
            </a:br>
            <a:r>
              <a:rPr lang="en-US" altLang="en-US"/>
              <a:t> </a:t>
            </a:r>
            <a:r>
              <a:rPr lang="en-US" altLang="en-US">
                <a:solidFill>
                  <a:srgbClr val="7F7F7F"/>
                </a:solidFill>
              </a:rPr>
              <a:t>editor, interactive graphics editor</a:t>
            </a:r>
            <a:endParaRPr lang="en-US" altLang="en-US"/>
          </a:p>
          <a:p>
            <a:pPr marL="838200" lvl="1" indent="-381000" eaLnBrk="1" hangingPunct="1"/>
            <a:r>
              <a:rPr lang="en-US" altLang="en-US"/>
              <a:t>Drawing Element </a:t>
            </a:r>
            <a:r>
              <a:rPr lang="en-US" altLang="en-US">
                <a:sym typeface="Symbol" panose="05050102010706020507" pitchFamily="18" charset="2"/>
              </a:rPr>
              <a:t></a:t>
            </a:r>
            <a:r>
              <a:rPr lang="en-US" altLang="en-US"/>
              <a:t> </a:t>
            </a:r>
            <a:r>
              <a:rPr lang="en-US" altLang="en-US">
                <a:solidFill>
                  <a:srgbClr val="7F7F7F"/>
                </a:solidFill>
              </a:rPr>
              <a:t>element</a:t>
            </a:r>
            <a:endParaRPr lang="en-US" altLang="en-US"/>
          </a:p>
          <a:p>
            <a:pPr marL="838200" lvl="1" indent="-381000" eaLnBrk="1" hangingPunct="1"/>
            <a:r>
              <a:rPr lang="en-US" altLang="en-US"/>
              <a:t>Text Element </a:t>
            </a:r>
            <a:r>
              <a:rPr lang="en-US" altLang="en-US">
                <a:sym typeface="Symbol" panose="05050102010706020507" pitchFamily="18" charset="2"/>
              </a:rPr>
              <a:t></a:t>
            </a:r>
            <a:r>
              <a:rPr lang="en-US" altLang="en-US"/>
              <a:t> </a:t>
            </a:r>
            <a:r>
              <a:rPr lang="en-US" altLang="en-US">
                <a:solidFill>
                  <a:srgbClr val="7F7F7F"/>
                </a:solidFill>
              </a:rPr>
              <a:t>text	</a:t>
            </a:r>
            <a:endParaRPr lang="en-US" altLang="en-US"/>
          </a:p>
          <a:p>
            <a:pPr marL="838200" lvl="1" indent="-381000" eaLnBrk="1" hangingPunct="1"/>
            <a:r>
              <a:rPr lang="en-US" altLang="en-US"/>
              <a:t>Ellipse Element, Line Element, Rectangle Element </a:t>
            </a:r>
            <a:br>
              <a:rPr lang="en-US" altLang="en-US"/>
            </a:br>
            <a:r>
              <a:rPr lang="en-US" altLang="en-US">
                <a:sym typeface="Symbol" panose="05050102010706020507" pitchFamily="18" charset="2"/>
              </a:rPr>
              <a:t></a:t>
            </a:r>
            <a:r>
              <a:rPr lang="en-US" altLang="en-US"/>
              <a:t> </a:t>
            </a:r>
            <a:r>
              <a:rPr lang="en-US" altLang="en-US">
                <a:solidFill>
                  <a:srgbClr val="7F7F7F"/>
                </a:solidFill>
              </a:rPr>
              <a:t>ellipse, line, rectangle</a:t>
            </a:r>
          </a:p>
        </p:txBody>
      </p:sp>
      <p:sp>
        <p:nvSpPr>
          <p:cNvPr id="79876" name="Line 4">
            <a:extLst>
              <a:ext uri="{FF2B5EF4-FFF2-40B4-BE49-F238E27FC236}">
                <a16:creationId xmlns:a16="http://schemas.microsoft.com/office/drawing/2014/main" id="{BDF84474-4473-E420-D60C-90496A1263EB}"/>
              </a:ext>
            </a:extLst>
          </p:cNvPr>
          <p:cNvSpPr>
            <a:spLocks noChangeShapeType="1"/>
          </p:cNvSpPr>
          <p:nvPr/>
        </p:nvSpPr>
        <p:spPr bwMode="auto">
          <a:xfrm>
            <a:off x="1981200" y="3048000"/>
            <a:ext cx="36576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77" name="Line 5">
            <a:extLst>
              <a:ext uri="{FF2B5EF4-FFF2-40B4-BE49-F238E27FC236}">
                <a16:creationId xmlns:a16="http://schemas.microsoft.com/office/drawing/2014/main" id="{14EBAF88-A7D7-B88E-9388-4544F6B36120}"/>
              </a:ext>
            </a:extLst>
          </p:cNvPr>
          <p:cNvSpPr>
            <a:spLocks noChangeShapeType="1"/>
          </p:cNvSpPr>
          <p:nvPr/>
        </p:nvSpPr>
        <p:spPr bwMode="auto">
          <a:xfrm>
            <a:off x="4289425" y="3543300"/>
            <a:ext cx="8382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78" name="Line 6">
            <a:extLst>
              <a:ext uri="{FF2B5EF4-FFF2-40B4-BE49-F238E27FC236}">
                <a16:creationId xmlns:a16="http://schemas.microsoft.com/office/drawing/2014/main" id="{8A4907B6-524C-EB83-EBE8-2029A6B5B4D8}"/>
              </a:ext>
            </a:extLst>
          </p:cNvPr>
          <p:cNvSpPr>
            <a:spLocks noChangeShapeType="1"/>
          </p:cNvSpPr>
          <p:nvPr/>
        </p:nvSpPr>
        <p:spPr bwMode="auto">
          <a:xfrm>
            <a:off x="3821113" y="4048125"/>
            <a:ext cx="3810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79" name="Line 7">
            <a:extLst>
              <a:ext uri="{FF2B5EF4-FFF2-40B4-BE49-F238E27FC236}">
                <a16:creationId xmlns:a16="http://schemas.microsoft.com/office/drawing/2014/main" id="{06AE6657-285D-E933-C9BA-908C9FA9A06E}"/>
              </a:ext>
            </a:extLst>
          </p:cNvPr>
          <p:cNvSpPr>
            <a:spLocks noChangeShapeType="1"/>
          </p:cNvSpPr>
          <p:nvPr/>
        </p:nvSpPr>
        <p:spPr bwMode="auto">
          <a:xfrm>
            <a:off x="2286000" y="4953000"/>
            <a:ext cx="24384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0" name="Slide Number Placeholder 1">
            <a:extLst>
              <a:ext uri="{FF2B5EF4-FFF2-40B4-BE49-F238E27FC236}">
                <a16:creationId xmlns:a16="http://schemas.microsoft.com/office/drawing/2014/main" id="{267898FB-5C4A-F1F8-113F-48208247344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EF09AF9-4015-4BFB-937B-EFC06FA1814F}" type="slidenum">
              <a:rPr lang="en-AU" altLang="en-US" sz="1400" smtClean="0">
                <a:latin typeface="Times New Roman" panose="02020603050405020304" pitchFamily="18" charset="0"/>
              </a:rPr>
              <a:pPr>
                <a:spcBef>
                  <a:spcPct val="0"/>
                </a:spcBef>
                <a:buSzTx/>
                <a:buFontTx/>
                <a:buNone/>
              </a:pPr>
              <a:t>42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1" name="Rectangle 2">
            <a:extLst>
              <a:ext uri="{FF2B5EF4-FFF2-40B4-BE49-F238E27FC236}">
                <a16:creationId xmlns:a16="http://schemas.microsoft.com/office/drawing/2014/main" id="{19713C19-8955-4E6F-F5D6-A75733611168}"/>
              </a:ext>
            </a:extLst>
          </p:cNvPr>
          <p:cNvSpPr>
            <a:spLocks noGrp="1" noChangeArrowheads="1"/>
          </p:cNvSpPr>
          <p:nvPr>
            <p:ph type="title" idx="4294967295"/>
          </p:nvPr>
        </p:nvSpPr>
        <p:spPr/>
        <p:txBody>
          <a:bodyPr/>
          <a:lstStyle/>
          <a:p>
            <a:pPr eaLnBrk="1" hangingPunct="1">
              <a:defRPr/>
            </a:pPr>
            <a:r>
              <a:rPr lang="en-US">
                <a:ea typeface="+mj-ea"/>
                <a:cs typeface="+mj-cs"/>
              </a:rPr>
              <a:t>Class Selection Rationale (III)</a:t>
            </a:r>
          </a:p>
        </p:txBody>
      </p:sp>
      <p:sp>
        <p:nvSpPr>
          <p:cNvPr id="81923" name="Rectangle 3">
            <a:extLst>
              <a:ext uri="{FF2B5EF4-FFF2-40B4-BE49-F238E27FC236}">
                <a16:creationId xmlns:a16="http://schemas.microsoft.com/office/drawing/2014/main" id="{9B03CCDC-04AC-6035-F4E9-70A0CE2EABE6}"/>
              </a:ext>
            </a:extLst>
          </p:cNvPr>
          <p:cNvSpPr>
            <a:spLocks noGrp="1" noChangeArrowheads="1"/>
          </p:cNvSpPr>
          <p:nvPr>
            <p:ph type="body" idx="4294967295"/>
          </p:nvPr>
        </p:nvSpPr>
        <p:spPr/>
        <p:txBody>
          <a:bodyPr anchor="ctr"/>
          <a:lstStyle/>
          <a:p>
            <a:pPr marL="342900" indent="-342900" eaLnBrk="1" hangingPunct="1">
              <a:lnSpc>
                <a:spcPct val="90000"/>
              </a:lnSpc>
              <a:buFont typeface="Wingdings" panose="05000000000000000000" pitchFamily="2" charset="2"/>
              <a:buNone/>
            </a:pPr>
            <a:r>
              <a:rPr lang="en-US" altLang="en-US" sz="2000" b="1" i="1"/>
              <a:t>Be wary of adjectives:</a:t>
            </a:r>
            <a:endParaRPr lang="en-US" altLang="en-US" sz="2400"/>
          </a:p>
          <a:p>
            <a:pPr marL="742950" lvl="1" eaLnBrk="1" hangingPunct="1">
              <a:lnSpc>
                <a:spcPct val="90000"/>
              </a:lnSpc>
            </a:pPr>
            <a:r>
              <a:rPr lang="en-US" altLang="en-US" sz="2000"/>
              <a:t>Ellipse Creation Tool, Line Creation Tool, Rectangle Creation Tool, Selection Tool, Text Creation Tool</a:t>
            </a:r>
          </a:p>
          <a:p>
            <a:pPr marL="1143000" lvl="2" eaLnBrk="1" hangingPunct="1">
              <a:lnSpc>
                <a:spcPct val="90000"/>
              </a:lnSpc>
            </a:pPr>
            <a:r>
              <a:rPr lang="en-US" altLang="en-US" sz="1800" i="1"/>
              <a:t>all have different requirements</a:t>
            </a:r>
            <a:endParaRPr lang="en-US" altLang="en-US" sz="1800"/>
          </a:p>
          <a:p>
            <a:pPr marL="742950" lvl="1" eaLnBrk="1" hangingPunct="1">
              <a:lnSpc>
                <a:spcPct val="90000"/>
              </a:lnSpc>
            </a:pPr>
            <a:r>
              <a:rPr lang="en-US" altLang="en-US" sz="2000">
                <a:solidFill>
                  <a:srgbClr val="7F7F7F"/>
                </a:solidFill>
              </a:rPr>
              <a:t>bounding rectangle, rectangle, region</a:t>
            </a:r>
            <a:r>
              <a:rPr lang="en-US" altLang="en-US" sz="2000"/>
              <a:t> </a:t>
            </a:r>
            <a:r>
              <a:rPr lang="en-US" altLang="en-US" sz="2000">
                <a:sym typeface="Symbol" panose="05050102010706020507" pitchFamily="18" charset="2"/>
              </a:rPr>
              <a:t></a:t>
            </a:r>
            <a:r>
              <a:rPr lang="en-US" altLang="en-US" sz="2000"/>
              <a:t> Rectangle</a:t>
            </a:r>
          </a:p>
          <a:p>
            <a:pPr marL="1143000" lvl="2" eaLnBrk="1" hangingPunct="1">
              <a:lnSpc>
                <a:spcPct val="90000"/>
              </a:lnSpc>
            </a:pPr>
            <a:r>
              <a:rPr lang="en-US" altLang="en-US" sz="1800" i="1"/>
              <a:t>common meaning, but different from Rectangle Element!</a:t>
            </a:r>
            <a:endParaRPr lang="en-US" altLang="en-US" sz="1800"/>
          </a:p>
          <a:p>
            <a:pPr marL="742950" lvl="1" eaLnBrk="1" hangingPunct="1">
              <a:lnSpc>
                <a:spcPct val="90000"/>
              </a:lnSpc>
            </a:pPr>
            <a:r>
              <a:rPr lang="en-US" altLang="en-US" sz="2000"/>
              <a:t>Point </a:t>
            </a:r>
            <a:r>
              <a:rPr lang="en-US" altLang="en-US" sz="2000">
                <a:sym typeface="Symbol" panose="05050102010706020507" pitchFamily="18" charset="2"/>
              </a:rPr>
              <a:t></a:t>
            </a:r>
            <a:r>
              <a:rPr lang="en-US" altLang="en-US" sz="2000"/>
              <a:t> </a:t>
            </a:r>
            <a:r>
              <a:rPr lang="en-US" altLang="en-US" sz="2000">
                <a:solidFill>
                  <a:srgbClr val="7F7F7F"/>
                </a:solidFill>
              </a:rPr>
              <a:t>end point, start point, stop point </a:t>
            </a:r>
          </a:p>
          <a:p>
            <a:pPr marL="742950" lvl="1" eaLnBrk="1" hangingPunct="1">
              <a:lnSpc>
                <a:spcPct val="90000"/>
              </a:lnSpc>
            </a:pPr>
            <a:r>
              <a:rPr lang="en-US" altLang="en-US" sz="2000"/>
              <a:t>Control Point</a:t>
            </a:r>
          </a:p>
          <a:p>
            <a:pPr marL="1143000" lvl="2" eaLnBrk="1" hangingPunct="1">
              <a:lnSpc>
                <a:spcPct val="90000"/>
              </a:lnSpc>
            </a:pPr>
            <a:r>
              <a:rPr lang="en-US" altLang="en-US" sz="1800" i="1"/>
              <a:t>more than just a coordinate</a:t>
            </a:r>
            <a:endParaRPr lang="en-US" altLang="en-US" sz="1800"/>
          </a:p>
          <a:p>
            <a:pPr marL="742950" lvl="1" eaLnBrk="1" hangingPunct="1">
              <a:lnSpc>
                <a:spcPct val="90000"/>
              </a:lnSpc>
            </a:pPr>
            <a:r>
              <a:rPr lang="en-US" altLang="en-US" sz="2000"/>
              <a:t>corner </a:t>
            </a:r>
            <a:r>
              <a:rPr lang="en-US" altLang="en-US" sz="2000">
                <a:sym typeface="Symbol" panose="05050102010706020507" pitchFamily="18" charset="2"/>
              </a:rPr>
              <a:t></a:t>
            </a:r>
            <a:br>
              <a:rPr lang="en-US" altLang="en-US" sz="2000">
                <a:sym typeface="Symbol" panose="05050102010706020507" pitchFamily="18" charset="2"/>
              </a:rPr>
            </a:br>
            <a:r>
              <a:rPr lang="en-US" altLang="en-US" sz="2000">
                <a:sym typeface="Symbol" panose="05050102010706020507" pitchFamily="18" charset="2"/>
              </a:rPr>
              <a:t>	</a:t>
            </a:r>
            <a:r>
              <a:rPr lang="en-US" altLang="en-US" sz="2000">
                <a:solidFill>
                  <a:srgbClr val="7F7F7F"/>
                </a:solidFill>
              </a:rPr>
              <a:t>associated corner, diagonally opposite corner</a:t>
            </a:r>
            <a:endParaRPr lang="en-US" altLang="en-US" sz="2000">
              <a:solidFill>
                <a:schemeClr val="bg2"/>
              </a:solidFill>
            </a:endParaRPr>
          </a:p>
          <a:p>
            <a:pPr marL="1143000" lvl="2" eaLnBrk="1" hangingPunct="1">
              <a:lnSpc>
                <a:spcPct val="90000"/>
              </a:lnSpc>
            </a:pPr>
            <a:r>
              <a:rPr lang="en-US" altLang="en-US" sz="1800" i="1"/>
              <a:t>no new behaviour</a:t>
            </a:r>
            <a:endParaRPr lang="en-US" altLang="en-US" sz="1800"/>
          </a:p>
        </p:txBody>
      </p:sp>
      <p:sp>
        <p:nvSpPr>
          <p:cNvPr id="81924" name="Line 4">
            <a:extLst>
              <a:ext uri="{FF2B5EF4-FFF2-40B4-BE49-F238E27FC236}">
                <a16:creationId xmlns:a16="http://schemas.microsoft.com/office/drawing/2014/main" id="{A948E8B4-6DBF-6323-4CE5-9D9D686748A5}"/>
              </a:ext>
            </a:extLst>
          </p:cNvPr>
          <p:cNvSpPr>
            <a:spLocks noChangeShapeType="1"/>
          </p:cNvSpPr>
          <p:nvPr/>
        </p:nvSpPr>
        <p:spPr bwMode="auto">
          <a:xfrm>
            <a:off x="1828800" y="2971800"/>
            <a:ext cx="34290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25" name="Line 5">
            <a:extLst>
              <a:ext uri="{FF2B5EF4-FFF2-40B4-BE49-F238E27FC236}">
                <a16:creationId xmlns:a16="http://schemas.microsoft.com/office/drawing/2014/main" id="{42546B2F-A7E7-B0ED-0ED7-7BA4ADE53449}"/>
              </a:ext>
            </a:extLst>
          </p:cNvPr>
          <p:cNvSpPr>
            <a:spLocks noChangeShapeType="1"/>
          </p:cNvSpPr>
          <p:nvPr/>
        </p:nvSpPr>
        <p:spPr bwMode="auto">
          <a:xfrm>
            <a:off x="1981200" y="5181600"/>
            <a:ext cx="41910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26" name="Line 6">
            <a:extLst>
              <a:ext uri="{FF2B5EF4-FFF2-40B4-BE49-F238E27FC236}">
                <a16:creationId xmlns:a16="http://schemas.microsoft.com/office/drawing/2014/main" id="{51A5E763-ED8C-AB69-8AEA-B62DF17AC907}"/>
              </a:ext>
            </a:extLst>
          </p:cNvPr>
          <p:cNvSpPr>
            <a:spLocks noChangeShapeType="1"/>
          </p:cNvSpPr>
          <p:nvPr/>
        </p:nvSpPr>
        <p:spPr bwMode="auto">
          <a:xfrm>
            <a:off x="2667000" y="3733800"/>
            <a:ext cx="28956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27" name="Slide Number Placeholder 1">
            <a:extLst>
              <a:ext uri="{FF2B5EF4-FFF2-40B4-BE49-F238E27FC236}">
                <a16:creationId xmlns:a16="http://schemas.microsoft.com/office/drawing/2014/main" id="{5E1970A6-62D8-4A6D-E7B8-FA81F72997A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FBE5325-CF80-4485-9B3B-134EF6879251}" type="slidenum">
              <a:rPr lang="en-AU" altLang="en-US" sz="1400" smtClean="0">
                <a:latin typeface="Times New Roman" panose="02020603050405020304" pitchFamily="18" charset="0"/>
              </a:rPr>
              <a:pPr>
                <a:spcBef>
                  <a:spcPct val="0"/>
                </a:spcBef>
                <a:buSzTx/>
                <a:buFontTx/>
                <a:buNone/>
              </a:pPr>
              <a:t>43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Rectangle 2">
            <a:extLst>
              <a:ext uri="{FF2B5EF4-FFF2-40B4-BE49-F238E27FC236}">
                <a16:creationId xmlns:a16="http://schemas.microsoft.com/office/drawing/2014/main" id="{46A337DB-1D28-31EE-A6A0-7448841B382E}"/>
              </a:ext>
            </a:extLst>
          </p:cNvPr>
          <p:cNvSpPr>
            <a:spLocks noGrp="1" noChangeArrowheads="1"/>
          </p:cNvSpPr>
          <p:nvPr>
            <p:ph type="title" idx="4294967295"/>
          </p:nvPr>
        </p:nvSpPr>
        <p:spPr/>
        <p:txBody>
          <a:bodyPr/>
          <a:lstStyle/>
          <a:p>
            <a:pPr eaLnBrk="1" hangingPunct="1">
              <a:defRPr/>
            </a:pPr>
            <a:r>
              <a:rPr lang="en-US">
                <a:ea typeface="+mj-ea"/>
                <a:cs typeface="+mj-cs"/>
              </a:rPr>
              <a:t>Class Selection Rationale (IV)</a:t>
            </a:r>
          </a:p>
        </p:txBody>
      </p:sp>
      <p:sp>
        <p:nvSpPr>
          <p:cNvPr id="83971" name="Rectangle 3">
            <a:extLst>
              <a:ext uri="{FF2B5EF4-FFF2-40B4-BE49-F238E27FC236}">
                <a16:creationId xmlns:a16="http://schemas.microsoft.com/office/drawing/2014/main" id="{68703711-1A23-BB38-754C-A0B26BC47D5B}"/>
              </a:ext>
            </a:extLst>
          </p:cNvPr>
          <p:cNvSpPr>
            <a:spLocks noGrp="1" noChangeArrowheads="1"/>
          </p:cNvSpPr>
          <p:nvPr>
            <p:ph type="body" idx="4294967295"/>
          </p:nvPr>
        </p:nvSpPr>
        <p:spPr/>
        <p:txBody>
          <a:bodyPr anchor="ctr"/>
          <a:lstStyle/>
          <a:p>
            <a:pPr marL="342900" indent="-342900" eaLnBrk="1" hangingPunct="1">
              <a:buFont typeface="Wingdings" panose="05000000000000000000" pitchFamily="2" charset="2"/>
              <a:buNone/>
            </a:pPr>
            <a:r>
              <a:rPr lang="en-US" altLang="en-US" sz="2000" b="1" i="1"/>
              <a:t>Be wary of sentences with missing or misleading subjects:</a:t>
            </a:r>
            <a:endParaRPr lang="en-US" altLang="en-US" sz="2400"/>
          </a:p>
          <a:p>
            <a:pPr marL="742950" lvl="1" eaLnBrk="1" hangingPunct="1"/>
            <a:r>
              <a:rPr lang="en-US" altLang="en-US" sz="2000"/>
              <a:t>“The current selection is indicated visually by displaying the control points for the element.” </a:t>
            </a:r>
          </a:p>
          <a:p>
            <a:pPr marL="1143000" lvl="2" eaLnBrk="1" hangingPunct="1"/>
            <a:r>
              <a:rPr lang="en-US" altLang="en-US" sz="1800" i="1"/>
              <a:t>by what? Assume Drawing Editor ...</a:t>
            </a:r>
            <a:endParaRPr lang="en-US" altLang="en-US" sz="1800"/>
          </a:p>
          <a:p>
            <a:pPr marL="342900" indent="-342900" eaLnBrk="1" hangingPunct="1">
              <a:buFont typeface="Wingdings" panose="05000000000000000000" pitchFamily="2" charset="2"/>
              <a:buNone/>
            </a:pPr>
            <a:r>
              <a:rPr lang="en-US" altLang="en-US" sz="2000" b="1" i="1"/>
              <a:t>Model categories:</a:t>
            </a:r>
            <a:endParaRPr lang="en-US" altLang="en-US" sz="2400"/>
          </a:p>
          <a:p>
            <a:pPr marL="742950" lvl="1" eaLnBrk="1" hangingPunct="1"/>
            <a:r>
              <a:rPr lang="en-US" altLang="en-US" sz="2000"/>
              <a:t>Tool, Creation Tool</a:t>
            </a:r>
          </a:p>
          <a:p>
            <a:pPr marL="342900" indent="-342900" eaLnBrk="1" hangingPunct="1">
              <a:buFont typeface="Wingdings" panose="05000000000000000000" pitchFamily="2" charset="2"/>
              <a:buNone/>
            </a:pPr>
            <a:r>
              <a:rPr lang="en-US" altLang="en-US" sz="2000" b="1" i="1"/>
              <a:t>Model interfaces to the system: — no good candidates here ...</a:t>
            </a:r>
            <a:endParaRPr lang="en-US" altLang="en-US" sz="2400"/>
          </a:p>
          <a:p>
            <a:pPr marL="742950" lvl="1" eaLnBrk="1" hangingPunct="1"/>
            <a:r>
              <a:rPr lang="en-US" altLang="en-US" sz="2000">
                <a:solidFill>
                  <a:srgbClr val="7F7F7F"/>
                </a:solidFill>
              </a:rPr>
              <a:t>user</a:t>
            </a:r>
            <a:r>
              <a:rPr lang="en-US" altLang="en-US" sz="2000"/>
              <a:t> </a:t>
            </a:r>
            <a:r>
              <a:rPr lang="en-US" altLang="en-US" sz="1800">
                <a:solidFill>
                  <a:srgbClr val="7F0101"/>
                </a:solidFill>
              </a:rPr>
              <a:t>— </a:t>
            </a:r>
            <a:r>
              <a:rPr lang="en-US" altLang="en-US" sz="1800" i="1">
                <a:solidFill>
                  <a:srgbClr val="7F0101"/>
                </a:solidFill>
              </a:rPr>
              <a:t>don’t need to model user explicitly</a:t>
            </a:r>
            <a:endParaRPr lang="en-US" altLang="en-US" sz="2000"/>
          </a:p>
          <a:p>
            <a:pPr marL="742950" lvl="1" eaLnBrk="1" hangingPunct="1"/>
            <a:r>
              <a:rPr lang="en-US" altLang="en-US" sz="2000">
                <a:solidFill>
                  <a:srgbClr val="7F7F7F"/>
                </a:solidFill>
              </a:rPr>
              <a:t>cursor</a:t>
            </a:r>
            <a:r>
              <a:rPr lang="en-US" altLang="en-US" sz="2000"/>
              <a:t> </a:t>
            </a:r>
            <a:r>
              <a:rPr lang="en-US" altLang="en-US" sz="1800" i="1">
                <a:solidFill>
                  <a:srgbClr val="7F0101"/>
                </a:solidFill>
              </a:rPr>
              <a:t>— cursor motion handled by operating system</a:t>
            </a:r>
            <a:r>
              <a:rPr lang="en-US" altLang="en-US" sz="2000"/>
              <a:t> </a:t>
            </a:r>
          </a:p>
        </p:txBody>
      </p:sp>
      <p:sp>
        <p:nvSpPr>
          <p:cNvPr id="83972" name="Line 4">
            <a:extLst>
              <a:ext uri="{FF2B5EF4-FFF2-40B4-BE49-F238E27FC236}">
                <a16:creationId xmlns:a16="http://schemas.microsoft.com/office/drawing/2014/main" id="{9B358A12-509B-F3E5-8FA2-1529AEFFB734}"/>
              </a:ext>
            </a:extLst>
          </p:cNvPr>
          <p:cNvSpPr>
            <a:spLocks noChangeShapeType="1"/>
          </p:cNvSpPr>
          <p:nvPr/>
        </p:nvSpPr>
        <p:spPr bwMode="auto">
          <a:xfrm>
            <a:off x="1828800" y="5195888"/>
            <a:ext cx="5334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3973" name="Line 5">
            <a:extLst>
              <a:ext uri="{FF2B5EF4-FFF2-40B4-BE49-F238E27FC236}">
                <a16:creationId xmlns:a16="http://schemas.microsoft.com/office/drawing/2014/main" id="{69E001C9-9BED-C1BC-FBDE-0E584D1B4782}"/>
              </a:ext>
            </a:extLst>
          </p:cNvPr>
          <p:cNvSpPr>
            <a:spLocks noChangeShapeType="1"/>
          </p:cNvSpPr>
          <p:nvPr/>
        </p:nvSpPr>
        <p:spPr bwMode="auto">
          <a:xfrm>
            <a:off x="1828800" y="4778375"/>
            <a:ext cx="3810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3974" name="Slide Number Placeholder 1">
            <a:extLst>
              <a:ext uri="{FF2B5EF4-FFF2-40B4-BE49-F238E27FC236}">
                <a16:creationId xmlns:a16="http://schemas.microsoft.com/office/drawing/2014/main" id="{5078DC93-83EC-6230-7D18-9E0162B84F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4763683-5525-4767-BC88-28CD1AF755AE}" type="slidenum">
              <a:rPr lang="en-AU" altLang="en-US" sz="1400" smtClean="0">
                <a:latin typeface="Times New Roman" panose="02020603050405020304" pitchFamily="18" charset="0"/>
              </a:rPr>
              <a:pPr>
                <a:spcBef>
                  <a:spcPct val="0"/>
                </a:spcBef>
                <a:buSzTx/>
                <a:buFontTx/>
                <a:buNone/>
              </a:pPr>
              <a:t>44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Rectangle 2">
            <a:extLst>
              <a:ext uri="{FF2B5EF4-FFF2-40B4-BE49-F238E27FC236}">
                <a16:creationId xmlns:a16="http://schemas.microsoft.com/office/drawing/2014/main" id="{676CDC90-266A-5D20-C4AA-9DC7DE3BB140}"/>
              </a:ext>
            </a:extLst>
          </p:cNvPr>
          <p:cNvSpPr>
            <a:spLocks noGrp="1" noChangeArrowheads="1"/>
          </p:cNvSpPr>
          <p:nvPr>
            <p:ph type="title" idx="4294967295"/>
          </p:nvPr>
        </p:nvSpPr>
        <p:spPr/>
        <p:txBody>
          <a:bodyPr/>
          <a:lstStyle/>
          <a:p>
            <a:pPr eaLnBrk="1" hangingPunct="1">
              <a:defRPr/>
            </a:pPr>
            <a:r>
              <a:rPr lang="en-US">
                <a:ea typeface="+mj-ea"/>
                <a:cs typeface="+mj-cs"/>
              </a:rPr>
              <a:t>Class Selection Rationale (V)</a:t>
            </a:r>
          </a:p>
        </p:txBody>
      </p:sp>
      <p:sp>
        <p:nvSpPr>
          <p:cNvPr id="86019" name="Rectangle 3">
            <a:extLst>
              <a:ext uri="{FF2B5EF4-FFF2-40B4-BE49-F238E27FC236}">
                <a16:creationId xmlns:a16="http://schemas.microsoft.com/office/drawing/2014/main" id="{B9934516-113E-EA33-2F83-278112654124}"/>
              </a:ext>
            </a:extLst>
          </p:cNvPr>
          <p:cNvSpPr>
            <a:spLocks noGrp="1" noChangeArrowheads="1"/>
          </p:cNvSpPr>
          <p:nvPr>
            <p:ph type="body" idx="4294967295"/>
          </p:nvPr>
        </p:nvSpPr>
        <p:spPr/>
        <p:txBody>
          <a:bodyPr anchor="ctr"/>
          <a:lstStyle/>
          <a:p>
            <a:pPr marL="342900" indent="-342900" eaLnBrk="1" hangingPunct="1">
              <a:buFont typeface="Wingdings" panose="05000000000000000000" pitchFamily="2" charset="2"/>
              <a:buNone/>
            </a:pPr>
            <a:r>
              <a:rPr lang="en-US" altLang="en-US" sz="2000" b="1" i="1"/>
              <a:t>Model values of attributes, not attributes themselves:</a:t>
            </a:r>
            <a:endParaRPr lang="en-US" altLang="en-US" sz="2400" b="1" i="1"/>
          </a:p>
          <a:p>
            <a:pPr marL="742950" lvl="1" eaLnBrk="1" hangingPunct="1"/>
            <a:r>
              <a:rPr lang="en-US" altLang="en-US" sz="2000">
                <a:solidFill>
                  <a:srgbClr val="7F7F7F"/>
                </a:solidFill>
              </a:rPr>
              <a:t>height of the rectangle, width of the rectangle</a:t>
            </a:r>
          </a:p>
          <a:p>
            <a:pPr marL="742950" lvl="1" eaLnBrk="1" hangingPunct="1"/>
            <a:r>
              <a:rPr lang="en-US" altLang="en-US" sz="2000">
                <a:solidFill>
                  <a:srgbClr val="7F7F7F"/>
                </a:solidFill>
              </a:rPr>
              <a:t>major radius, minor radius </a:t>
            </a:r>
          </a:p>
          <a:p>
            <a:pPr marL="742950" lvl="1" eaLnBrk="1" hangingPunct="1"/>
            <a:r>
              <a:rPr lang="en-US" altLang="en-US" sz="2000">
                <a:solidFill>
                  <a:srgbClr val="7F7F7F"/>
                </a:solidFill>
              </a:rPr>
              <a:t>position</a:t>
            </a:r>
            <a:r>
              <a:rPr lang="en-US" altLang="en-US" sz="2000"/>
              <a:t> </a:t>
            </a:r>
            <a:r>
              <a:rPr lang="en-US" altLang="en-US" sz="2000" i="1">
                <a:solidFill>
                  <a:srgbClr val="7F0101"/>
                </a:solidFill>
              </a:rPr>
              <a:t>— of first text character; probably Point</a:t>
            </a:r>
            <a:r>
              <a:rPr lang="en-US" altLang="en-US" sz="2000">
                <a:solidFill>
                  <a:srgbClr val="7F0101"/>
                </a:solidFill>
              </a:rPr>
              <a:t> </a:t>
            </a:r>
            <a:r>
              <a:rPr lang="en-US" altLang="en-US" sz="2000" i="1">
                <a:solidFill>
                  <a:srgbClr val="7F0101"/>
                </a:solidFill>
              </a:rPr>
              <a:t>attribute</a:t>
            </a:r>
            <a:endParaRPr lang="en-US" altLang="en-US" sz="2000"/>
          </a:p>
          <a:p>
            <a:pPr marL="742950" lvl="1" eaLnBrk="1" hangingPunct="1"/>
            <a:r>
              <a:rPr lang="en-US" altLang="en-US" sz="2000">
                <a:solidFill>
                  <a:srgbClr val="7F7F7F"/>
                </a:solidFill>
              </a:rPr>
              <a:t>mode of operation</a:t>
            </a:r>
            <a:r>
              <a:rPr lang="en-US" altLang="en-US" sz="2000"/>
              <a:t> </a:t>
            </a:r>
            <a:r>
              <a:rPr lang="en-US" altLang="en-US" sz="2000" i="1">
                <a:solidFill>
                  <a:srgbClr val="7F0101"/>
                </a:solidFill>
              </a:rPr>
              <a:t>— attribute of Drawing Editor</a:t>
            </a:r>
            <a:endParaRPr lang="en-US" altLang="en-US" sz="2000"/>
          </a:p>
          <a:p>
            <a:pPr marL="742950" lvl="1" eaLnBrk="1" hangingPunct="1"/>
            <a:r>
              <a:rPr lang="en-US" altLang="en-US" sz="2000">
                <a:solidFill>
                  <a:srgbClr val="7F7F7F"/>
                </a:solidFill>
              </a:rPr>
              <a:t>shape of the cursor, I-beam, crosshair</a:t>
            </a:r>
            <a:r>
              <a:rPr lang="en-US" altLang="en-US" sz="2000"/>
              <a:t> </a:t>
            </a:r>
            <a:r>
              <a:rPr lang="en-US" altLang="en-US" sz="2000" i="1">
                <a:solidFill>
                  <a:srgbClr val="7F0101"/>
                </a:solidFill>
              </a:rPr>
              <a:t>— attributes of Cursor</a:t>
            </a:r>
            <a:endParaRPr lang="en-US" altLang="en-US" sz="2000"/>
          </a:p>
          <a:p>
            <a:pPr marL="742950" lvl="1" eaLnBrk="1" hangingPunct="1"/>
            <a:r>
              <a:rPr lang="en-US" altLang="en-US" sz="2000">
                <a:solidFill>
                  <a:srgbClr val="7F7F7F"/>
                </a:solidFill>
              </a:rPr>
              <a:t>corner</a:t>
            </a:r>
            <a:r>
              <a:rPr lang="en-US" altLang="en-US" sz="2000"/>
              <a:t> </a:t>
            </a:r>
            <a:r>
              <a:rPr lang="en-US" altLang="en-US" sz="2000" i="1">
                <a:solidFill>
                  <a:srgbClr val="7F0101"/>
                </a:solidFill>
              </a:rPr>
              <a:t>— attribute of Rectangle</a:t>
            </a:r>
            <a:endParaRPr lang="en-US" altLang="en-US" sz="2000"/>
          </a:p>
          <a:p>
            <a:pPr marL="742950" lvl="1" eaLnBrk="1" hangingPunct="1"/>
            <a:r>
              <a:rPr lang="en-US" altLang="en-US" sz="2000">
                <a:solidFill>
                  <a:srgbClr val="7F7F7F"/>
                </a:solidFill>
              </a:rPr>
              <a:t>time</a:t>
            </a:r>
            <a:r>
              <a:rPr lang="en-US" altLang="en-US" sz="2000"/>
              <a:t> </a:t>
            </a:r>
            <a:r>
              <a:rPr lang="en-US" altLang="en-US" sz="2000" i="1">
                <a:solidFill>
                  <a:srgbClr val="7F0101"/>
                </a:solidFill>
              </a:rPr>
              <a:t>— an implicit attribute of the system</a:t>
            </a:r>
            <a:endParaRPr lang="en-US" altLang="en-US" sz="2000"/>
          </a:p>
        </p:txBody>
      </p:sp>
      <p:sp>
        <p:nvSpPr>
          <p:cNvPr id="86020" name="Line 4">
            <a:extLst>
              <a:ext uri="{FF2B5EF4-FFF2-40B4-BE49-F238E27FC236}">
                <a16:creationId xmlns:a16="http://schemas.microsoft.com/office/drawing/2014/main" id="{7AB2BF6F-ACE5-62D5-7037-041AD4653B36}"/>
              </a:ext>
            </a:extLst>
          </p:cNvPr>
          <p:cNvSpPr>
            <a:spLocks noChangeShapeType="1"/>
          </p:cNvSpPr>
          <p:nvPr/>
        </p:nvSpPr>
        <p:spPr bwMode="auto">
          <a:xfrm>
            <a:off x="1828800" y="2503488"/>
            <a:ext cx="41148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6021" name="Line 5">
            <a:extLst>
              <a:ext uri="{FF2B5EF4-FFF2-40B4-BE49-F238E27FC236}">
                <a16:creationId xmlns:a16="http://schemas.microsoft.com/office/drawing/2014/main" id="{029E2E0A-C4DB-65F4-119C-1351282AD5D1}"/>
              </a:ext>
            </a:extLst>
          </p:cNvPr>
          <p:cNvSpPr>
            <a:spLocks noChangeShapeType="1"/>
          </p:cNvSpPr>
          <p:nvPr/>
        </p:nvSpPr>
        <p:spPr bwMode="auto">
          <a:xfrm>
            <a:off x="1828800" y="2921000"/>
            <a:ext cx="23622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6022" name="Line 6">
            <a:extLst>
              <a:ext uri="{FF2B5EF4-FFF2-40B4-BE49-F238E27FC236}">
                <a16:creationId xmlns:a16="http://schemas.microsoft.com/office/drawing/2014/main" id="{DFC9D0AF-413A-186D-4ABE-362A7222C9DE}"/>
              </a:ext>
            </a:extLst>
          </p:cNvPr>
          <p:cNvSpPr>
            <a:spLocks noChangeShapeType="1"/>
          </p:cNvSpPr>
          <p:nvPr/>
        </p:nvSpPr>
        <p:spPr bwMode="auto">
          <a:xfrm>
            <a:off x="1828800" y="3352800"/>
            <a:ext cx="6858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6023" name="Line 7">
            <a:extLst>
              <a:ext uri="{FF2B5EF4-FFF2-40B4-BE49-F238E27FC236}">
                <a16:creationId xmlns:a16="http://schemas.microsoft.com/office/drawing/2014/main" id="{39BF282C-F8A7-2ABF-FE9C-721F4BEF9E45}"/>
              </a:ext>
            </a:extLst>
          </p:cNvPr>
          <p:cNvSpPr>
            <a:spLocks noChangeShapeType="1"/>
          </p:cNvSpPr>
          <p:nvPr/>
        </p:nvSpPr>
        <p:spPr bwMode="auto">
          <a:xfrm>
            <a:off x="1828800" y="3792538"/>
            <a:ext cx="16002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6024" name="Line 8">
            <a:extLst>
              <a:ext uri="{FF2B5EF4-FFF2-40B4-BE49-F238E27FC236}">
                <a16:creationId xmlns:a16="http://schemas.microsoft.com/office/drawing/2014/main" id="{EAD63EFA-F2AC-F26B-32CB-223FAB0EF0A2}"/>
              </a:ext>
            </a:extLst>
          </p:cNvPr>
          <p:cNvSpPr>
            <a:spLocks noChangeShapeType="1"/>
          </p:cNvSpPr>
          <p:nvPr/>
        </p:nvSpPr>
        <p:spPr bwMode="auto">
          <a:xfrm>
            <a:off x="1828800" y="4206875"/>
            <a:ext cx="34290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6025" name="Line 9">
            <a:extLst>
              <a:ext uri="{FF2B5EF4-FFF2-40B4-BE49-F238E27FC236}">
                <a16:creationId xmlns:a16="http://schemas.microsoft.com/office/drawing/2014/main" id="{18702AC8-E902-6F6D-19AB-1F06E6BE7E65}"/>
              </a:ext>
            </a:extLst>
          </p:cNvPr>
          <p:cNvSpPr>
            <a:spLocks noChangeShapeType="1"/>
          </p:cNvSpPr>
          <p:nvPr/>
        </p:nvSpPr>
        <p:spPr bwMode="auto">
          <a:xfrm>
            <a:off x="1828800" y="4648200"/>
            <a:ext cx="5334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6026" name="Line 10">
            <a:extLst>
              <a:ext uri="{FF2B5EF4-FFF2-40B4-BE49-F238E27FC236}">
                <a16:creationId xmlns:a16="http://schemas.microsoft.com/office/drawing/2014/main" id="{83878C6E-0B03-DD06-EF2D-04B1E7CE42BB}"/>
              </a:ext>
            </a:extLst>
          </p:cNvPr>
          <p:cNvSpPr>
            <a:spLocks noChangeShapeType="1"/>
          </p:cNvSpPr>
          <p:nvPr/>
        </p:nvSpPr>
        <p:spPr bwMode="auto">
          <a:xfrm>
            <a:off x="1828800" y="5059363"/>
            <a:ext cx="381000" cy="0"/>
          </a:xfrm>
          <a:prstGeom prst="line">
            <a:avLst/>
          </a:prstGeom>
          <a:noFill/>
          <a:ln w="28575">
            <a:solidFill>
              <a:srgbClr val="7F010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6027" name="Slide Number Placeholder 1">
            <a:extLst>
              <a:ext uri="{FF2B5EF4-FFF2-40B4-BE49-F238E27FC236}">
                <a16:creationId xmlns:a16="http://schemas.microsoft.com/office/drawing/2014/main" id="{1005B854-0D54-542E-3637-F083283991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AA03AC6-8DD0-469D-973D-466A9F0A4CD6}" type="slidenum">
              <a:rPr lang="en-AU" altLang="en-US" sz="1400" smtClean="0">
                <a:latin typeface="Times New Roman" panose="02020603050405020304" pitchFamily="18" charset="0"/>
              </a:rPr>
              <a:pPr>
                <a:spcBef>
                  <a:spcPct val="0"/>
                </a:spcBef>
                <a:buSzTx/>
                <a:buFontTx/>
                <a:buNone/>
              </a:pPr>
              <a:t>45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5" name="Rectangle 2">
            <a:extLst>
              <a:ext uri="{FF2B5EF4-FFF2-40B4-BE49-F238E27FC236}">
                <a16:creationId xmlns:a16="http://schemas.microsoft.com/office/drawing/2014/main" id="{05A4D55A-EF06-4388-D01F-FA2C6FCD0C00}"/>
              </a:ext>
            </a:extLst>
          </p:cNvPr>
          <p:cNvSpPr>
            <a:spLocks noGrp="1" noChangeArrowheads="1"/>
          </p:cNvSpPr>
          <p:nvPr>
            <p:ph type="title" idx="4294967295"/>
          </p:nvPr>
        </p:nvSpPr>
        <p:spPr/>
        <p:txBody>
          <a:bodyPr/>
          <a:lstStyle/>
          <a:p>
            <a:pPr eaLnBrk="1" hangingPunct="1">
              <a:defRPr/>
            </a:pPr>
            <a:r>
              <a:rPr lang="en-US">
                <a:ea typeface="+mj-ea"/>
                <a:cs typeface="+mj-cs"/>
              </a:rPr>
              <a:t>Candidate Classes</a:t>
            </a:r>
          </a:p>
        </p:txBody>
      </p:sp>
      <p:graphicFrame>
        <p:nvGraphicFramePr>
          <p:cNvPr id="128041" name="Group 41">
            <a:extLst>
              <a:ext uri="{FF2B5EF4-FFF2-40B4-BE49-F238E27FC236}">
                <a16:creationId xmlns:a16="http://schemas.microsoft.com/office/drawing/2014/main" id="{5F993E55-3C77-5881-582A-706043567CBB}"/>
              </a:ext>
            </a:extLst>
          </p:cNvPr>
          <p:cNvGraphicFramePr>
            <a:graphicFrameLocks noGrp="1"/>
          </p:cNvGraphicFramePr>
          <p:nvPr/>
        </p:nvGraphicFramePr>
        <p:xfrm>
          <a:off x="1752600" y="1752600"/>
          <a:ext cx="5694363" cy="3657600"/>
        </p:xfrm>
        <a:graphic>
          <a:graphicData uri="http://schemas.openxmlformats.org/drawingml/2006/table">
            <a:tbl>
              <a:tblPr/>
              <a:tblGrid>
                <a:gridCol w="2724150">
                  <a:extLst>
                    <a:ext uri="{9D8B030D-6E8A-4147-A177-3AD203B41FA5}">
                      <a16:colId xmlns:a16="http://schemas.microsoft.com/office/drawing/2014/main" val="20000"/>
                    </a:ext>
                  </a:extLst>
                </a:gridCol>
                <a:gridCol w="2970213">
                  <a:extLst>
                    <a:ext uri="{9D8B030D-6E8A-4147-A177-3AD203B41FA5}">
                      <a16:colId xmlns:a16="http://schemas.microsoft.com/office/drawing/2014/main" val="20001"/>
                    </a:ext>
                  </a:extLst>
                </a:gridCol>
              </a:tblGrid>
              <a:tr h="179388">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Character</a:t>
                      </a:r>
                    </a:p>
                  </a:txBody>
                  <a:tcPr horzOverflow="overflow">
                    <a:lnL>
                      <a:noFill/>
                    </a:lnL>
                    <a:lnR w="12700" cap="flat" cmpd="sng" algn="ctr">
                      <a:solidFill>
                        <a:srgbClr val="00027F"/>
                      </a:solidFill>
                      <a:prstDash val="solid"/>
                      <a:round/>
                      <a:headEnd type="none" w="med" len="med"/>
                      <a:tailEnd type="none" w="med" len="med"/>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Line Element</a:t>
                      </a:r>
                    </a:p>
                  </a:txBody>
                  <a:tcPr horzOverflow="overflow">
                    <a:lnL w="12700" cap="flat" cmpd="sng" algn="ctr">
                      <a:solidFill>
                        <a:srgbClr val="00027F"/>
                      </a:solidFill>
                      <a:prstDash val="solid"/>
                      <a:round/>
                      <a:headEnd type="none" w="med" len="med"/>
                      <a:tailEnd type="none" w="med" len="med"/>
                    </a:lnL>
                    <a:lnR>
                      <a:noFill/>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9388">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Control Point </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Point</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9388">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Creation Tool</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Rectangle </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Current Selection</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Rectangle Creation Tool</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Drawing</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Rectangle Element</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79388">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Drawing Editor</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Selection Tool</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77800">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Drawing Element</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Text Creation Tool</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79388">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Ellipse Creation Tool</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Text Element </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79388">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Ellipse Element</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Tool</a:t>
                      </a: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79388">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Line Creation Tool</a:t>
                      </a:r>
                    </a:p>
                  </a:txBody>
                  <a:tcP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Pct val="75000"/>
                        <a:buFont typeface="Wingdings" charset="0"/>
                        <a:buNone/>
                        <a:tabLst/>
                      </a:pPr>
                      <a:endParaRPr kumimoji="0" lang="en-US" sz="20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8100" name="Rectangle 56">
            <a:extLst>
              <a:ext uri="{FF2B5EF4-FFF2-40B4-BE49-F238E27FC236}">
                <a16:creationId xmlns:a16="http://schemas.microsoft.com/office/drawing/2014/main" id="{D8259AD8-40E5-7A18-DF6D-1BBED58F6EA7}"/>
              </a:ext>
            </a:extLst>
          </p:cNvPr>
          <p:cNvSpPr>
            <a:spLocks noChangeArrowheads="1"/>
          </p:cNvSpPr>
          <p:nvPr/>
        </p:nvSpPr>
        <p:spPr bwMode="auto">
          <a:xfrm>
            <a:off x="1066800" y="1143000"/>
            <a:ext cx="6667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000" b="1" i="1">
                <a:solidFill>
                  <a:srgbClr val="7F4D0D"/>
                </a:solidFill>
                <a:latin typeface="Helvetica" panose="020B0604020202020204" pitchFamily="34" charset="0"/>
              </a:rPr>
              <a:t>Preliminary</a:t>
            </a:r>
            <a:r>
              <a:rPr lang="en-US" altLang="en-US" sz="2000" b="1" i="1">
                <a:solidFill>
                  <a:srgbClr val="00027F"/>
                </a:solidFill>
                <a:latin typeface="Helvetica" panose="020B0604020202020204" pitchFamily="34" charset="0"/>
              </a:rPr>
              <a:t> analysis yields the following candidates:</a:t>
            </a:r>
          </a:p>
        </p:txBody>
      </p:sp>
      <p:sp>
        <p:nvSpPr>
          <p:cNvPr id="88101" name="AutoShape 59">
            <a:extLst>
              <a:ext uri="{FF2B5EF4-FFF2-40B4-BE49-F238E27FC236}">
                <a16:creationId xmlns:a16="http://schemas.microsoft.com/office/drawing/2014/main" id="{EC69583E-AADC-E3B3-3F3B-D1EECEC6E28B}"/>
              </a:ext>
            </a:extLst>
          </p:cNvPr>
          <p:cNvSpPr>
            <a:spLocks noChangeArrowheads="1"/>
          </p:cNvSpPr>
          <p:nvPr/>
        </p:nvSpPr>
        <p:spPr bwMode="auto">
          <a:xfrm>
            <a:off x="4724400" y="5562600"/>
            <a:ext cx="2971800" cy="1066800"/>
          </a:xfrm>
          <a:prstGeom prst="foldedCorner">
            <a:avLst>
              <a:gd name="adj" fmla="val 12500"/>
            </a:avLst>
          </a:prstGeom>
          <a:solidFill>
            <a:schemeClr val="accent1"/>
          </a:solidFill>
          <a:ln w="9525">
            <a:solidFill>
              <a:schemeClr val="tx1"/>
            </a:solidFill>
            <a:round/>
            <a:headEnd/>
            <a:tailEnd/>
          </a:ln>
        </p:spPr>
        <p:txBody>
          <a:bodyPr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000" i="1">
                <a:solidFill>
                  <a:srgbClr val="7F0101"/>
                </a:solidFill>
                <a:latin typeface="Helvetica" panose="020B0604020202020204" pitchFamily="34" charset="0"/>
              </a:rPr>
              <a:t>Expect the list to evolve as design progresses.</a:t>
            </a:r>
            <a:endParaRPr lang="en-US" altLang="en-US" sz="2000">
              <a:latin typeface="Helvetica" panose="020B0604020202020204" pitchFamily="34" charset="0"/>
            </a:endParaRPr>
          </a:p>
        </p:txBody>
      </p:sp>
      <p:sp>
        <p:nvSpPr>
          <p:cNvPr id="88102" name="Slide Number Placeholder 1">
            <a:extLst>
              <a:ext uri="{FF2B5EF4-FFF2-40B4-BE49-F238E27FC236}">
                <a16:creationId xmlns:a16="http://schemas.microsoft.com/office/drawing/2014/main" id="{9970179E-C150-C642-F87A-8A0C164072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8EAABF0-E048-4F85-8089-1EE9A2E3DD38}" type="slidenum">
              <a:rPr lang="en-AU" altLang="en-US" sz="1400" smtClean="0">
                <a:latin typeface="Times New Roman" panose="02020603050405020304" pitchFamily="18" charset="0"/>
              </a:rPr>
              <a:pPr>
                <a:spcBef>
                  <a:spcPct val="0"/>
                </a:spcBef>
                <a:buSzTx/>
                <a:buFontTx/>
                <a:buNone/>
              </a:pPr>
              <a:t>46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a:extLst>
              <a:ext uri="{FF2B5EF4-FFF2-40B4-BE49-F238E27FC236}">
                <a16:creationId xmlns:a16="http://schemas.microsoft.com/office/drawing/2014/main" id="{743BEFE6-97C3-8780-B6DC-0527F631BA7A}"/>
              </a:ext>
            </a:extLst>
          </p:cNvPr>
          <p:cNvSpPr>
            <a:spLocks noGrp="1" noChangeArrowheads="1"/>
          </p:cNvSpPr>
          <p:nvPr>
            <p:ph type="title"/>
          </p:nvPr>
        </p:nvSpPr>
        <p:spPr/>
        <p:txBody>
          <a:bodyPr/>
          <a:lstStyle/>
          <a:p>
            <a:pPr>
              <a:defRPr/>
            </a:pPr>
            <a:r>
              <a:rPr lang="en-AU" dirty="0" err="1">
                <a:ea typeface="+mj-ea"/>
                <a:cs typeface="+mj-cs"/>
              </a:rPr>
              <a:t>xfig</a:t>
            </a:r>
            <a:endParaRPr lang="en-US" dirty="0">
              <a:ea typeface="+mj-ea"/>
              <a:cs typeface="+mj-cs"/>
            </a:endParaRPr>
          </a:p>
        </p:txBody>
      </p:sp>
      <p:pic>
        <p:nvPicPr>
          <p:cNvPr id="90115" name="Picture 1" descr="screen-image_sm.png">
            <a:extLst>
              <a:ext uri="{FF2B5EF4-FFF2-40B4-BE49-F238E27FC236}">
                <a16:creationId xmlns:a16="http://schemas.microsoft.com/office/drawing/2014/main" id="{A07AD73F-AB80-0FEE-B97A-930B5ADE14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268413"/>
            <a:ext cx="5903913"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Slide Number Placeholder 1">
            <a:extLst>
              <a:ext uri="{FF2B5EF4-FFF2-40B4-BE49-F238E27FC236}">
                <a16:creationId xmlns:a16="http://schemas.microsoft.com/office/drawing/2014/main" id="{B77E592B-3F9A-345C-4C9E-5F3469169D6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45B0AEF-70AA-4B94-BC70-10EFB7093D3E}" type="slidenum">
              <a:rPr lang="en-AU" altLang="en-US" sz="1400" smtClean="0">
                <a:latin typeface="Times New Roman" panose="02020603050405020304" pitchFamily="18" charset="0"/>
              </a:rPr>
              <a:pPr>
                <a:spcBef>
                  <a:spcPct val="0"/>
                </a:spcBef>
                <a:buSzTx/>
                <a:buFontTx/>
                <a:buNone/>
              </a:pPr>
              <a:t>47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Rectangle 2">
            <a:extLst>
              <a:ext uri="{FF2B5EF4-FFF2-40B4-BE49-F238E27FC236}">
                <a16:creationId xmlns:a16="http://schemas.microsoft.com/office/drawing/2014/main" id="{D253B3C0-2BD2-AE6A-CA93-5E282FD6EBEA}"/>
              </a:ext>
            </a:extLst>
          </p:cNvPr>
          <p:cNvSpPr>
            <a:spLocks noGrp="1" noChangeArrowheads="1"/>
          </p:cNvSpPr>
          <p:nvPr>
            <p:ph type="title" idx="4294967295"/>
          </p:nvPr>
        </p:nvSpPr>
        <p:spPr/>
        <p:txBody>
          <a:bodyPr/>
          <a:lstStyle/>
          <a:p>
            <a:pPr eaLnBrk="1" hangingPunct="1">
              <a:defRPr/>
            </a:pPr>
            <a:r>
              <a:rPr lang="en-US" dirty="0">
                <a:ea typeface="+mj-ea"/>
                <a:cs typeface="+mj-cs"/>
              </a:rPr>
              <a:t>A Quicker Starting Point …</a:t>
            </a:r>
          </a:p>
        </p:txBody>
      </p:sp>
      <p:sp>
        <p:nvSpPr>
          <p:cNvPr id="101382" name="Rectangle 3">
            <a:extLst>
              <a:ext uri="{FF2B5EF4-FFF2-40B4-BE49-F238E27FC236}">
                <a16:creationId xmlns:a16="http://schemas.microsoft.com/office/drawing/2014/main" id="{DA2FBD28-5D57-E1B5-A6C3-78009C8C1B33}"/>
              </a:ext>
            </a:extLst>
          </p:cNvPr>
          <p:cNvSpPr>
            <a:spLocks noGrp="1" noChangeArrowheads="1"/>
          </p:cNvSpPr>
          <p:nvPr>
            <p:ph type="body" idx="4294967295"/>
          </p:nvPr>
        </p:nvSpPr>
        <p:spPr/>
        <p:txBody>
          <a:bodyPr anchor="ctr"/>
          <a:lstStyle/>
          <a:p>
            <a:pPr marL="609600" indent="-609600" eaLnBrk="1" hangingPunct="1">
              <a:buFontTx/>
              <a:buAutoNum type="arabicPeriod"/>
              <a:defRPr/>
            </a:pPr>
            <a:r>
              <a:rPr lang="en-US" dirty="0">
                <a:ea typeface="+mn-ea"/>
                <a:cs typeface="+mn-cs"/>
              </a:rPr>
              <a:t>The </a:t>
            </a:r>
            <a:r>
              <a:rPr lang="en-US" u="sng" dirty="0">
                <a:ea typeface="+mn-ea"/>
                <a:cs typeface="+mn-cs"/>
              </a:rPr>
              <a:t>Domain Model </a:t>
            </a:r>
            <a:r>
              <a:rPr lang="en-US" dirty="0">
                <a:ea typeface="+mn-ea"/>
                <a:cs typeface="+mn-cs"/>
              </a:rPr>
              <a:t>from Requirements Specification</a:t>
            </a:r>
            <a:br>
              <a:rPr lang="en-US" dirty="0">
                <a:ea typeface="+mn-ea"/>
                <a:cs typeface="+mn-cs"/>
              </a:rPr>
            </a:br>
            <a:r>
              <a:rPr lang="en-US" dirty="0">
                <a:ea typeface="+mn-ea"/>
                <a:cs typeface="+mn-cs"/>
              </a:rPr>
              <a:t>-- but very coarse/high-level</a:t>
            </a:r>
          </a:p>
          <a:p>
            <a:pPr marL="609600" indent="-609600" eaLnBrk="1" hangingPunct="1">
              <a:buFontTx/>
              <a:buAutoNum type="arabicPeriod"/>
              <a:defRPr/>
            </a:pPr>
            <a:r>
              <a:rPr lang="en-US" dirty="0">
                <a:ea typeface="+mn-ea"/>
                <a:cs typeface="+mn-cs"/>
              </a:rPr>
              <a:t>Refined/detailed … with more classes</a:t>
            </a:r>
          </a:p>
          <a:p>
            <a:pPr marL="609600" indent="-609600" eaLnBrk="1" hangingPunct="1">
              <a:buFontTx/>
              <a:buAutoNum type="arabicPeriod"/>
              <a:defRPr/>
            </a:pPr>
            <a:r>
              <a:rPr lang="en-US" dirty="0">
                <a:ea typeface="+mn-ea"/>
                <a:cs typeface="+mn-cs"/>
              </a:rPr>
              <a:t>Try the Hotel Management System … (key?, receptionist?, payment? …)</a:t>
            </a:r>
          </a:p>
        </p:txBody>
      </p:sp>
      <p:sp>
        <p:nvSpPr>
          <p:cNvPr id="92164" name="Slide Number Placeholder 1">
            <a:extLst>
              <a:ext uri="{FF2B5EF4-FFF2-40B4-BE49-F238E27FC236}">
                <a16:creationId xmlns:a16="http://schemas.microsoft.com/office/drawing/2014/main" id="{35F825D8-50CB-064C-D4D0-B733D37CEF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9E7DFEB-1754-4129-8AC3-A503D2962DCA}" type="slidenum">
              <a:rPr lang="en-AU" altLang="en-US" sz="1400" smtClean="0">
                <a:latin typeface="Times New Roman" panose="02020603050405020304" pitchFamily="18" charset="0"/>
              </a:rPr>
              <a:pPr>
                <a:spcBef>
                  <a:spcPct val="0"/>
                </a:spcBef>
                <a:buSzTx/>
                <a:buFontTx/>
                <a:buNone/>
              </a:pPr>
              <a:t>48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5C7BFCE8-F830-A885-2065-4A0B082A89C2}"/>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6707" name="Rectangle 1027">
            <a:extLst>
              <a:ext uri="{FF2B5EF4-FFF2-40B4-BE49-F238E27FC236}">
                <a16:creationId xmlns:a16="http://schemas.microsoft.com/office/drawing/2014/main" id="{E4BE8E49-F708-B0F0-B3F6-E570F7A472F3}"/>
              </a:ext>
            </a:extLst>
          </p:cNvPr>
          <p:cNvSpPr>
            <a:spLocks noGrp="1" noChangeArrowheads="1"/>
          </p:cNvSpPr>
          <p:nvPr>
            <p:ph type="title"/>
          </p:nvPr>
        </p:nvSpPr>
        <p:spPr/>
        <p:txBody>
          <a:bodyPr/>
          <a:lstStyle/>
          <a:p>
            <a:pPr>
              <a:defRPr/>
            </a:pPr>
            <a:r>
              <a:rPr lang="en-US">
                <a:ea typeface="+mj-ea"/>
                <a:cs typeface="+mj-cs"/>
              </a:rPr>
              <a:t>Roadmap</a:t>
            </a:r>
          </a:p>
        </p:txBody>
      </p:sp>
      <p:pic>
        <p:nvPicPr>
          <p:cNvPr id="94212" name="Picture 6" descr="roadmap">
            <a:extLst>
              <a:ext uri="{FF2B5EF4-FFF2-40B4-BE49-F238E27FC236}">
                <a16:creationId xmlns:a16="http://schemas.microsoft.com/office/drawing/2014/main" id="{048CBAA6-3497-DD51-D0D8-D2EA2E17C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6709" name="Rectangle 1029">
            <a:extLst>
              <a:ext uri="{FF2B5EF4-FFF2-40B4-BE49-F238E27FC236}">
                <a16:creationId xmlns:a16="http://schemas.microsoft.com/office/drawing/2014/main" id="{042DDF41-371C-6D45-3736-0111B45FE187}"/>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Preliminaries</a:t>
            </a:r>
          </a:p>
          <a:p>
            <a:pPr>
              <a:buFont typeface="Wingdings" charset="0"/>
              <a:buChar char="n"/>
              <a:defRPr/>
            </a:pPr>
            <a:r>
              <a:rPr lang="en-US">
                <a:ea typeface="+mn-ea"/>
                <a:cs typeface="+mn-cs"/>
              </a:rPr>
              <a:t>Objects and Classes</a:t>
            </a:r>
          </a:p>
          <a:p>
            <a:pPr lvl="1">
              <a:buFont typeface="Wingdings" charset="0"/>
              <a:buChar char="¨"/>
              <a:defRPr/>
            </a:pPr>
            <a:r>
              <a:rPr lang="en-US">
                <a:ea typeface="+mn-ea"/>
              </a:rPr>
              <a:t>What is Object-Oriented Design?</a:t>
            </a:r>
          </a:p>
          <a:p>
            <a:pPr>
              <a:buFont typeface="Wingdings" charset="0"/>
              <a:buChar char="n"/>
              <a:defRPr/>
            </a:pPr>
            <a:r>
              <a:rPr lang="en-US">
                <a:ea typeface="+mn-ea"/>
                <a:cs typeface="+mn-cs"/>
              </a:rPr>
              <a:t>Finding Classes</a:t>
            </a:r>
          </a:p>
          <a:p>
            <a:pPr lvl="1">
              <a:buFont typeface="Wingdings" charset="0"/>
              <a:buChar char="¨"/>
              <a:defRPr/>
            </a:pPr>
            <a:r>
              <a:rPr lang="en-US">
                <a:ea typeface="+mn-ea"/>
              </a:rPr>
              <a:t>Class Selection Rationale</a:t>
            </a:r>
          </a:p>
          <a:p>
            <a:pPr>
              <a:buFont typeface="Wingdings" charset="0"/>
              <a:buChar char="n"/>
              <a:defRPr/>
            </a:pPr>
            <a:r>
              <a:rPr lang="en-US" b="1">
                <a:ea typeface="+mn-ea"/>
                <a:cs typeface="+mn-cs"/>
              </a:rPr>
              <a:t>CRC Cards</a:t>
            </a:r>
            <a:endParaRPr lang="en-US">
              <a:ea typeface="+mn-ea"/>
              <a:cs typeface="+mn-cs"/>
            </a:endParaRPr>
          </a:p>
          <a:p>
            <a:pPr>
              <a:buFont typeface="Wingdings" charset="0"/>
              <a:buChar char="n"/>
              <a:defRPr/>
            </a:pPr>
            <a:r>
              <a:rPr lang="en-US">
                <a:ea typeface="+mn-ea"/>
                <a:cs typeface="+mn-cs"/>
              </a:rPr>
              <a:t>Identifying Responsibilities</a:t>
            </a:r>
          </a:p>
          <a:p>
            <a:pPr>
              <a:buFont typeface="Wingdings" charset="0"/>
              <a:buChar char="n"/>
              <a:defRPr/>
            </a:pPr>
            <a:r>
              <a:rPr lang="en-US">
                <a:ea typeface="+mn-ea"/>
                <a:cs typeface="+mn-cs"/>
              </a:rPr>
              <a:t>Finding Collaborations</a:t>
            </a:r>
          </a:p>
        </p:txBody>
      </p:sp>
      <p:sp>
        <p:nvSpPr>
          <p:cNvPr id="94214" name="Slide Number Placeholder 1">
            <a:extLst>
              <a:ext uri="{FF2B5EF4-FFF2-40B4-BE49-F238E27FC236}">
                <a16:creationId xmlns:a16="http://schemas.microsoft.com/office/drawing/2014/main" id="{52B6CE04-1270-D888-B96B-BBE9B0C514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F3565B9-01B6-4A8F-97FA-5C7D4CB52B69}" type="slidenum">
              <a:rPr lang="en-AU" altLang="en-US" sz="1400" smtClean="0">
                <a:latin typeface="Times New Roman" panose="02020603050405020304" pitchFamily="18" charset="0"/>
              </a:rPr>
              <a:pPr>
                <a:spcBef>
                  <a:spcPct val="0"/>
                </a:spcBef>
                <a:buSzTx/>
                <a:buFontTx/>
                <a:buNone/>
              </a:pPr>
              <a:t>49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99F3CC42-BD7D-5027-8259-68EF120D01D8}"/>
              </a:ext>
            </a:extLst>
          </p:cNvPr>
          <p:cNvSpPr>
            <a:spLocks noGrp="1" noChangeArrowheads="1"/>
          </p:cNvSpPr>
          <p:nvPr>
            <p:ph type="title" idx="4294967295"/>
          </p:nvPr>
        </p:nvSpPr>
        <p:spPr/>
        <p:txBody>
          <a:bodyPr/>
          <a:lstStyle/>
          <a:p>
            <a:pPr eaLnBrk="1" hangingPunct="1">
              <a:defRPr/>
            </a:pPr>
            <a:r>
              <a:rPr lang="en-US" sz="3400">
                <a:ea typeface="+mj-ea"/>
                <a:cs typeface="+mj-cs"/>
              </a:rPr>
              <a:t>Class Responsibility Collaboration Cards</a:t>
            </a:r>
            <a:endParaRPr lang="en-US">
              <a:ea typeface="+mj-ea"/>
              <a:cs typeface="+mj-cs"/>
            </a:endParaRPr>
          </a:p>
        </p:txBody>
      </p:sp>
      <p:sp>
        <p:nvSpPr>
          <p:cNvPr id="283651" name="Rectangle 3">
            <a:extLst>
              <a:ext uri="{FF2B5EF4-FFF2-40B4-BE49-F238E27FC236}">
                <a16:creationId xmlns:a16="http://schemas.microsoft.com/office/drawing/2014/main" id="{9569B58A-015A-A348-3AF6-CB369D49FC23}"/>
              </a:ext>
            </a:extLst>
          </p:cNvPr>
          <p:cNvSpPr>
            <a:spLocks noGrp="1" noChangeArrowheads="1"/>
          </p:cNvSpPr>
          <p:nvPr>
            <p:ph type="body" idx="4294967295"/>
          </p:nvPr>
        </p:nvSpPr>
        <p:spPr>
          <a:xfrm>
            <a:off x="1066800" y="1066800"/>
            <a:ext cx="7543800" cy="5029200"/>
          </a:xfrm>
        </p:spPr>
        <p:txBody>
          <a:bodyPr anchor="ctr"/>
          <a:lstStyle/>
          <a:p>
            <a:pPr marL="342900" indent="-342900" eaLnBrk="1" hangingPunct="1">
              <a:lnSpc>
                <a:spcPct val="90000"/>
              </a:lnSpc>
              <a:buFont typeface="Wingdings" charset="0"/>
              <a:buNone/>
              <a:defRPr/>
            </a:pPr>
            <a:r>
              <a:rPr lang="en-US" sz="2000" b="1" i="1" dirty="0">
                <a:ea typeface="+mn-ea"/>
                <a:cs typeface="+mn-cs"/>
              </a:rPr>
              <a:t>Use CRC cards to record candidate classes:</a:t>
            </a:r>
            <a:endParaRPr lang="en-US" sz="2000" dirty="0">
              <a:ea typeface="+mn-ea"/>
              <a:cs typeface="+mn-cs"/>
            </a:endParaRPr>
          </a:p>
          <a:p>
            <a:pPr marL="342900" indent="-342900" eaLnBrk="1" hangingPunct="1">
              <a:lnSpc>
                <a:spcPct val="90000"/>
              </a:lnSpc>
              <a:buFont typeface="Wingdings" charset="0"/>
              <a:buNone/>
              <a:defRPr/>
            </a:pPr>
            <a:endParaRPr lang="en-US" sz="2000" dirty="0">
              <a:ea typeface="+mn-ea"/>
              <a:cs typeface="+mn-cs"/>
            </a:endParaRPr>
          </a:p>
          <a:p>
            <a:pPr marL="342900" indent="-342900" eaLnBrk="1" hangingPunct="1">
              <a:lnSpc>
                <a:spcPct val="90000"/>
              </a:lnSpc>
              <a:buFont typeface="Wingdings" charset="0"/>
              <a:buChar char="n"/>
              <a:defRPr/>
            </a:pPr>
            <a:endParaRPr lang="en-US" sz="2000" dirty="0">
              <a:ea typeface="+mn-ea"/>
              <a:cs typeface="+mn-cs"/>
            </a:endParaRPr>
          </a:p>
          <a:p>
            <a:pPr marL="342900" indent="-342900" eaLnBrk="1" hangingPunct="1">
              <a:lnSpc>
                <a:spcPct val="90000"/>
              </a:lnSpc>
              <a:buFont typeface="Wingdings" charset="0"/>
              <a:buChar char="n"/>
              <a:defRPr/>
            </a:pPr>
            <a:endParaRPr lang="en-US" sz="2000" dirty="0">
              <a:ea typeface="+mn-ea"/>
              <a:cs typeface="+mn-cs"/>
            </a:endParaRPr>
          </a:p>
          <a:p>
            <a:pPr marL="342900" indent="-342900" eaLnBrk="1" hangingPunct="1">
              <a:lnSpc>
                <a:spcPct val="90000"/>
              </a:lnSpc>
              <a:buFont typeface="Wingdings" charset="0"/>
              <a:buChar char="n"/>
              <a:defRPr/>
            </a:pPr>
            <a:endParaRPr lang="en-US" sz="2000" dirty="0">
              <a:ea typeface="+mn-ea"/>
              <a:cs typeface="+mn-cs"/>
            </a:endParaRPr>
          </a:p>
          <a:p>
            <a:pPr marL="342900" indent="-342900" eaLnBrk="1" hangingPunct="1">
              <a:lnSpc>
                <a:spcPct val="90000"/>
              </a:lnSpc>
              <a:buFont typeface="Wingdings" charset="0"/>
              <a:buChar char="n"/>
              <a:defRPr/>
            </a:pPr>
            <a:endParaRPr lang="en-US" sz="2000" dirty="0">
              <a:ea typeface="+mn-ea"/>
              <a:cs typeface="+mn-cs"/>
            </a:endParaRPr>
          </a:p>
          <a:p>
            <a:pPr marL="342900" indent="-342900" eaLnBrk="1" hangingPunct="1">
              <a:lnSpc>
                <a:spcPct val="90000"/>
              </a:lnSpc>
              <a:buFont typeface="Wingdings" charset="0"/>
              <a:buNone/>
              <a:defRPr/>
            </a:pPr>
            <a:endParaRPr lang="en-US" sz="1800" dirty="0">
              <a:ea typeface="+mn-ea"/>
              <a:cs typeface="+mn-cs"/>
            </a:endParaRPr>
          </a:p>
          <a:p>
            <a:pPr marL="342900" indent="-342900" eaLnBrk="1" hangingPunct="1">
              <a:lnSpc>
                <a:spcPct val="90000"/>
              </a:lnSpc>
              <a:buFont typeface="Wingdings" charset="0"/>
              <a:buNone/>
              <a:defRPr/>
            </a:pPr>
            <a:endParaRPr lang="en-US" sz="1800" dirty="0">
              <a:ea typeface="+mn-ea"/>
              <a:cs typeface="+mn-cs"/>
            </a:endParaRPr>
          </a:p>
          <a:p>
            <a:pPr marL="342900" indent="-342900" eaLnBrk="1" hangingPunct="1">
              <a:lnSpc>
                <a:spcPct val="90000"/>
              </a:lnSpc>
              <a:buFont typeface="Wingdings" charset="0"/>
              <a:buNone/>
              <a:defRPr/>
            </a:pPr>
            <a:r>
              <a:rPr lang="en-US" sz="1800" dirty="0">
                <a:ea typeface="+mn-ea"/>
                <a:cs typeface="+mn-cs"/>
              </a:rPr>
              <a:t>Record the candidate </a:t>
            </a:r>
            <a:r>
              <a:rPr lang="en-US" sz="1800" i="1" dirty="0">
                <a:solidFill>
                  <a:srgbClr val="7F0101"/>
                </a:solidFill>
                <a:ea typeface="+mn-ea"/>
                <a:cs typeface="+mn-cs"/>
              </a:rPr>
              <a:t>Class Name</a:t>
            </a:r>
            <a:r>
              <a:rPr lang="en-US" sz="1800" dirty="0">
                <a:ea typeface="+mn-ea"/>
                <a:cs typeface="+mn-cs"/>
              </a:rPr>
              <a:t> and </a:t>
            </a:r>
            <a:r>
              <a:rPr lang="en-US" sz="1800" i="1" dirty="0">
                <a:solidFill>
                  <a:srgbClr val="7F0101"/>
                </a:solidFill>
                <a:ea typeface="+mn-ea"/>
                <a:cs typeface="+mn-cs"/>
              </a:rPr>
              <a:t>superclass</a:t>
            </a:r>
            <a:r>
              <a:rPr lang="en-US" sz="1800" dirty="0">
                <a:ea typeface="+mn-ea"/>
                <a:cs typeface="+mn-cs"/>
              </a:rPr>
              <a:t> (not yet known)</a:t>
            </a:r>
          </a:p>
          <a:p>
            <a:pPr marL="342900" indent="-342900" eaLnBrk="1" hangingPunct="1">
              <a:lnSpc>
                <a:spcPct val="90000"/>
              </a:lnSpc>
              <a:buFont typeface="Wingdings" charset="0"/>
              <a:buNone/>
              <a:defRPr/>
            </a:pPr>
            <a:r>
              <a:rPr lang="en-US" sz="1800" dirty="0">
                <a:ea typeface="+mn-ea"/>
                <a:cs typeface="+mn-cs"/>
              </a:rPr>
              <a:t>Record each </a:t>
            </a:r>
            <a:r>
              <a:rPr lang="en-US" sz="1800" i="1" dirty="0">
                <a:solidFill>
                  <a:srgbClr val="7F0101"/>
                </a:solidFill>
                <a:ea typeface="+mn-ea"/>
                <a:cs typeface="+mn-cs"/>
              </a:rPr>
              <a:t>Responsibility</a:t>
            </a:r>
            <a:r>
              <a:rPr lang="en-US" sz="1800" dirty="0">
                <a:ea typeface="+mn-ea"/>
                <a:cs typeface="+mn-cs"/>
              </a:rPr>
              <a:t> and the </a:t>
            </a:r>
            <a:r>
              <a:rPr lang="en-US" sz="1800" i="1" dirty="0">
                <a:solidFill>
                  <a:srgbClr val="7F0101"/>
                </a:solidFill>
                <a:ea typeface="+mn-ea"/>
                <a:cs typeface="+mn-cs"/>
              </a:rPr>
              <a:t>Collaborating classes</a:t>
            </a:r>
            <a:endParaRPr lang="en-US" sz="1800" dirty="0">
              <a:ea typeface="+mn-ea"/>
              <a:cs typeface="+mn-cs"/>
            </a:endParaRPr>
          </a:p>
          <a:p>
            <a:pPr marL="742950" lvl="1" eaLnBrk="1" hangingPunct="1">
              <a:lnSpc>
                <a:spcPct val="90000"/>
              </a:lnSpc>
              <a:buFont typeface="Wingdings" charset="0"/>
              <a:buChar char="¨"/>
              <a:defRPr/>
            </a:pPr>
            <a:r>
              <a:rPr lang="en-US" sz="1800" dirty="0">
                <a:ea typeface="+mn-ea"/>
              </a:rPr>
              <a:t>compact, easy to manipulate, easy to modify or discard!</a:t>
            </a:r>
          </a:p>
          <a:p>
            <a:pPr marL="742950" lvl="1" eaLnBrk="1" hangingPunct="1">
              <a:lnSpc>
                <a:spcPct val="90000"/>
              </a:lnSpc>
              <a:buFont typeface="Wingdings" charset="0"/>
              <a:buChar char="¨"/>
              <a:defRPr/>
            </a:pPr>
            <a:r>
              <a:rPr lang="en-US" sz="1800" dirty="0">
                <a:ea typeface="+mn-ea"/>
              </a:rPr>
              <a:t>easy to arrange, reorganize</a:t>
            </a:r>
          </a:p>
          <a:p>
            <a:pPr marL="742950" lvl="1" eaLnBrk="1" hangingPunct="1">
              <a:lnSpc>
                <a:spcPct val="90000"/>
              </a:lnSpc>
              <a:buFont typeface="Wingdings" charset="0"/>
              <a:buChar char="¨"/>
              <a:defRPr/>
            </a:pPr>
            <a:r>
              <a:rPr lang="en-US" sz="1800" dirty="0">
                <a:ea typeface="+mn-ea"/>
              </a:rPr>
              <a:t>easy to retrieve discarded classes</a:t>
            </a:r>
          </a:p>
        </p:txBody>
      </p:sp>
      <p:graphicFrame>
        <p:nvGraphicFramePr>
          <p:cNvPr id="283652" name="Group 4">
            <a:extLst>
              <a:ext uri="{FF2B5EF4-FFF2-40B4-BE49-F238E27FC236}">
                <a16:creationId xmlns:a16="http://schemas.microsoft.com/office/drawing/2014/main" id="{59905276-3504-736A-6696-6350DD6C846E}"/>
              </a:ext>
            </a:extLst>
          </p:cNvPr>
          <p:cNvGraphicFramePr>
            <a:graphicFrameLocks noGrp="1"/>
          </p:cNvGraphicFramePr>
          <p:nvPr/>
        </p:nvGraphicFramePr>
        <p:xfrm>
          <a:off x="1676400" y="1676400"/>
          <a:ext cx="5334000" cy="2438400"/>
        </p:xfrm>
        <a:graphic>
          <a:graphicData uri="http://schemas.openxmlformats.org/drawingml/2006/table">
            <a:tbl>
              <a:tblPr/>
              <a:tblGrid>
                <a:gridCol w="2667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406400">
                <a:tc gridSpan="2">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000" b="1" i="0" u="none" strike="noStrike" cap="none" normalizeH="0" baseline="0">
                          <a:ln>
                            <a:noFill/>
                          </a:ln>
                          <a:solidFill>
                            <a:schemeClr val="tx1"/>
                          </a:solidFill>
                          <a:effectLst/>
                          <a:latin typeface="Arial Narrow" charset="0"/>
                          <a:ea typeface="ＭＳ Ｐゴシック" charset="0"/>
                        </a:rPr>
                        <a:t>Text Creation Tool</a:t>
                      </a:r>
                      <a:r>
                        <a:rPr kumimoji="0" lang="en-US" sz="2000" b="0" i="0" u="none" strike="noStrike" cap="none" normalizeH="0" baseline="0">
                          <a:ln>
                            <a:noFill/>
                          </a:ln>
                          <a:solidFill>
                            <a:schemeClr val="tx1"/>
                          </a:solidFill>
                          <a:effectLst/>
                          <a:latin typeface="Arial Narrow" charset="0"/>
                          <a:ea typeface="ＭＳ Ｐゴシック" charset="0"/>
                        </a:rPr>
                        <a:t>                       </a:t>
                      </a:r>
                      <a:r>
                        <a:rPr kumimoji="0" lang="en-US" sz="2000" b="0" i="1" u="none" strike="noStrike" cap="none" normalizeH="0" baseline="0">
                          <a:ln>
                            <a:noFill/>
                          </a:ln>
                          <a:solidFill>
                            <a:schemeClr val="tx1"/>
                          </a:solidFill>
                          <a:effectLst/>
                          <a:latin typeface="Arial Narrow" charset="0"/>
                          <a:ea typeface="ＭＳ Ｐゴシック" charset="0"/>
                        </a:rPr>
                        <a:t>subclass of Tool</a:t>
                      </a:r>
                    </a:p>
                  </a:txBody>
                  <a:tcPr horzOverflow="overflow">
                    <a:lnL w="28575"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06400">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Editing Text</a:t>
                      </a: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20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14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6282" name="Slide Number Placeholder 1">
            <a:extLst>
              <a:ext uri="{FF2B5EF4-FFF2-40B4-BE49-F238E27FC236}">
                <a16:creationId xmlns:a16="http://schemas.microsoft.com/office/drawing/2014/main" id="{AACFADBC-4147-D610-3B3B-C408D6F0DCE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718450A-F126-4A09-97D9-415999034F4E}" type="slidenum">
              <a:rPr lang="en-AU" altLang="en-US" sz="1400" smtClean="0">
                <a:latin typeface="Times New Roman" panose="02020603050405020304" pitchFamily="18" charset="0"/>
              </a:rPr>
              <a:pPr>
                <a:spcBef>
                  <a:spcPct val="0"/>
                </a:spcBef>
                <a:buSzTx/>
                <a:buFontTx/>
                <a:buNone/>
              </a:pPr>
              <a:t>50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a:extLst>
              <a:ext uri="{FF2B5EF4-FFF2-40B4-BE49-F238E27FC236}">
                <a16:creationId xmlns:a16="http://schemas.microsoft.com/office/drawing/2014/main" id="{C84FF297-C54E-389F-385C-9AA718BA6BB4}"/>
              </a:ext>
            </a:extLst>
          </p:cNvPr>
          <p:cNvSpPr>
            <a:spLocks noGrp="1" noChangeArrowheads="1"/>
          </p:cNvSpPr>
          <p:nvPr>
            <p:ph type="title" idx="4294967295"/>
          </p:nvPr>
        </p:nvSpPr>
        <p:spPr/>
        <p:txBody>
          <a:bodyPr/>
          <a:lstStyle/>
          <a:p>
            <a:pPr eaLnBrk="1" hangingPunct="1">
              <a:defRPr/>
            </a:pPr>
            <a:r>
              <a:rPr lang="en-US">
                <a:ea typeface="+mj-ea"/>
                <a:cs typeface="+mj-cs"/>
              </a:rPr>
              <a:t>CRC Cards (cont.)</a:t>
            </a:r>
          </a:p>
        </p:txBody>
      </p:sp>
      <p:sp>
        <p:nvSpPr>
          <p:cNvPr id="285699" name="Rectangle 3">
            <a:extLst>
              <a:ext uri="{FF2B5EF4-FFF2-40B4-BE49-F238E27FC236}">
                <a16:creationId xmlns:a16="http://schemas.microsoft.com/office/drawing/2014/main" id="{F0F2652B-5B6B-2958-FD96-C11F64B69E5F}"/>
              </a:ext>
            </a:extLst>
          </p:cNvPr>
          <p:cNvSpPr>
            <a:spLocks noGrp="1" noChangeArrowheads="1"/>
          </p:cNvSpPr>
          <p:nvPr>
            <p:ph type="body" idx="4294967295"/>
          </p:nvPr>
        </p:nvSpPr>
        <p:spPr/>
        <p:txBody>
          <a:bodyPr anchor="ctr"/>
          <a:lstStyle/>
          <a:p>
            <a:pPr marL="342900" indent="-342900" eaLnBrk="1" hangingPunct="1">
              <a:lnSpc>
                <a:spcPct val="90000"/>
              </a:lnSpc>
              <a:buFont typeface="Wingdings" charset="0"/>
              <a:buNone/>
              <a:defRPr/>
            </a:pPr>
            <a:r>
              <a:rPr lang="en-US" sz="2400" b="1" dirty="0">
                <a:ea typeface="+mn-ea"/>
                <a:cs typeface="+mn-cs"/>
              </a:rPr>
              <a:t>CRC cards are </a:t>
            </a:r>
            <a:r>
              <a:rPr lang="en-US" sz="2400" b="1" i="1" dirty="0">
                <a:solidFill>
                  <a:srgbClr val="7F0101"/>
                </a:solidFill>
                <a:ea typeface="+mn-ea"/>
                <a:cs typeface="+mn-cs"/>
              </a:rPr>
              <a:t>not</a:t>
            </a:r>
            <a:r>
              <a:rPr lang="en-US" sz="2400" b="1" dirty="0">
                <a:ea typeface="+mn-ea"/>
                <a:cs typeface="+mn-cs"/>
              </a:rPr>
              <a:t> a specification of a design.</a:t>
            </a:r>
          </a:p>
          <a:p>
            <a:pPr marL="342900" indent="-342900" eaLnBrk="1" hangingPunct="1">
              <a:lnSpc>
                <a:spcPct val="90000"/>
              </a:lnSpc>
              <a:buFont typeface="Wingdings" charset="0"/>
              <a:buNone/>
              <a:defRPr/>
            </a:pPr>
            <a:endParaRPr lang="en-US" sz="2000" dirty="0">
              <a:ea typeface="+mn-ea"/>
              <a:cs typeface="+mn-cs"/>
            </a:endParaRPr>
          </a:p>
          <a:p>
            <a:pPr marL="342900" indent="-342900" eaLnBrk="1" hangingPunct="1">
              <a:lnSpc>
                <a:spcPct val="90000"/>
              </a:lnSpc>
              <a:buFont typeface="Wingdings" charset="0"/>
              <a:buNone/>
              <a:defRPr/>
            </a:pPr>
            <a:r>
              <a:rPr lang="en-US" sz="2400" dirty="0">
                <a:ea typeface="+mn-ea"/>
                <a:cs typeface="+mn-cs"/>
              </a:rPr>
              <a:t>They are a </a:t>
            </a:r>
            <a:r>
              <a:rPr lang="en-US" sz="2400" i="1" dirty="0">
                <a:solidFill>
                  <a:srgbClr val="0C3A80"/>
                </a:solidFill>
                <a:ea typeface="+mn-ea"/>
                <a:cs typeface="+mn-cs"/>
              </a:rPr>
              <a:t>tool</a:t>
            </a:r>
            <a:r>
              <a:rPr lang="en-US" sz="2400" dirty="0">
                <a:ea typeface="+mn-ea"/>
                <a:cs typeface="+mn-cs"/>
              </a:rPr>
              <a:t> to </a:t>
            </a:r>
            <a:r>
              <a:rPr lang="en-US" sz="2400" i="1" dirty="0">
                <a:solidFill>
                  <a:srgbClr val="7F0101"/>
                </a:solidFill>
                <a:ea typeface="+mn-ea"/>
                <a:cs typeface="+mn-cs"/>
              </a:rPr>
              <a:t>explore</a:t>
            </a:r>
            <a:r>
              <a:rPr lang="en-US" sz="2400" dirty="0">
                <a:ea typeface="+mn-ea"/>
                <a:cs typeface="+mn-cs"/>
              </a:rPr>
              <a:t> possible designs.</a:t>
            </a:r>
          </a:p>
          <a:p>
            <a:pPr marL="742950" lvl="1" eaLnBrk="1" hangingPunct="1">
              <a:lnSpc>
                <a:spcPct val="90000"/>
              </a:lnSpc>
              <a:buFont typeface="Wingdings" charset="0"/>
              <a:buChar char="¨"/>
              <a:defRPr/>
            </a:pPr>
            <a:r>
              <a:rPr lang="en-US" sz="2000" dirty="0">
                <a:ea typeface="+mn-ea"/>
              </a:rPr>
              <a:t>Prepare a CRC card for </a:t>
            </a:r>
            <a:r>
              <a:rPr lang="en-US" sz="2000" i="1" dirty="0">
                <a:solidFill>
                  <a:srgbClr val="7F0101"/>
                </a:solidFill>
                <a:ea typeface="+mn-ea"/>
              </a:rPr>
              <a:t>each candidate class</a:t>
            </a:r>
            <a:endParaRPr lang="en-US" sz="2000" dirty="0">
              <a:ea typeface="+mn-ea"/>
            </a:endParaRPr>
          </a:p>
          <a:p>
            <a:pPr marL="742950" lvl="1" eaLnBrk="1" hangingPunct="1">
              <a:lnSpc>
                <a:spcPct val="90000"/>
              </a:lnSpc>
              <a:buFont typeface="Wingdings" charset="0"/>
              <a:buChar char="¨"/>
              <a:defRPr/>
            </a:pPr>
            <a:r>
              <a:rPr lang="en-US" sz="2000" dirty="0">
                <a:ea typeface="+mn-ea"/>
              </a:rPr>
              <a:t>Get a team of Developers to </a:t>
            </a:r>
            <a:r>
              <a:rPr lang="en-US" sz="2000" i="1" dirty="0">
                <a:solidFill>
                  <a:srgbClr val="7F0101"/>
                </a:solidFill>
                <a:ea typeface="+mn-ea"/>
              </a:rPr>
              <a:t>sit around a table</a:t>
            </a:r>
            <a:r>
              <a:rPr lang="en-US" sz="2000" dirty="0">
                <a:ea typeface="+mn-ea"/>
              </a:rPr>
              <a:t> and distribute the cards to the team</a:t>
            </a:r>
          </a:p>
          <a:p>
            <a:pPr marL="742950" lvl="1" eaLnBrk="1" hangingPunct="1">
              <a:lnSpc>
                <a:spcPct val="90000"/>
              </a:lnSpc>
              <a:buFont typeface="Wingdings" charset="0"/>
              <a:buChar char="¨"/>
              <a:defRPr/>
            </a:pPr>
            <a:r>
              <a:rPr lang="en-US" sz="2000" dirty="0">
                <a:ea typeface="+mn-ea"/>
              </a:rPr>
              <a:t>The team </a:t>
            </a:r>
            <a:r>
              <a:rPr lang="en-US" sz="2000" i="1" u="sng" dirty="0">
                <a:solidFill>
                  <a:srgbClr val="7F0101"/>
                </a:solidFill>
                <a:ea typeface="+mn-ea"/>
              </a:rPr>
              <a:t>walks through scenarios</a:t>
            </a:r>
            <a:r>
              <a:rPr lang="en-US" sz="2000" dirty="0">
                <a:ea typeface="+mn-ea"/>
              </a:rPr>
              <a:t>, playing the roles of instances of the identified (candidate) classes.</a:t>
            </a:r>
          </a:p>
          <a:p>
            <a:pPr marL="342900" indent="-342900" eaLnBrk="1" hangingPunct="1">
              <a:lnSpc>
                <a:spcPct val="90000"/>
              </a:lnSpc>
              <a:buFont typeface="Wingdings" charset="0"/>
              <a:buChar char="n"/>
              <a:defRPr/>
            </a:pPr>
            <a:endParaRPr lang="en-US" sz="2000" dirty="0">
              <a:ea typeface="+mn-ea"/>
              <a:cs typeface="+mn-cs"/>
            </a:endParaRPr>
          </a:p>
          <a:p>
            <a:pPr marL="342900" indent="-342900" eaLnBrk="1" hangingPunct="1">
              <a:lnSpc>
                <a:spcPct val="90000"/>
              </a:lnSpc>
              <a:buFont typeface="Wingdings" charset="0"/>
              <a:buNone/>
              <a:defRPr/>
            </a:pPr>
            <a:r>
              <a:rPr lang="en-US" sz="2400" dirty="0">
                <a:ea typeface="+mn-ea"/>
                <a:cs typeface="+mn-cs"/>
              </a:rPr>
              <a:t>This exercise will uncover:</a:t>
            </a:r>
          </a:p>
          <a:p>
            <a:pPr marL="742950" lvl="1" eaLnBrk="1" hangingPunct="1">
              <a:lnSpc>
                <a:spcPct val="90000"/>
              </a:lnSpc>
              <a:buFont typeface="Wingdings" charset="0"/>
              <a:buChar char="¨"/>
              <a:defRPr/>
            </a:pPr>
            <a:r>
              <a:rPr lang="en-US" sz="2000" i="1" dirty="0">
                <a:solidFill>
                  <a:srgbClr val="7F0101"/>
                </a:solidFill>
                <a:ea typeface="+mn-ea"/>
              </a:rPr>
              <a:t>unneeded</a:t>
            </a:r>
            <a:r>
              <a:rPr lang="en-US" sz="2000" dirty="0">
                <a:ea typeface="+mn-ea"/>
              </a:rPr>
              <a:t> classes and responsibilities, and</a:t>
            </a:r>
          </a:p>
          <a:p>
            <a:pPr marL="742950" lvl="1" eaLnBrk="1" hangingPunct="1">
              <a:lnSpc>
                <a:spcPct val="90000"/>
              </a:lnSpc>
              <a:buFont typeface="Wingdings" charset="0"/>
              <a:buChar char="¨"/>
              <a:defRPr/>
            </a:pPr>
            <a:r>
              <a:rPr lang="en-US" sz="2000" i="1" dirty="0">
                <a:solidFill>
                  <a:srgbClr val="7F0101"/>
                </a:solidFill>
                <a:ea typeface="+mn-ea"/>
              </a:rPr>
              <a:t>missing</a:t>
            </a:r>
            <a:r>
              <a:rPr lang="en-US" sz="2000" dirty="0">
                <a:ea typeface="+mn-ea"/>
              </a:rPr>
              <a:t> classes and responsibilities.</a:t>
            </a:r>
          </a:p>
        </p:txBody>
      </p:sp>
      <p:sp>
        <p:nvSpPr>
          <p:cNvPr id="98308" name="Slide Number Placeholder 1">
            <a:extLst>
              <a:ext uri="{FF2B5EF4-FFF2-40B4-BE49-F238E27FC236}">
                <a16:creationId xmlns:a16="http://schemas.microsoft.com/office/drawing/2014/main" id="{245356D1-B30E-8492-245A-F632DB4C271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A1437E4-1C86-4A3C-8562-C6A23335F83D}" type="slidenum">
              <a:rPr lang="en-AU" altLang="en-US" sz="1400" smtClean="0">
                <a:latin typeface="Times New Roman" panose="02020603050405020304" pitchFamily="18" charset="0"/>
              </a:rPr>
              <a:pPr>
                <a:spcBef>
                  <a:spcPct val="0"/>
                </a:spcBef>
                <a:buSzTx/>
                <a:buFontTx/>
                <a:buNone/>
              </a:pPr>
              <a:t>51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EE0B14D8-8C46-4344-5C10-3E6BD887AAF1}"/>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7731" name="Rectangle 1027">
            <a:extLst>
              <a:ext uri="{FF2B5EF4-FFF2-40B4-BE49-F238E27FC236}">
                <a16:creationId xmlns:a16="http://schemas.microsoft.com/office/drawing/2014/main" id="{197DD642-9277-2DA3-C4A9-601AE0B8611D}"/>
              </a:ext>
            </a:extLst>
          </p:cNvPr>
          <p:cNvSpPr>
            <a:spLocks noGrp="1" noChangeArrowheads="1"/>
          </p:cNvSpPr>
          <p:nvPr>
            <p:ph type="title"/>
          </p:nvPr>
        </p:nvSpPr>
        <p:spPr/>
        <p:txBody>
          <a:bodyPr/>
          <a:lstStyle/>
          <a:p>
            <a:pPr>
              <a:defRPr/>
            </a:pPr>
            <a:r>
              <a:rPr lang="en-US">
                <a:ea typeface="+mj-ea"/>
                <a:cs typeface="+mj-cs"/>
              </a:rPr>
              <a:t>Roadmap</a:t>
            </a:r>
          </a:p>
        </p:txBody>
      </p:sp>
      <p:pic>
        <p:nvPicPr>
          <p:cNvPr id="100356" name="Picture 6" descr="roadmap">
            <a:extLst>
              <a:ext uri="{FF2B5EF4-FFF2-40B4-BE49-F238E27FC236}">
                <a16:creationId xmlns:a16="http://schemas.microsoft.com/office/drawing/2014/main" id="{0A864BF0-7987-3383-807C-6ED4CDF84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7733" name="Rectangle 1029">
            <a:extLst>
              <a:ext uri="{FF2B5EF4-FFF2-40B4-BE49-F238E27FC236}">
                <a16:creationId xmlns:a16="http://schemas.microsoft.com/office/drawing/2014/main" id="{962CDA46-870A-551A-85EA-3A6737992BEE}"/>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Preliminaries</a:t>
            </a:r>
          </a:p>
          <a:p>
            <a:pPr>
              <a:buFont typeface="Wingdings" charset="0"/>
              <a:buChar char="n"/>
              <a:defRPr/>
            </a:pPr>
            <a:r>
              <a:rPr lang="en-US">
                <a:ea typeface="+mn-ea"/>
                <a:cs typeface="+mn-cs"/>
              </a:rPr>
              <a:t>Objects and Classes</a:t>
            </a:r>
          </a:p>
          <a:p>
            <a:pPr lvl="1">
              <a:buFont typeface="Wingdings" charset="0"/>
              <a:buChar char="¨"/>
              <a:defRPr/>
            </a:pPr>
            <a:r>
              <a:rPr lang="en-US">
                <a:ea typeface="+mn-ea"/>
              </a:rPr>
              <a:t>What is Object-Oriented Design?</a:t>
            </a:r>
          </a:p>
          <a:p>
            <a:pPr>
              <a:buFont typeface="Wingdings" charset="0"/>
              <a:buChar char="n"/>
              <a:defRPr/>
            </a:pPr>
            <a:r>
              <a:rPr lang="en-US">
                <a:ea typeface="+mn-ea"/>
                <a:cs typeface="+mn-cs"/>
              </a:rPr>
              <a:t>Finding Classes</a:t>
            </a:r>
          </a:p>
          <a:p>
            <a:pPr lvl="1">
              <a:buFont typeface="Wingdings" charset="0"/>
              <a:buChar char="¨"/>
              <a:defRPr/>
            </a:pPr>
            <a:r>
              <a:rPr lang="en-US">
                <a:ea typeface="+mn-ea"/>
              </a:rPr>
              <a:t>Class Selection Rationale</a:t>
            </a:r>
          </a:p>
          <a:p>
            <a:pPr>
              <a:buFont typeface="Wingdings" charset="0"/>
              <a:buChar char="n"/>
              <a:defRPr/>
            </a:pPr>
            <a:r>
              <a:rPr lang="en-US">
                <a:ea typeface="+mn-ea"/>
                <a:cs typeface="+mn-cs"/>
              </a:rPr>
              <a:t>CRC Cards</a:t>
            </a:r>
          </a:p>
          <a:p>
            <a:pPr>
              <a:buFont typeface="Wingdings" charset="0"/>
              <a:buChar char="n"/>
              <a:defRPr/>
            </a:pPr>
            <a:r>
              <a:rPr lang="en-US" b="1">
                <a:ea typeface="+mn-ea"/>
                <a:cs typeface="+mn-cs"/>
              </a:rPr>
              <a:t>Identifying Responsibilities</a:t>
            </a:r>
            <a:endParaRPr lang="en-US">
              <a:ea typeface="+mn-ea"/>
              <a:cs typeface="+mn-cs"/>
            </a:endParaRPr>
          </a:p>
          <a:p>
            <a:pPr>
              <a:buFont typeface="Wingdings" charset="0"/>
              <a:buChar char="n"/>
              <a:defRPr/>
            </a:pPr>
            <a:r>
              <a:rPr lang="en-US">
                <a:ea typeface="+mn-ea"/>
                <a:cs typeface="+mn-cs"/>
              </a:rPr>
              <a:t>Finding Collaborations</a:t>
            </a:r>
          </a:p>
        </p:txBody>
      </p:sp>
      <p:sp>
        <p:nvSpPr>
          <p:cNvPr id="100358" name="Slide Number Placeholder 1">
            <a:extLst>
              <a:ext uri="{FF2B5EF4-FFF2-40B4-BE49-F238E27FC236}">
                <a16:creationId xmlns:a16="http://schemas.microsoft.com/office/drawing/2014/main" id="{87D047A0-E9CB-B3BD-22B0-83261D45EE3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01D62F3-D98E-41F2-BDF8-829C2A52FEC2}" type="slidenum">
              <a:rPr lang="en-AU" altLang="en-US" sz="1400" smtClean="0">
                <a:latin typeface="Times New Roman" panose="02020603050405020304" pitchFamily="18" charset="0"/>
              </a:rPr>
              <a:pPr>
                <a:spcBef>
                  <a:spcPct val="0"/>
                </a:spcBef>
                <a:buSzTx/>
                <a:buFontTx/>
                <a:buNone/>
              </a:pPr>
              <a:t>52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CF8472F3-6B13-9386-7823-DF87296D5592}"/>
              </a:ext>
            </a:extLst>
          </p:cNvPr>
          <p:cNvSpPr>
            <a:spLocks noGrp="1" noChangeArrowheads="1"/>
          </p:cNvSpPr>
          <p:nvPr>
            <p:ph type="title" idx="4294967295"/>
          </p:nvPr>
        </p:nvSpPr>
        <p:spPr/>
        <p:txBody>
          <a:bodyPr/>
          <a:lstStyle/>
          <a:p>
            <a:pPr eaLnBrk="1" hangingPunct="1">
              <a:defRPr/>
            </a:pPr>
            <a:r>
              <a:rPr lang="en-US">
                <a:ea typeface="+mj-ea"/>
                <a:cs typeface="+mj-cs"/>
              </a:rPr>
              <a:t>Responsibilities</a:t>
            </a:r>
          </a:p>
        </p:txBody>
      </p:sp>
      <p:sp>
        <p:nvSpPr>
          <p:cNvPr id="289795" name="Rectangle 3">
            <a:extLst>
              <a:ext uri="{FF2B5EF4-FFF2-40B4-BE49-F238E27FC236}">
                <a16:creationId xmlns:a16="http://schemas.microsoft.com/office/drawing/2014/main" id="{A5AE79E6-6B76-C0D4-8BA2-3F700DD7AC6E}"/>
              </a:ext>
            </a:extLst>
          </p:cNvPr>
          <p:cNvSpPr>
            <a:spLocks noGrp="1" noChangeArrowheads="1"/>
          </p:cNvSpPr>
          <p:nvPr>
            <p:ph type="body" idx="4294967295"/>
          </p:nvPr>
        </p:nvSpPr>
        <p:spPr/>
        <p:txBody>
          <a:bodyPr anchor="ctr"/>
          <a:lstStyle/>
          <a:p>
            <a:pPr marL="342900" indent="-342900" eaLnBrk="1" hangingPunct="1">
              <a:buFont typeface="Wingdings" charset="0"/>
              <a:buNone/>
              <a:defRPr/>
            </a:pPr>
            <a:r>
              <a:rPr lang="en-US" b="1" i="1" dirty="0">
                <a:ea typeface="+mn-ea"/>
                <a:cs typeface="+mn-cs"/>
              </a:rPr>
              <a:t>What are responsibilities?</a:t>
            </a:r>
            <a:endParaRPr lang="en-US" dirty="0">
              <a:ea typeface="+mn-ea"/>
              <a:cs typeface="+mn-cs"/>
            </a:endParaRPr>
          </a:p>
          <a:p>
            <a:pPr marL="742950" lvl="1" eaLnBrk="1" hangingPunct="1">
              <a:buFont typeface="Wingdings" charset="0"/>
              <a:buChar char="¨"/>
              <a:defRPr/>
            </a:pPr>
            <a:r>
              <a:rPr lang="en-US" dirty="0">
                <a:ea typeface="+mn-ea"/>
              </a:rPr>
              <a:t>the </a:t>
            </a:r>
            <a:r>
              <a:rPr lang="en-US" i="1" dirty="0">
                <a:solidFill>
                  <a:srgbClr val="0C3A80"/>
                </a:solidFill>
                <a:ea typeface="+mn-ea"/>
              </a:rPr>
              <a:t>knowledge </a:t>
            </a:r>
            <a:r>
              <a:rPr lang="en-US" dirty="0">
                <a:ea typeface="+mn-ea"/>
              </a:rPr>
              <a:t>an object maintains and provides,</a:t>
            </a:r>
          </a:p>
          <a:p>
            <a:pPr marL="742950" lvl="1" eaLnBrk="1" hangingPunct="1">
              <a:buFont typeface="Wingdings" charset="0"/>
              <a:buChar char="¨"/>
              <a:defRPr/>
            </a:pPr>
            <a:r>
              <a:rPr lang="en-US" dirty="0">
                <a:ea typeface="+mn-ea"/>
              </a:rPr>
              <a:t>the </a:t>
            </a:r>
            <a:r>
              <a:rPr lang="en-US" i="1" dirty="0">
                <a:solidFill>
                  <a:srgbClr val="0C3A80"/>
                </a:solidFill>
                <a:ea typeface="+mn-ea"/>
              </a:rPr>
              <a:t>actions</a:t>
            </a:r>
            <a:r>
              <a:rPr lang="en-US" dirty="0">
                <a:solidFill>
                  <a:srgbClr val="0C3A80"/>
                </a:solidFill>
                <a:ea typeface="+mn-ea"/>
              </a:rPr>
              <a:t> </a:t>
            </a:r>
            <a:r>
              <a:rPr lang="en-US" dirty="0">
                <a:ea typeface="+mn-ea"/>
              </a:rPr>
              <a:t>it can perform.</a:t>
            </a:r>
          </a:p>
          <a:p>
            <a:pPr marL="342900" indent="-342900" eaLnBrk="1" hangingPunct="1">
              <a:buFont typeface="Wingdings" charset="0"/>
              <a:buNone/>
              <a:defRPr/>
            </a:pPr>
            <a:endParaRPr lang="en-US" sz="1600" dirty="0">
              <a:ea typeface="+mn-ea"/>
              <a:cs typeface="+mn-cs"/>
            </a:endParaRPr>
          </a:p>
          <a:p>
            <a:pPr marL="342900" indent="-342900" eaLnBrk="1" hangingPunct="1">
              <a:buFont typeface="Wingdings" charset="0"/>
              <a:buNone/>
              <a:defRPr/>
            </a:pPr>
            <a:r>
              <a:rPr lang="en-US" u="sng" dirty="0">
                <a:ea typeface="+mn-ea"/>
                <a:cs typeface="+mn-cs"/>
              </a:rPr>
              <a:t>Responsibilities</a:t>
            </a:r>
            <a:r>
              <a:rPr lang="en-US" dirty="0">
                <a:ea typeface="+mn-ea"/>
                <a:cs typeface="+mn-cs"/>
              </a:rPr>
              <a:t> represent the </a:t>
            </a:r>
            <a:r>
              <a:rPr lang="en-US" i="1" dirty="0">
                <a:solidFill>
                  <a:srgbClr val="7F0101"/>
                </a:solidFill>
                <a:ea typeface="+mn-ea"/>
                <a:cs typeface="+mn-cs"/>
              </a:rPr>
              <a:t>public services</a:t>
            </a:r>
            <a:r>
              <a:rPr lang="en-US" dirty="0">
                <a:ea typeface="+mn-ea"/>
                <a:cs typeface="+mn-cs"/>
              </a:rPr>
              <a:t> an object may provide to clients (but not the way in which those services may be implemented)</a:t>
            </a:r>
          </a:p>
          <a:p>
            <a:pPr marL="742950" lvl="1" eaLnBrk="1" hangingPunct="1">
              <a:buFont typeface="Wingdings" charset="0"/>
              <a:buChar char="¨"/>
              <a:defRPr/>
            </a:pPr>
            <a:r>
              <a:rPr lang="en-US" dirty="0">
                <a:ea typeface="+mn-ea"/>
              </a:rPr>
              <a:t>specify </a:t>
            </a:r>
            <a:r>
              <a:rPr lang="en-US" i="1" dirty="0">
                <a:solidFill>
                  <a:srgbClr val="7F0101"/>
                </a:solidFill>
                <a:ea typeface="+mn-ea"/>
              </a:rPr>
              <a:t>what</a:t>
            </a:r>
            <a:r>
              <a:rPr lang="en-US" dirty="0">
                <a:ea typeface="+mn-ea"/>
              </a:rPr>
              <a:t> an object does, not </a:t>
            </a:r>
            <a:r>
              <a:rPr lang="en-US" i="1" dirty="0">
                <a:solidFill>
                  <a:srgbClr val="7F0101"/>
                </a:solidFill>
                <a:ea typeface="+mn-ea"/>
              </a:rPr>
              <a:t>how</a:t>
            </a:r>
            <a:r>
              <a:rPr lang="en-US" dirty="0">
                <a:ea typeface="+mn-ea"/>
              </a:rPr>
              <a:t> it does it.</a:t>
            </a:r>
          </a:p>
          <a:p>
            <a:pPr marL="742950" lvl="1" eaLnBrk="1" hangingPunct="1">
              <a:buFont typeface="Wingdings" charset="0"/>
              <a:buChar char="¨"/>
              <a:defRPr/>
            </a:pPr>
            <a:r>
              <a:rPr lang="en-US" u="sng" dirty="0">
                <a:ea typeface="+mn-ea"/>
              </a:rPr>
              <a:t>Do not describe the interface yet, only </a:t>
            </a:r>
            <a:r>
              <a:rPr lang="en-US" i="1" u="sng" dirty="0">
                <a:solidFill>
                  <a:srgbClr val="7F0101"/>
                </a:solidFill>
                <a:ea typeface="+mn-ea"/>
              </a:rPr>
              <a:t>conceptual responsibilities</a:t>
            </a:r>
            <a:r>
              <a:rPr lang="en-US" i="1" dirty="0">
                <a:ea typeface="+mn-ea"/>
              </a:rPr>
              <a:t>.</a:t>
            </a:r>
            <a:endParaRPr lang="en-US" dirty="0">
              <a:ea typeface="+mn-ea"/>
            </a:endParaRPr>
          </a:p>
        </p:txBody>
      </p:sp>
      <p:sp>
        <p:nvSpPr>
          <p:cNvPr id="102404" name="Slide Number Placeholder 1">
            <a:extLst>
              <a:ext uri="{FF2B5EF4-FFF2-40B4-BE49-F238E27FC236}">
                <a16:creationId xmlns:a16="http://schemas.microsoft.com/office/drawing/2014/main" id="{D1D69294-F6EE-0B83-A86B-B652E601D22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C6D64A8-4980-42AB-9E59-4F220B138F1D}" type="slidenum">
              <a:rPr lang="en-AU" altLang="en-US" sz="1400" smtClean="0">
                <a:latin typeface="Times New Roman" panose="02020603050405020304" pitchFamily="18" charset="0"/>
              </a:rPr>
              <a:pPr>
                <a:spcBef>
                  <a:spcPct val="0"/>
                </a:spcBef>
                <a:buSzTx/>
                <a:buFontTx/>
                <a:buNone/>
              </a:pPr>
              <a:t>53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a:extLst>
              <a:ext uri="{FF2B5EF4-FFF2-40B4-BE49-F238E27FC236}">
                <a16:creationId xmlns:a16="http://schemas.microsoft.com/office/drawing/2014/main" id="{966331E0-CE3B-DD02-8A84-E5016383B637}"/>
              </a:ext>
            </a:extLst>
          </p:cNvPr>
          <p:cNvSpPr>
            <a:spLocks noGrp="1" noChangeArrowheads="1"/>
          </p:cNvSpPr>
          <p:nvPr>
            <p:ph type="title" idx="4294967295"/>
          </p:nvPr>
        </p:nvSpPr>
        <p:spPr/>
        <p:txBody>
          <a:bodyPr/>
          <a:lstStyle/>
          <a:p>
            <a:pPr eaLnBrk="1" hangingPunct="1">
              <a:defRPr/>
            </a:pPr>
            <a:r>
              <a:rPr lang="en-US">
                <a:ea typeface="+mj-ea"/>
                <a:cs typeface="+mj-cs"/>
              </a:rPr>
              <a:t>Identifying Responsibilities</a:t>
            </a:r>
          </a:p>
        </p:txBody>
      </p:sp>
      <p:sp>
        <p:nvSpPr>
          <p:cNvPr id="291843" name="Rectangle 3">
            <a:extLst>
              <a:ext uri="{FF2B5EF4-FFF2-40B4-BE49-F238E27FC236}">
                <a16:creationId xmlns:a16="http://schemas.microsoft.com/office/drawing/2014/main" id="{13C2F837-8AA4-676E-F5D2-9AA09AE231CD}"/>
              </a:ext>
            </a:extLst>
          </p:cNvPr>
          <p:cNvSpPr>
            <a:spLocks noGrp="1" noChangeArrowheads="1"/>
          </p:cNvSpPr>
          <p:nvPr>
            <p:ph type="body" idx="4294967295"/>
          </p:nvPr>
        </p:nvSpPr>
        <p:spPr/>
        <p:txBody>
          <a:bodyPr anchor="ctr"/>
          <a:lstStyle/>
          <a:p>
            <a:pPr marL="342900" indent="-342900" eaLnBrk="1" hangingPunct="1">
              <a:buFont typeface="Wingdings" charset="0"/>
              <a:buChar char="n"/>
              <a:defRPr/>
            </a:pPr>
            <a:r>
              <a:rPr lang="en-US" dirty="0">
                <a:ea typeface="+mn-ea"/>
                <a:cs typeface="+mn-cs"/>
              </a:rPr>
              <a:t>Study the requirements specification:</a:t>
            </a:r>
          </a:p>
          <a:p>
            <a:pPr marL="742950" lvl="1" eaLnBrk="1" hangingPunct="1">
              <a:buFont typeface="Wingdings" charset="0"/>
              <a:buChar char="¨"/>
              <a:defRPr/>
            </a:pPr>
            <a:r>
              <a:rPr lang="en-US" dirty="0">
                <a:ea typeface="+mn-ea"/>
              </a:rPr>
              <a:t>highlight </a:t>
            </a:r>
            <a:r>
              <a:rPr lang="en-US" i="1" dirty="0">
                <a:solidFill>
                  <a:srgbClr val="7F0101"/>
                </a:solidFill>
                <a:ea typeface="+mn-ea"/>
              </a:rPr>
              <a:t>verbs</a:t>
            </a:r>
            <a:r>
              <a:rPr lang="en-US" dirty="0">
                <a:ea typeface="+mn-ea"/>
              </a:rPr>
              <a:t> and determine which represent responsibilities</a:t>
            </a:r>
          </a:p>
          <a:p>
            <a:pPr marL="742950" lvl="1" eaLnBrk="1" hangingPunct="1">
              <a:buFont typeface="Wingdings" charset="0"/>
              <a:buChar char="¨"/>
              <a:defRPr/>
            </a:pPr>
            <a:r>
              <a:rPr lang="en-US" dirty="0">
                <a:ea typeface="+mn-ea"/>
              </a:rPr>
              <a:t>perform a </a:t>
            </a:r>
            <a:r>
              <a:rPr lang="en-US" i="1" dirty="0">
                <a:solidFill>
                  <a:srgbClr val="7F0101"/>
                </a:solidFill>
                <a:ea typeface="+mn-ea"/>
              </a:rPr>
              <a:t>walk-though</a:t>
            </a:r>
            <a:r>
              <a:rPr lang="en-US" dirty="0">
                <a:ea typeface="+mn-ea"/>
              </a:rPr>
              <a:t> of the system</a:t>
            </a:r>
          </a:p>
          <a:p>
            <a:pPr marL="1143000" lvl="2" eaLnBrk="1" hangingPunct="1">
              <a:buFont typeface="Wingdings" charset="0"/>
              <a:buChar char="¨"/>
              <a:defRPr/>
            </a:pPr>
            <a:r>
              <a:rPr lang="en-US" dirty="0">
                <a:ea typeface="+mn-ea"/>
              </a:rPr>
              <a:t>explore as many </a:t>
            </a:r>
            <a:r>
              <a:rPr lang="en-US" dirty="0">
                <a:solidFill>
                  <a:srgbClr val="0C3A80"/>
                </a:solidFill>
                <a:ea typeface="+mn-ea"/>
              </a:rPr>
              <a:t>scenarios</a:t>
            </a:r>
            <a:r>
              <a:rPr lang="en-US" dirty="0">
                <a:ea typeface="+mn-ea"/>
              </a:rPr>
              <a:t> as possible</a:t>
            </a:r>
          </a:p>
          <a:p>
            <a:pPr marL="1143000" lvl="2" eaLnBrk="1" hangingPunct="1">
              <a:buFont typeface="Wingdings" charset="0"/>
              <a:buChar char="¨"/>
              <a:defRPr/>
            </a:pPr>
            <a:r>
              <a:rPr lang="en-US" dirty="0">
                <a:ea typeface="+mn-ea"/>
              </a:rPr>
              <a:t>identify </a:t>
            </a:r>
            <a:r>
              <a:rPr lang="en-US" i="1" dirty="0">
                <a:solidFill>
                  <a:srgbClr val="0C3A80"/>
                </a:solidFill>
                <a:ea typeface="+mn-ea"/>
              </a:rPr>
              <a:t>actions resulting from input</a:t>
            </a:r>
            <a:r>
              <a:rPr lang="en-US" dirty="0">
                <a:ea typeface="+mn-ea"/>
              </a:rPr>
              <a:t> to the system</a:t>
            </a:r>
          </a:p>
          <a:p>
            <a:pPr marL="342900" indent="-342900" eaLnBrk="1" hangingPunct="1">
              <a:buFont typeface="Wingdings" charset="0"/>
              <a:buNone/>
              <a:defRPr/>
            </a:pPr>
            <a:endParaRPr lang="en-US" sz="1600" dirty="0">
              <a:ea typeface="+mn-ea"/>
              <a:cs typeface="+mn-cs"/>
            </a:endParaRPr>
          </a:p>
          <a:p>
            <a:pPr marL="342900" indent="-342900" eaLnBrk="1" hangingPunct="1">
              <a:buFont typeface="Wingdings" charset="0"/>
              <a:buChar char="n"/>
              <a:defRPr/>
            </a:pPr>
            <a:r>
              <a:rPr lang="en-US" dirty="0">
                <a:ea typeface="+mn-ea"/>
                <a:cs typeface="+mn-cs"/>
              </a:rPr>
              <a:t>Study the candidate classes:</a:t>
            </a:r>
          </a:p>
          <a:p>
            <a:pPr marL="742950" lvl="1" eaLnBrk="1" hangingPunct="1">
              <a:buFont typeface="Wingdings" charset="0"/>
              <a:buChar char="¨"/>
              <a:defRPr/>
            </a:pPr>
            <a:r>
              <a:rPr lang="en-US" dirty="0">
                <a:ea typeface="+mn-ea"/>
              </a:rPr>
              <a:t>class names </a:t>
            </a:r>
            <a:r>
              <a:rPr lang="en-US" dirty="0">
                <a:ea typeface="+mn-ea"/>
                <a:sym typeface="Symbol" charset="0"/>
              </a:rPr>
              <a:t></a:t>
            </a:r>
            <a:r>
              <a:rPr lang="en-US" dirty="0">
                <a:ea typeface="+mn-ea"/>
              </a:rPr>
              <a:t> </a:t>
            </a:r>
            <a:r>
              <a:rPr lang="en-US" u="sng" dirty="0">
                <a:ea typeface="+mn-ea"/>
              </a:rPr>
              <a:t>roles</a:t>
            </a:r>
            <a:r>
              <a:rPr lang="en-US" dirty="0">
                <a:ea typeface="+mn-ea"/>
              </a:rPr>
              <a:t> </a:t>
            </a:r>
            <a:r>
              <a:rPr lang="en-US" dirty="0">
                <a:ea typeface="+mn-ea"/>
                <a:sym typeface="Symbol" charset="0"/>
              </a:rPr>
              <a:t></a:t>
            </a:r>
            <a:r>
              <a:rPr lang="en-US" dirty="0">
                <a:ea typeface="+mn-ea"/>
              </a:rPr>
              <a:t> </a:t>
            </a:r>
            <a:r>
              <a:rPr lang="en-US" u="sng" dirty="0">
                <a:ea typeface="+mn-ea"/>
              </a:rPr>
              <a:t>responsibilities</a:t>
            </a:r>
          </a:p>
          <a:p>
            <a:pPr marL="742950" lvl="1" eaLnBrk="1" hangingPunct="1">
              <a:buFont typeface="Wingdings" charset="0"/>
              <a:buChar char="¨"/>
              <a:defRPr/>
            </a:pPr>
            <a:r>
              <a:rPr lang="en-US" dirty="0">
                <a:ea typeface="+mn-ea"/>
              </a:rPr>
              <a:t>recorded purposes on class cards </a:t>
            </a:r>
            <a:r>
              <a:rPr lang="en-US" dirty="0">
                <a:ea typeface="+mn-ea"/>
                <a:sym typeface="Symbol" charset="0"/>
              </a:rPr>
              <a:t></a:t>
            </a:r>
            <a:r>
              <a:rPr lang="en-US" dirty="0">
                <a:ea typeface="+mn-ea"/>
              </a:rPr>
              <a:t> responsibilities</a:t>
            </a:r>
          </a:p>
        </p:txBody>
      </p:sp>
      <p:sp>
        <p:nvSpPr>
          <p:cNvPr id="104452" name="Slide Number Placeholder 1">
            <a:extLst>
              <a:ext uri="{FF2B5EF4-FFF2-40B4-BE49-F238E27FC236}">
                <a16:creationId xmlns:a16="http://schemas.microsoft.com/office/drawing/2014/main" id="{F0A62115-7537-1235-F3A3-AB44C793F22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0736649-A274-4D37-B01B-939A59295EF3}" type="slidenum">
              <a:rPr lang="en-AU" altLang="en-US" sz="1400" smtClean="0">
                <a:latin typeface="Times New Roman" panose="02020603050405020304" pitchFamily="18" charset="0"/>
              </a:rPr>
              <a:pPr>
                <a:spcBef>
                  <a:spcPct val="0"/>
                </a:spcBef>
                <a:buSzTx/>
                <a:buFontTx/>
                <a:buNone/>
              </a:pPr>
              <a:t>54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1028">
            <a:extLst>
              <a:ext uri="{FF2B5EF4-FFF2-40B4-BE49-F238E27FC236}">
                <a16:creationId xmlns:a16="http://schemas.microsoft.com/office/drawing/2014/main" id="{801151B2-3B7C-A396-7422-4E72FB7956F3}"/>
              </a:ext>
            </a:extLst>
          </p:cNvPr>
          <p:cNvSpPr>
            <a:spLocks noGrp="1" noChangeArrowheads="1"/>
          </p:cNvSpPr>
          <p:nvPr>
            <p:ph type="title" idx="4294967295"/>
          </p:nvPr>
        </p:nvSpPr>
        <p:spPr/>
        <p:txBody>
          <a:bodyPr/>
          <a:lstStyle/>
          <a:p>
            <a:pPr eaLnBrk="1" hangingPunct="1">
              <a:defRPr/>
            </a:pPr>
            <a:r>
              <a:rPr lang="en-US">
                <a:ea typeface="+mj-ea"/>
                <a:cs typeface="+mj-cs"/>
              </a:rPr>
              <a:t>How to assign responsibility?</a:t>
            </a:r>
          </a:p>
        </p:txBody>
      </p:sp>
      <p:sp>
        <p:nvSpPr>
          <p:cNvPr id="106499" name="Rectangle 1029">
            <a:extLst>
              <a:ext uri="{FF2B5EF4-FFF2-40B4-BE49-F238E27FC236}">
                <a16:creationId xmlns:a16="http://schemas.microsoft.com/office/drawing/2014/main" id="{60C4F34D-90F1-B15A-60D9-5927A4B59D1A}"/>
              </a:ext>
            </a:extLst>
          </p:cNvPr>
          <p:cNvSpPr>
            <a:spLocks noGrp="1" noChangeArrowheads="1"/>
          </p:cNvSpPr>
          <p:nvPr>
            <p:ph type="body" idx="4294967295"/>
          </p:nvPr>
        </p:nvSpPr>
        <p:spPr>
          <a:xfrm>
            <a:off x="1079500" y="1143000"/>
            <a:ext cx="7543800" cy="4267200"/>
          </a:xfrm>
        </p:spPr>
        <p:txBody>
          <a:bodyPr anchor="ctr"/>
          <a:lstStyle/>
          <a:p>
            <a:pPr marL="419100" indent="-419100" eaLnBrk="1" hangingPunct="1">
              <a:buFont typeface="Wingdings" panose="05000000000000000000" pitchFamily="2" charset="2"/>
              <a:buNone/>
            </a:pPr>
            <a:r>
              <a:rPr lang="en-US" altLang="en-US" b="1"/>
              <a:t>Pelrine’s Laws:</a:t>
            </a:r>
            <a:endParaRPr lang="en-US" altLang="en-US"/>
          </a:p>
          <a:p>
            <a:pPr marL="419100" indent="-419100" eaLnBrk="1" hangingPunct="1">
              <a:buFont typeface="Wingdings" panose="05000000000000000000" pitchFamily="2" charset="2"/>
              <a:buChar char="F"/>
            </a:pPr>
            <a:r>
              <a:rPr lang="en-US" altLang="en-US" i="1"/>
              <a:t>“Don't do anything you can push off to someone else.”</a:t>
            </a:r>
          </a:p>
          <a:p>
            <a:pPr marL="419100" indent="-419100" eaLnBrk="1" hangingPunct="1">
              <a:buFont typeface="Wingdings" panose="05000000000000000000" pitchFamily="2" charset="2"/>
              <a:buChar char="F"/>
            </a:pPr>
            <a:r>
              <a:rPr lang="en-US" altLang="en-US" i="1"/>
              <a:t>“Don't let anyone else play with you.”</a:t>
            </a:r>
            <a:endParaRPr lang="en-US" altLang="en-US"/>
          </a:p>
        </p:txBody>
      </p:sp>
      <p:sp>
        <p:nvSpPr>
          <p:cNvPr id="106500" name="Slide Number Placeholder 1">
            <a:extLst>
              <a:ext uri="{FF2B5EF4-FFF2-40B4-BE49-F238E27FC236}">
                <a16:creationId xmlns:a16="http://schemas.microsoft.com/office/drawing/2014/main" id="{9CFA4B5A-35CB-CDD0-B9AC-04DCD7F6F5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70BD9A2-6875-421D-8C58-77677DA5084E}" type="slidenum">
              <a:rPr lang="en-AU" altLang="en-US" sz="1400" smtClean="0">
                <a:latin typeface="Times New Roman" panose="02020603050405020304" pitchFamily="18" charset="0"/>
              </a:rPr>
              <a:pPr>
                <a:spcBef>
                  <a:spcPct val="0"/>
                </a:spcBef>
                <a:buSzTx/>
                <a:buFontTx/>
                <a:buNone/>
              </a:pPr>
              <a:t>55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a:extLst>
              <a:ext uri="{FF2B5EF4-FFF2-40B4-BE49-F238E27FC236}">
                <a16:creationId xmlns:a16="http://schemas.microsoft.com/office/drawing/2014/main" id="{ECE20F79-7E03-9E8D-FA48-6E562B53DB7B}"/>
              </a:ext>
            </a:extLst>
          </p:cNvPr>
          <p:cNvSpPr>
            <a:spLocks noGrp="1" noChangeArrowheads="1"/>
          </p:cNvSpPr>
          <p:nvPr>
            <p:ph type="title" idx="4294967295"/>
          </p:nvPr>
        </p:nvSpPr>
        <p:spPr/>
        <p:txBody>
          <a:bodyPr/>
          <a:lstStyle/>
          <a:p>
            <a:pPr eaLnBrk="1" hangingPunct="1">
              <a:defRPr/>
            </a:pPr>
            <a:r>
              <a:rPr lang="en-US">
                <a:ea typeface="+mj-ea"/>
                <a:cs typeface="+mj-cs"/>
              </a:rPr>
              <a:t>Assigning Responsibilities</a:t>
            </a:r>
          </a:p>
        </p:txBody>
      </p:sp>
      <p:sp>
        <p:nvSpPr>
          <p:cNvPr id="108547" name="Rectangle 3">
            <a:extLst>
              <a:ext uri="{FF2B5EF4-FFF2-40B4-BE49-F238E27FC236}">
                <a16:creationId xmlns:a16="http://schemas.microsoft.com/office/drawing/2014/main" id="{7F5C48AD-D379-AF43-13BA-2D17C104864D}"/>
              </a:ext>
            </a:extLst>
          </p:cNvPr>
          <p:cNvSpPr>
            <a:spLocks noGrp="1" noChangeArrowheads="1"/>
          </p:cNvSpPr>
          <p:nvPr>
            <p:ph type="body" idx="4294967295"/>
          </p:nvPr>
        </p:nvSpPr>
        <p:spPr/>
        <p:txBody>
          <a:bodyPr anchor="ctr"/>
          <a:lstStyle/>
          <a:p>
            <a:pPr marL="419100" indent="-419100" eaLnBrk="1" hangingPunct="1">
              <a:lnSpc>
                <a:spcPct val="80000"/>
              </a:lnSpc>
            </a:pPr>
            <a:r>
              <a:rPr lang="en-US" altLang="en-US" i="1"/>
              <a:t> </a:t>
            </a:r>
            <a:r>
              <a:rPr lang="en-US" altLang="en-US" i="1">
                <a:solidFill>
                  <a:srgbClr val="7F0101"/>
                </a:solidFill>
              </a:rPr>
              <a:t>Evenly distribute</a:t>
            </a:r>
            <a:r>
              <a:rPr lang="en-US" altLang="en-US"/>
              <a:t> system intelligence</a:t>
            </a:r>
          </a:p>
          <a:p>
            <a:pPr marL="838200" lvl="1" indent="-381000" eaLnBrk="1" hangingPunct="1">
              <a:lnSpc>
                <a:spcPct val="80000"/>
              </a:lnSpc>
            </a:pPr>
            <a:r>
              <a:rPr lang="en-US" altLang="en-US"/>
              <a:t>avoid procedural centralization of responsibilities</a:t>
            </a:r>
          </a:p>
          <a:p>
            <a:pPr marL="838200" lvl="1" indent="-381000" eaLnBrk="1" hangingPunct="1">
              <a:lnSpc>
                <a:spcPct val="80000"/>
              </a:lnSpc>
            </a:pPr>
            <a:r>
              <a:rPr lang="en-US" altLang="en-US"/>
              <a:t>keep responsibilities close to objects rather than their clients</a:t>
            </a:r>
          </a:p>
          <a:p>
            <a:pPr marL="838200" lvl="1" indent="-381000" eaLnBrk="1" hangingPunct="1">
              <a:lnSpc>
                <a:spcPct val="80000"/>
              </a:lnSpc>
              <a:buFont typeface="Wingdings" panose="05000000000000000000" pitchFamily="2" charset="2"/>
              <a:buChar char="F"/>
            </a:pPr>
            <a:r>
              <a:rPr lang="en-US" altLang="en-US" i="1">
                <a:solidFill>
                  <a:srgbClr val="0C3A80"/>
                </a:solidFill>
              </a:rPr>
              <a:t>Note: this is not always possible</a:t>
            </a:r>
            <a:r>
              <a:rPr lang="en-US" altLang="en-US" i="1"/>
              <a:t> (or even desirable)!</a:t>
            </a:r>
          </a:p>
          <a:p>
            <a:pPr marL="419100" indent="-419100" eaLnBrk="1" hangingPunct="1">
              <a:lnSpc>
                <a:spcPct val="80000"/>
              </a:lnSpc>
              <a:buFont typeface="Wingdings" panose="05000000000000000000" pitchFamily="2" charset="2"/>
              <a:buNone/>
            </a:pPr>
            <a:endParaRPr lang="en-US" altLang="en-US" sz="1600"/>
          </a:p>
          <a:p>
            <a:pPr marL="419100" indent="-419100" eaLnBrk="1" hangingPunct="1">
              <a:lnSpc>
                <a:spcPct val="80000"/>
              </a:lnSpc>
            </a:pPr>
            <a:r>
              <a:rPr lang="en-US" altLang="en-US"/>
              <a:t> State responsibilities as </a:t>
            </a:r>
            <a:r>
              <a:rPr lang="en-US" altLang="en-US" i="1">
                <a:solidFill>
                  <a:srgbClr val="7F0101"/>
                </a:solidFill>
              </a:rPr>
              <a:t>generally</a:t>
            </a:r>
            <a:r>
              <a:rPr lang="en-US" altLang="en-US"/>
              <a:t> as possible</a:t>
            </a:r>
          </a:p>
          <a:p>
            <a:pPr marL="838200" lvl="1" indent="-381000" eaLnBrk="1" hangingPunct="1">
              <a:lnSpc>
                <a:spcPct val="80000"/>
              </a:lnSpc>
            </a:pPr>
            <a:r>
              <a:rPr lang="en-US" altLang="en-US"/>
              <a:t>“draw yourself” vs. “draw a line/rectangle etc.”</a:t>
            </a:r>
          </a:p>
          <a:p>
            <a:pPr marL="838200" lvl="1" indent="-381000" eaLnBrk="1" hangingPunct="1">
              <a:lnSpc>
                <a:spcPct val="80000"/>
              </a:lnSpc>
            </a:pPr>
            <a:r>
              <a:rPr lang="en-US" altLang="en-US"/>
              <a:t>leads to sharing</a:t>
            </a:r>
          </a:p>
          <a:p>
            <a:pPr marL="419100" indent="-419100" eaLnBrk="1" hangingPunct="1">
              <a:lnSpc>
                <a:spcPct val="80000"/>
              </a:lnSpc>
              <a:buFont typeface="Wingdings" panose="05000000000000000000" pitchFamily="2" charset="2"/>
              <a:buNone/>
            </a:pPr>
            <a:endParaRPr lang="en-US" altLang="en-US" sz="1600"/>
          </a:p>
          <a:p>
            <a:pPr marL="419100" indent="-419100" eaLnBrk="1" hangingPunct="1">
              <a:lnSpc>
                <a:spcPct val="80000"/>
              </a:lnSpc>
            </a:pPr>
            <a:r>
              <a:rPr lang="en-US" altLang="en-US"/>
              <a:t> Keep </a:t>
            </a:r>
            <a:r>
              <a:rPr lang="en-US" altLang="en-US" i="1">
                <a:solidFill>
                  <a:srgbClr val="7F0101"/>
                </a:solidFill>
              </a:rPr>
              <a:t>behavior</a:t>
            </a:r>
            <a:r>
              <a:rPr lang="en-US" altLang="en-US"/>
              <a:t> together with any </a:t>
            </a:r>
            <a:r>
              <a:rPr lang="en-US" altLang="en-US" i="1">
                <a:solidFill>
                  <a:srgbClr val="7F0101"/>
                </a:solidFill>
              </a:rPr>
              <a:t>related information</a:t>
            </a:r>
          </a:p>
          <a:p>
            <a:pPr marL="838200" lvl="1" indent="-381000" eaLnBrk="1" hangingPunct="1">
              <a:lnSpc>
                <a:spcPct val="80000"/>
              </a:lnSpc>
            </a:pPr>
            <a:r>
              <a:rPr lang="en-US" altLang="en-US"/>
              <a:t>principle of </a:t>
            </a:r>
            <a:r>
              <a:rPr lang="en-US" altLang="en-US" i="1">
                <a:solidFill>
                  <a:srgbClr val="0C3A80"/>
                </a:solidFill>
              </a:rPr>
              <a:t>encapsulation</a:t>
            </a:r>
            <a:r>
              <a:rPr lang="en-US" altLang="en-US"/>
              <a:t>.</a:t>
            </a:r>
          </a:p>
        </p:txBody>
      </p:sp>
      <p:sp>
        <p:nvSpPr>
          <p:cNvPr id="108548" name="Slide Number Placeholder 1">
            <a:extLst>
              <a:ext uri="{FF2B5EF4-FFF2-40B4-BE49-F238E27FC236}">
                <a16:creationId xmlns:a16="http://schemas.microsoft.com/office/drawing/2014/main" id="{9B8EA284-BA72-CF09-AAE2-C5261E448AF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92F4581-7B4B-4ACA-8CD3-901B5F4B3BB4}" type="slidenum">
              <a:rPr lang="en-AU" altLang="en-US" sz="1400" smtClean="0">
                <a:latin typeface="Times New Roman" panose="02020603050405020304" pitchFamily="18" charset="0"/>
              </a:rPr>
              <a:pPr>
                <a:spcBef>
                  <a:spcPct val="0"/>
                </a:spcBef>
                <a:buSzTx/>
                <a:buFontTx/>
                <a:buNone/>
              </a:pPr>
              <a:t>56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a:extLst>
              <a:ext uri="{FF2B5EF4-FFF2-40B4-BE49-F238E27FC236}">
                <a16:creationId xmlns:a16="http://schemas.microsoft.com/office/drawing/2014/main" id="{2E752CFE-CA1F-26FA-B86D-EE73BA765602}"/>
              </a:ext>
            </a:extLst>
          </p:cNvPr>
          <p:cNvSpPr>
            <a:spLocks noGrp="1" noChangeArrowheads="1"/>
          </p:cNvSpPr>
          <p:nvPr>
            <p:ph type="title" idx="4294967295"/>
          </p:nvPr>
        </p:nvSpPr>
        <p:spPr/>
        <p:txBody>
          <a:bodyPr/>
          <a:lstStyle/>
          <a:p>
            <a:pPr eaLnBrk="1" hangingPunct="1">
              <a:defRPr/>
            </a:pPr>
            <a:r>
              <a:rPr lang="en-US">
                <a:ea typeface="+mj-ea"/>
                <a:cs typeface="+mj-cs"/>
              </a:rPr>
              <a:t>Assigning Responsibilities (cont.)</a:t>
            </a:r>
          </a:p>
        </p:txBody>
      </p:sp>
      <p:sp>
        <p:nvSpPr>
          <p:cNvPr id="297987" name="Rectangle 3">
            <a:extLst>
              <a:ext uri="{FF2B5EF4-FFF2-40B4-BE49-F238E27FC236}">
                <a16:creationId xmlns:a16="http://schemas.microsoft.com/office/drawing/2014/main" id="{7D5BDC75-D590-D68B-362A-D111558F2DF1}"/>
              </a:ext>
            </a:extLst>
          </p:cNvPr>
          <p:cNvSpPr>
            <a:spLocks noGrp="1" noChangeArrowheads="1"/>
          </p:cNvSpPr>
          <p:nvPr>
            <p:ph type="body" idx="4294967295"/>
          </p:nvPr>
        </p:nvSpPr>
        <p:spPr/>
        <p:txBody>
          <a:bodyPr anchor="ctr"/>
          <a:lstStyle/>
          <a:p>
            <a:pPr marL="290513" indent="-290513" eaLnBrk="1" hangingPunct="1">
              <a:defRPr/>
            </a:pPr>
            <a:r>
              <a:rPr lang="en-US" dirty="0"/>
              <a:t> Keep information about one thing in </a:t>
            </a:r>
            <a:r>
              <a:rPr lang="en-US" i="1" dirty="0">
                <a:solidFill>
                  <a:srgbClr val="7F0101"/>
                </a:solidFill>
              </a:rPr>
              <a:t>one place</a:t>
            </a:r>
            <a:endParaRPr lang="en-US" dirty="0"/>
          </a:p>
          <a:p>
            <a:pPr marL="911225" lvl="1" indent="-344488" eaLnBrk="1" hangingPunct="1">
              <a:defRPr/>
            </a:pPr>
            <a:r>
              <a:rPr lang="en-US" dirty="0"/>
              <a:t>if multiple objects need access to the same information</a:t>
            </a:r>
          </a:p>
          <a:p>
            <a:pPr marL="1431925" lvl="2" indent="-330200" eaLnBrk="1" hangingPunct="1">
              <a:buFont typeface="Times" pitchFamily="-84" charset="0"/>
              <a:buAutoNum type="arabicPeriod"/>
              <a:defRPr/>
            </a:pPr>
            <a:r>
              <a:rPr lang="en-US" dirty="0"/>
              <a:t>a new object may be introduced to manage the information, or</a:t>
            </a:r>
          </a:p>
          <a:p>
            <a:pPr marL="1431925" lvl="2" indent="-330200" eaLnBrk="1" hangingPunct="1">
              <a:buFont typeface="Times" pitchFamily="-84" charset="0"/>
              <a:buAutoNum type="arabicPeriod"/>
              <a:defRPr/>
            </a:pPr>
            <a:r>
              <a:rPr lang="en-US" dirty="0"/>
              <a:t>one object may be an obvious candidate, or</a:t>
            </a:r>
          </a:p>
          <a:p>
            <a:pPr marL="1431925" lvl="2" indent="-330200" eaLnBrk="1" hangingPunct="1">
              <a:buFont typeface="Times" pitchFamily="-84" charset="0"/>
              <a:buAutoNum type="arabicPeriod"/>
              <a:defRPr/>
            </a:pPr>
            <a:r>
              <a:rPr lang="en-US" dirty="0"/>
              <a:t>the multiple objects may need to be collapsed into a single one</a:t>
            </a:r>
          </a:p>
          <a:p>
            <a:pPr marL="290513" indent="-290513" eaLnBrk="1" hangingPunct="1">
              <a:defRPr/>
            </a:pPr>
            <a:r>
              <a:rPr lang="en-US" i="1" dirty="0"/>
              <a:t> </a:t>
            </a:r>
            <a:r>
              <a:rPr lang="en-US" i="1" dirty="0">
                <a:solidFill>
                  <a:srgbClr val="7F0101"/>
                </a:solidFill>
              </a:rPr>
              <a:t>Share</a:t>
            </a:r>
            <a:r>
              <a:rPr lang="en-US" dirty="0"/>
              <a:t> responsibilities among related objects</a:t>
            </a:r>
          </a:p>
          <a:p>
            <a:pPr marL="911225" lvl="1" indent="-344488" eaLnBrk="1" hangingPunct="1">
              <a:defRPr/>
            </a:pPr>
            <a:r>
              <a:rPr lang="en-US" dirty="0"/>
              <a:t>break down complex responsibilities</a:t>
            </a:r>
          </a:p>
          <a:p>
            <a:pPr marL="290513" indent="-290513" eaLnBrk="1" hangingPunct="1">
              <a:defRPr/>
            </a:pPr>
            <a:r>
              <a:rPr lang="en-US" dirty="0"/>
              <a:t>Maintaining information is a responsibility</a:t>
            </a:r>
          </a:p>
          <a:p>
            <a:pPr marL="766763" lvl="1" indent="-290513" eaLnBrk="1" hangingPunct="1">
              <a:defRPr/>
            </a:pPr>
            <a:r>
              <a:rPr lang="en-US" dirty="0"/>
              <a:t>But: avoid </a:t>
            </a:r>
            <a:r>
              <a:rPr lang="en-US" altLang="en-US" dirty="0"/>
              <a:t>“</a:t>
            </a:r>
            <a:r>
              <a:rPr lang="en-US" dirty="0"/>
              <a:t>data-holder</a:t>
            </a:r>
            <a:r>
              <a:rPr lang="en-US" altLang="en-US" dirty="0"/>
              <a:t>”</a:t>
            </a:r>
            <a:r>
              <a:rPr lang="en-US" dirty="0"/>
              <a:t> only classes!</a:t>
            </a:r>
          </a:p>
          <a:p>
            <a:pPr marL="290513" indent="-290513" eaLnBrk="1" hangingPunct="1">
              <a:defRPr/>
            </a:pPr>
            <a:r>
              <a:rPr lang="en-US" dirty="0"/>
              <a:t>E.g., Drawing Editor, Drawing, Drawing Element</a:t>
            </a:r>
          </a:p>
        </p:txBody>
      </p:sp>
      <p:sp>
        <p:nvSpPr>
          <p:cNvPr id="110596" name="Slide Number Placeholder 1">
            <a:extLst>
              <a:ext uri="{FF2B5EF4-FFF2-40B4-BE49-F238E27FC236}">
                <a16:creationId xmlns:a16="http://schemas.microsoft.com/office/drawing/2014/main" id="{61477ABE-665F-EB79-1344-FB9903D7CF4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337686F-8A3E-41DA-B809-4721101C37EE}" type="slidenum">
              <a:rPr lang="en-AU" altLang="en-US" sz="1400" smtClean="0">
                <a:latin typeface="Times New Roman" panose="02020603050405020304" pitchFamily="18" charset="0"/>
              </a:rPr>
              <a:pPr>
                <a:spcBef>
                  <a:spcPct val="0"/>
                </a:spcBef>
                <a:buSzTx/>
                <a:buFontTx/>
                <a:buNone/>
              </a:pPr>
              <a:t>57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a:extLst>
              <a:ext uri="{FF2B5EF4-FFF2-40B4-BE49-F238E27FC236}">
                <a16:creationId xmlns:a16="http://schemas.microsoft.com/office/drawing/2014/main" id="{129D802D-7F00-9C00-405F-F2F423EB2C9A}"/>
              </a:ext>
            </a:extLst>
          </p:cNvPr>
          <p:cNvSpPr>
            <a:spLocks noGrp="1" noChangeArrowheads="1"/>
          </p:cNvSpPr>
          <p:nvPr>
            <p:ph type="title" idx="4294967295"/>
          </p:nvPr>
        </p:nvSpPr>
        <p:spPr/>
        <p:txBody>
          <a:bodyPr/>
          <a:lstStyle/>
          <a:p>
            <a:pPr eaLnBrk="1" hangingPunct="1">
              <a:defRPr/>
            </a:pPr>
            <a:r>
              <a:rPr lang="en-US">
                <a:ea typeface="+mj-ea"/>
                <a:cs typeface="+mj-cs"/>
              </a:rPr>
              <a:t>Relationships Between Classes</a:t>
            </a:r>
          </a:p>
        </p:txBody>
      </p:sp>
      <p:sp>
        <p:nvSpPr>
          <p:cNvPr id="112643" name="Rectangle 3">
            <a:extLst>
              <a:ext uri="{FF2B5EF4-FFF2-40B4-BE49-F238E27FC236}">
                <a16:creationId xmlns:a16="http://schemas.microsoft.com/office/drawing/2014/main" id="{11765310-ECE6-662F-4F7B-E50A6289B024}"/>
              </a:ext>
            </a:extLst>
          </p:cNvPr>
          <p:cNvSpPr>
            <a:spLocks noGrp="1" noChangeArrowheads="1"/>
          </p:cNvSpPr>
          <p:nvPr>
            <p:ph type="body" idx="4294967295"/>
          </p:nvPr>
        </p:nvSpPr>
        <p:spPr/>
        <p:txBody>
          <a:bodyPr anchor="ctr"/>
          <a:lstStyle/>
          <a:p>
            <a:pPr marL="339725" indent="-339725" algn="ctr" eaLnBrk="1" hangingPunct="1">
              <a:lnSpc>
                <a:spcPct val="90000"/>
              </a:lnSpc>
              <a:buFont typeface="Wingdings" panose="05000000000000000000" pitchFamily="2" charset="2"/>
              <a:buNone/>
            </a:pPr>
            <a:r>
              <a:rPr lang="en-US" altLang="en-US" sz="2400" i="1"/>
              <a:t>Additional responsibilities can be uncovered by</a:t>
            </a:r>
            <a:br>
              <a:rPr lang="en-US" altLang="en-US" sz="2400" i="1"/>
            </a:br>
            <a:r>
              <a:rPr lang="en-US" altLang="en-US" sz="2400" i="1"/>
              <a:t>examining relationships between classes, especially:</a:t>
            </a:r>
          </a:p>
          <a:p>
            <a:pPr marL="339725" indent="-339725" algn="ctr" eaLnBrk="1" hangingPunct="1">
              <a:lnSpc>
                <a:spcPct val="90000"/>
              </a:lnSpc>
              <a:buFont typeface="Wingdings" panose="05000000000000000000" pitchFamily="2" charset="2"/>
              <a:buNone/>
            </a:pPr>
            <a:endParaRPr lang="en-US" altLang="en-US" sz="2400" i="1"/>
          </a:p>
          <a:p>
            <a:pPr marL="339725" indent="-339725" eaLnBrk="1" hangingPunct="1">
              <a:lnSpc>
                <a:spcPct val="90000"/>
              </a:lnSpc>
            </a:pPr>
            <a:r>
              <a:rPr lang="en-US" altLang="en-US" sz="2400"/>
              <a:t>The </a:t>
            </a:r>
            <a:r>
              <a:rPr lang="en-US" altLang="en-US" sz="2400" i="1">
                <a:solidFill>
                  <a:srgbClr val="0C3A80"/>
                </a:solidFill>
              </a:rPr>
              <a:t>“Is-Kind-Of”</a:t>
            </a:r>
            <a:r>
              <a:rPr lang="en-US" altLang="ja-JP" sz="2400"/>
              <a:t> Relationship:</a:t>
            </a:r>
          </a:p>
          <a:p>
            <a:pPr marL="995363" lvl="1" indent="-347663" eaLnBrk="1" hangingPunct="1">
              <a:lnSpc>
                <a:spcPct val="90000"/>
              </a:lnSpc>
            </a:pPr>
            <a:r>
              <a:rPr lang="en-US" altLang="en-US" sz="2000"/>
              <a:t>classes sharing a </a:t>
            </a:r>
            <a:r>
              <a:rPr lang="en-US" altLang="en-US" sz="2000" i="1">
                <a:solidFill>
                  <a:srgbClr val="7F0101"/>
                </a:solidFill>
              </a:rPr>
              <a:t>common attribute</a:t>
            </a:r>
            <a:r>
              <a:rPr lang="en-US" altLang="en-US" sz="2000"/>
              <a:t> often share a </a:t>
            </a:r>
            <a:r>
              <a:rPr lang="en-US" altLang="en-US" sz="2000" i="1">
                <a:solidFill>
                  <a:srgbClr val="7F0101"/>
                </a:solidFill>
              </a:rPr>
              <a:t>common superclass</a:t>
            </a:r>
            <a:endParaRPr lang="en-US" altLang="en-US" sz="2000"/>
          </a:p>
          <a:p>
            <a:pPr marL="995363" lvl="1" indent="-347663" eaLnBrk="1" hangingPunct="1">
              <a:lnSpc>
                <a:spcPct val="90000"/>
              </a:lnSpc>
            </a:pPr>
            <a:r>
              <a:rPr lang="en-US" altLang="en-US" sz="2000"/>
              <a:t>common super-classes suggest </a:t>
            </a:r>
            <a:r>
              <a:rPr lang="en-US" altLang="en-US" sz="2000" i="1">
                <a:solidFill>
                  <a:srgbClr val="7F0101"/>
                </a:solidFill>
              </a:rPr>
              <a:t>common responsibilities</a:t>
            </a:r>
          </a:p>
          <a:p>
            <a:pPr marL="339725" indent="-339725" eaLnBrk="1" hangingPunct="1">
              <a:lnSpc>
                <a:spcPct val="90000"/>
              </a:lnSpc>
              <a:buSzTx/>
              <a:buFont typeface="Wingdings" panose="05000000000000000000" pitchFamily="2" charset="2"/>
              <a:buChar char="F"/>
            </a:pPr>
            <a:r>
              <a:rPr lang="en-US" altLang="en-US" sz="2000"/>
              <a:t>To create a new Drawing Element, a Creation Tool must:</a:t>
            </a:r>
          </a:p>
          <a:p>
            <a:pPr marL="995363" lvl="1" indent="-347663" eaLnBrk="1" hangingPunct="1">
              <a:lnSpc>
                <a:spcPct val="90000"/>
              </a:lnSpc>
              <a:buFont typeface="Times" panose="02020603050405020304" pitchFamily="18" charset="0"/>
              <a:buAutoNum type="arabicPeriod"/>
            </a:pPr>
            <a:r>
              <a:rPr lang="en-US" altLang="en-US" sz="1800"/>
              <a:t>accept user input			</a:t>
            </a:r>
            <a:r>
              <a:rPr lang="en-US" altLang="en-US" sz="1800" i="1">
                <a:solidFill>
                  <a:srgbClr val="7F0101"/>
                </a:solidFill>
              </a:rPr>
              <a:t>implemented in subclass</a:t>
            </a:r>
          </a:p>
          <a:p>
            <a:pPr marL="995363" lvl="1" indent="-347663" eaLnBrk="1" hangingPunct="1">
              <a:lnSpc>
                <a:spcPct val="90000"/>
              </a:lnSpc>
              <a:buFont typeface="Times" panose="02020603050405020304" pitchFamily="18" charset="0"/>
              <a:buAutoNum type="arabicPeriod"/>
            </a:pPr>
            <a:r>
              <a:rPr lang="en-US" altLang="en-US" sz="1800"/>
              <a:t>determine location to place it		</a:t>
            </a:r>
            <a:r>
              <a:rPr lang="en-US" altLang="en-US" sz="1800" i="1">
                <a:solidFill>
                  <a:srgbClr val="7F0101"/>
                </a:solidFill>
              </a:rPr>
              <a:t>generic</a:t>
            </a:r>
            <a:endParaRPr lang="en-US" altLang="en-US" sz="1800"/>
          </a:p>
          <a:p>
            <a:pPr marL="995363" lvl="1" indent="-347663" eaLnBrk="1" hangingPunct="1">
              <a:lnSpc>
                <a:spcPct val="90000"/>
              </a:lnSpc>
              <a:buFont typeface="Times" panose="02020603050405020304" pitchFamily="18" charset="0"/>
              <a:buAutoNum type="arabicPeriod"/>
            </a:pPr>
            <a:r>
              <a:rPr lang="en-US" altLang="en-US" sz="1800"/>
              <a:t>instantiate the element		</a:t>
            </a:r>
            <a:r>
              <a:rPr lang="en-US" altLang="en-US" sz="1800" i="1">
                <a:solidFill>
                  <a:srgbClr val="7F0101"/>
                </a:solidFill>
              </a:rPr>
              <a:t>implemented in subclass</a:t>
            </a:r>
            <a:endParaRPr lang="en-US" altLang="en-US" sz="2000" i="1">
              <a:solidFill>
                <a:srgbClr val="7F0101"/>
              </a:solidFill>
            </a:endParaRPr>
          </a:p>
        </p:txBody>
      </p:sp>
      <p:sp>
        <p:nvSpPr>
          <p:cNvPr id="112644" name="Slide Number Placeholder 1">
            <a:extLst>
              <a:ext uri="{FF2B5EF4-FFF2-40B4-BE49-F238E27FC236}">
                <a16:creationId xmlns:a16="http://schemas.microsoft.com/office/drawing/2014/main" id="{A086B7CA-ED07-71F4-D498-F3465917EF9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5B823E6-93A5-4C21-9851-5681A1927C6B}" type="slidenum">
              <a:rPr lang="en-AU" altLang="en-US" sz="1400" smtClean="0">
                <a:latin typeface="Times New Roman" panose="02020603050405020304" pitchFamily="18" charset="0"/>
              </a:rPr>
              <a:pPr>
                <a:spcBef>
                  <a:spcPct val="0"/>
                </a:spcBef>
                <a:buSzTx/>
                <a:buFontTx/>
                <a:buNone/>
              </a:pPr>
              <a:t>58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0232356C-F1C1-945B-D67C-BE846313F75F}"/>
              </a:ext>
            </a:extLst>
          </p:cNvPr>
          <p:cNvSpPr>
            <a:spLocks noGrp="1" noChangeArrowheads="1"/>
          </p:cNvSpPr>
          <p:nvPr>
            <p:ph type="title" idx="4294967295"/>
          </p:nvPr>
        </p:nvSpPr>
        <p:spPr/>
        <p:txBody>
          <a:bodyPr/>
          <a:lstStyle/>
          <a:p>
            <a:pPr eaLnBrk="1" hangingPunct="1">
              <a:defRPr/>
            </a:pPr>
            <a:r>
              <a:rPr lang="en-US">
                <a:ea typeface="+mj-ea"/>
                <a:cs typeface="+mj-cs"/>
              </a:rPr>
              <a:t>Relationships Between Classes (cont.)</a:t>
            </a:r>
          </a:p>
        </p:txBody>
      </p:sp>
      <p:sp>
        <p:nvSpPr>
          <p:cNvPr id="114691" name="Rectangle 3">
            <a:extLst>
              <a:ext uri="{FF2B5EF4-FFF2-40B4-BE49-F238E27FC236}">
                <a16:creationId xmlns:a16="http://schemas.microsoft.com/office/drawing/2014/main" id="{D1F9826D-C2E3-A01D-F3DA-2C7D91F81066}"/>
              </a:ext>
            </a:extLst>
          </p:cNvPr>
          <p:cNvSpPr>
            <a:spLocks noGrp="1" noChangeArrowheads="1"/>
          </p:cNvSpPr>
          <p:nvPr>
            <p:ph type="body" idx="4294967295"/>
          </p:nvPr>
        </p:nvSpPr>
        <p:spPr/>
        <p:txBody>
          <a:bodyPr anchor="ctr"/>
          <a:lstStyle/>
          <a:p>
            <a:pPr marL="342900" indent="-342900" eaLnBrk="1" hangingPunct="1"/>
            <a:r>
              <a:rPr lang="en-US" altLang="en-US"/>
              <a:t>The </a:t>
            </a:r>
            <a:r>
              <a:rPr lang="en-US" altLang="en-US" i="1">
                <a:solidFill>
                  <a:srgbClr val="0C3A80"/>
                </a:solidFill>
              </a:rPr>
              <a:t>“Is-Analogous-To”</a:t>
            </a:r>
            <a:r>
              <a:rPr lang="en-US" altLang="ja-JP"/>
              <a:t> Relationship:</a:t>
            </a:r>
          </a:p>
          <a:p>
            <a:pPr marL="742950" lvl="1" eaLnBrk="1" hangingPunct="1"/>
            <a:r>
              <a:rPr lang="en-US" altLang="en-US" i="1">
                <a:solidFill>
                  <a:srgbClr val="7F0101"/>
                </a:solidFill>
              </a:rPr>
              <a:t>similarities</a:t>
            </a:r>
            <a:r>
              <a:rPr lang="en-US" altLang="en-US"/>
              <a:t> between classes suggest as-yet-undiscovered superclasses</a:t>
            </a:r>
          </a:p>
          <a:p>
            <a:pPr marL="342900" indent="-342900" eaLnBrk="1" hangingPunct="1"/>
            <a:r>
              <a:rPr lang="en-US" altLang="en-US"/>
              <a:t>The </a:t>
            </a:r>
            <a:r>
              <a:rPr lang="en-US" altLang="en-US" i="1">
                <a:solidFill>
                  <a:srgbClr val="0C3A80"/>
                </a:solidFill>
              </a:rPr>
              <a:t>“Is-Part-Of”</a:t>
            </a:r>
            <a:r>
              <a:rPr lang="en-US" altLang="ja-JP"/>
              <a:t> Relationship:</a:t>
            </a:r>
          </a:p>
          <a:p>
            <a:pPr marL="742950" lvl="1" eaLnBrk="1" hangingPunct="1"/>
            <a:r>
              <a:rPr lang="en-US" altLang="en-US" i="1">
                <a:solidFill>
                  <a:srgbClr val="7F0101"/>
                </a:solidFill>
              </a:rPr>
              <a:t>distinguish</a:t>
            </a:r>
            <a:r>
              <a:rPr lang="en-US" altLang="en-US"/>
              <a:t> (don’t share) responsibilities of </a:t>
            </a:r>
            <a:r>
              <a:rPr lang="en-US" altLang="en-US" i="1">
                <a:solidFill>
                  <a:srgbClr val="7F0101"/>
                </a:solidFill>
              </a:rPr>
              <a:t>part </a:t>
            </a:r>
            <a:r>
              <a:rPr lang="en-US" altLang="en-US"/>
              <a:t>and of</a:t>
            </a:r>
            <a:r>
              <a:rPr lang="en-US" altLang="en-US" i="1">
                <a:solidFill>
                  <a:srgbClr val="7F0101"/>
                </a:solidFill>
              </a:rPr>
              <a:t> whole</a:t>
            </a:r>
          </a:p>
          <a:p>
            <a:pPr marL="342900" indent="-342900" eaLnBrk="1" hangingPunct="1">
              <a:buFont typeface="Wingdings" panose="05000000000000000000" pitchFamily="2" charset="2"/>
              <a:buNone/>
            </a:pPr>
            <a:endParaRPr lang="en-US" altLang="en-US" sz="1600"/>
          </a:p>
          <a:p>
            <a:pPr marL="342900" indent="-342900" eaLnBrk="1" hangingPunct="1">
              <a:buFont typeface="Wingdings" panose="05000000000000000000" pitchFamily="2" charset="2"/>
              <a:buNone/>
            </a:pPr>
            <a:r>
              <a:rPr lang="en-US" altLang="en-US" sz="2400" b="1" i="1"/>
              <a:t>Difficulties in assigning responsibilities suggest:</a:t>
            </a:r>
            <a:endParaRPr lang="en-US" altLang="en-US"/>
          </a:p>
          <a:p>
            <a:pPr marL="742950" lvl="1" eaLnBrk="1" hangingPunct="1"/>
            <a:r>
              <a:rPr lang="en-US" altLang="en-US" i="1">
                <a:solidFill>
                  <a:srgbClr val="7F0101"/>
                </a:solidFill>
              </a:rPr>
              <a:t>missing classes</a:t>
            </a:r>
            <a:r>
              <a:rPr lang="en-US" altLang="en-US"/>
              <a:t> in design, or — e.g., Group Element, </a:t>
            </a:r>
          </a:p>
          <a:p>
            <a:pPr marL="742950" lvl="1" eaLnBrk="1" hangingPunct="1"/>
            <a:r>
              <a:rPr lang="en-US" altLang="en-US" i="1">
                <a:solidFill>
                  <a:srgbClr val="7F0101"/>
                </a:solidFill>
              </a:rPr>
              <a:t>free choice</a:t>
            </a:r>
            <a:r>
              <a:rPr lang="en-US" altLang="en-US"/>
              <a:t> between multiple classes.</a:t>
            </a:r>
          </a:p>
        </p:txBody>
      </p:sp>
      <p:sp>
        <p:nvSpPr>
          <p:cNvPr id="114692" name="Slide Number Placeholder 1">
            <a:extLst>
              <a:ext uri="{FF2B5EF4-FFF2-40B4-BE49-F238E27FC236}">
                <a16:creationId xmlns:a16="http://schemas.microsoft.com/office/drawing/2014/main" id="{E59CD48A-05CC-50CA-689D-7BF61C814A1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279B962-BFB8-483C-9307-19786EDA6D6A}" type="slidenum">
              <a:rPr lang="en-AU" altLang="en-US" sz="1400" smtClean="0">
                <a:latin typeface="Times New Roman" panose="02020603050405020304" pitchFamily="18" charset="0"/>
              </a:rPr>
              <a:pPr>
                <a:spcBef>
                  <a:spcPct val="0"/>
                </a:spcBef>
                <a:buSzTx/>
                <a:buFontTx/>
                <a:buNone/>
              </a:pPr>
              <a:t>59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id="{DD3699D3-E925-91D5-65B5-CA3875CA3D80}"/>
              </a:ext>
            </a:extLst>
          </p:cNvPr>
          <p:cNvSpPr>
            <a:spLocks noGrp="1" noChangeArrowheads="1"/>
          </p:cNvSpPr>
          <p:nvPr>
            <p:ph type="title" idx="4294967295"/>
          </p:nvPr>
        </p:nvSpPr>
        <p:spPr/>
        <p:txBody>
          <a:bodyPr/>
          <a:lstStyle/>
          <a:p>
            <a:pPr eaLnBrk="1" hangingPunct="1">
              <a:defRPr/>
            </a:pPr>
            <a:r>
              <a:rPr lang="en-US">
                <a:ea typeface="+mj-ea"/>
                <a:cs typeface="+mj-cs"/>
              </a:rPr>
              <a:t>Example Relationships</a:t>
            </a:r>
          </a:p>
        </p:txBody>
      </p:sp>
      <p:sp>
        <p:nvSpPr>
          <p:cNvPr id="304131" name="Rectangle 3">
            <a:extLst>
              <a:ext uri="{FF2B5EF4-FFF2-40B4-BE49-F238E27FC236}">
                <a16:creationId xmlns:a16="http://schemas.microsoft.com/office/drawing/2014/main" id="{5A9F504C-3B22-2999-6EBE-70F1746BFE32}"/>
              </a:ext>
            </a:extLst>
          </p:cNvPr>
          <p:cNvSpPr>
            <a:spLocks noGrp="1" noChangeArrowheads="1"/>
          </p:cNvSpPr>
          <p:nvPr>
            <p:ph type="body" idx="4294967295"/>
          </p:nvPr>
        </p:nvSpPr>
        <p:spPr/>
        <p:txBody>
          <a:bodyPr anchor="ctr"/>
          <a:lstStyle/>
          <a:p>
            <a:pPr marL="419100" indent="-419100" eaLnBrk="1" hangingPunct="1">
              <a:buFont typeface="Wingdings" charset="0"/>
              <a:buChar char="n"/>
              <a:defRPr/>
            </a:pPr>
            <a:r>
              <a:rPr lang="en-US">
                <a:ea typeface="+mn-ea"/>
                <a:cs typeface="+mn-cs"/>
              </a:rPr>
              <a:t>Drawing element </a:t>
            </a:r>
            <a:r>
              <a:rPr lang="en-US" i="1">
                <a:solidFill>
                  <a:srgbClr val="7F0101"/>
                </a:solidFill>
                <a:ea typeface="+mn-ea"/>
                <a:cs typeface="+mn-cs"/>
              </a:rPr>
              <a:t>is-part-of</a:t>
            </a:r>
            <a:r>
              <a:rPr lang="en-US">
                <a:ea typeface="+mn-ea"/>
                <a:cs typeface="+mn-cs"/>
              </a:rPr>
              <a:t> Drawing</a:t>
            </a:r>
          </a:p>
          <a:p>
            <a:pPr marL="419100" indent="-419100" eaLnBrk="1" hangingPunct="1">
              <a:buFont typeface="Wingdings" charset="0"/>
              <a:buChar char="n"/>
              <a:defRPr/>
            </a:pPr>
            <a:endParaRPr lang="en-US">
              <a:ea typeface="+mn-ea"/>
              <a:cs typeface="+mn-cs"/>
            </a:endParaRPr>
          </a:p>
          <a:p>
            <a:pPr marL="419100" indent="-419100" eaLnBrk="1" hangingPunct="1">
              <a:buFont typeface="Wingdings" charset="0"/>
              <a:buChar char="n"/>
              <a:defRPr/>
            </a:pPr>
            <a:r>
              <a:rPr lang="en-US">
                <a:ea typeface="+mn-ea"/>
                <a:cs typeface="+mn-cs"/>
              </a:rPr>
              <a:t>Drawing Element </a:t>
            </a:r>
            <a:r>
              <a:rPr lang="en-US" i="1">
                <a:solidFill>
                  <a:srgbClr val="7F0101"/>
                </a:solidFill>
                <a:ea typeface="+mn-ea"/>
                <a:cs typeface="+mn-cs"/>
              </a:rPr>
              <a:t>has-knowledge-of</a:t>
            </a:r>
            <a:r>
              <a:rPr lang="en-US">
                <a:ea typeface="+mn-ea"/>
                <a:cs typeface="+mn-cs"/>
              </a:rPr>
              <a:t> Control Points</a:t>
            </a:r>
          </a:p>
          <a:p>
            <a:pPr marL="419100" indent="-419100" eaLnBrk="1" hangingPunct="1">
              <a:buFont typeface="Wingdings" charset="0"/>
              <a:buChar char="n"/>
              <a:defRPr/>
            </a:pPr>
            <a:endParaRPr lang="en-US">
              <a:ea typeface="+mn-ea"/>
              <a:cs typeface="+mn-cs"/>
            </a:endParaRPr>
          </a:p>
          <a:p>
            <a:pPr marL="419100" indent="-419100" eaLnBrk="1" hangingPunct="1">
              <a:buFont typeface="Wingdings" charset="0"/>
              <a:buChar char="n"/>
              <a:defRPr/>
            </a:pPr>
            <a:r>
              <a:rPr lang="en-US">
                <a:ea typeface="+mn-ea"/>
                <a:cs typeface="+mn-cs"/>
              </a:rPr>
              <a:t>Rectangle Tool </a:t>
            </a:r>
            <a:r>
              <a:rPr lang="en-US" i="1">
                <a:solidFill>
                  <a:srgbClr val="7F0101"/>
                </a:solidFill>
                <a:ea typeface="+mn-ea"/>
                <a:cs typeface="+mn-cs"/>
              </a:rPr>
              <a:t>is-kind-of</a:t>
            </a:r>
            <a:r>
              <a:rPr lang="en-US">
                <a:ea typeface="+mn-ea"/>
                <a:cs typeface="+mn-cs"/>
              </a:rPr>
              <a:t> Creation Tool</a:t>
            </a:r>
          </a:p>
          <a:p>
            <a:pPr marL="419100" indent="-419100" eaLnBrk="1" hangingPunct="1">
              <a:buFont typeface="Wingdings" charset="0"/>
              <a:buChar char="n"/>
              <a:defRPr/>
            </a:pPr>
            <a:endParaRPr lang="en-US">
              <a:ea typeface="+mn-ea"/>
              <a:cs typeface="+mn-cs"/>
            </a:endParaRPr>
          </a:p>
        </p:txBody>
      </p:sp>
      <p:sp>
        <p:nvSpPr>
          <p:cNvPr id="116740" name="Slide Number Placeholder 1">
            <a:extLst>
              <a:ext uri="{FF2B5EF4-FFF2-40B4-BE49-F238E27FC236}">
                <a16:creationId xmlns:a16="http://schemas.microsoft.com/office/drawing/2014/main" id="{A9122F80-E281-1513-7265-BFA7A5A4A2C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200B0A1-EC86-4D62-8CE6-B82D7FBDD428}" type="slidenum">
              <a:rPr lang="en-AU" altLang="en-US" sz="1400" smtClean="0">
                <a:latin typeface="Times New Roman" panose="02020603050405020304" pitchFamily="18" charset="0"/>
              </a:rPr>
              <a:pPr>
                <a:spcBef>
                  <a:spcPct val="0"/>
                </a:spcBef>
                <a:buSzTx/>
                <a:buFontTx/>
                <a:buNone/>
              </a:pPr>
              <a:t>60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0BA14C6C-87CF-EFCD-9842-28E9F64F4EBA}"/>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458755" name="Rectangle 3">
            <a:extLst>
              <a:ext uri="{FF2B5EF4-FFF2-40B4-BE49-F238E27FC236}">
                <a16:creationId xmlns:a16="http://schemas.microsoft.com/office/drawing/2014/main" id="{256BB242-A37B-34A8-1821-CCBFB8AF12E5}"/>
              </a:ext>
            </a:extLst>
          </p:cNvPr>
          <p:cNvSpPr>
            <a:spLocks noGrp="1" noChangeArrowheads="1"/>
          </p:cNvSpPr>
          <p:nvPr>
            <p:ph type="title"/>
          </p:nvPr>
        </p:nvSpPr>
        <p:spPr/>
        <p:txBody>
          <a:bodyPr/>
          <a:lstStyle/>
          <a:p>
            <a:pPr>
              <a:defRPr/>
            </a:pPr>
            <a:r>
              <a:rPr lang="en-US">
                <a:ea typeface="+mj-ea"/>
                <a:cs typeface="+mj-cs"/>
              </a:rPr>
              <a:t>Roadmap</a:t>
            </a:r>
          </a:p>
        </p:txBody>
      </p:sp>
      <p:pic>
        <p:nvPicPr>
          <p:cNvPr id="118788" name="Picture 6" descr="roadmap">
            <a:extLst>
              <a:ext uri="{FF2B5EF4-FFF2-40B4-BE49-F238E27FC236}">
                <a16:creationId xmlns:a16="http://schemas.microsoft.com/office/drawing/2014/main" id="{FD90DC00-307A-6CE1-CCAD-AECF179F5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8757" name="Rectangle 5">
            <a:extLst>
              <a:ext uri="{FF2B5EF4-FFF2-40B4-BE49-F238E27FC236}">
                <a16:creationId xmlns:a16="http://schemas.microsoft.com/office/drawing/2014/main" id="{78FFE497-BB0F-59E8-8810-2BC66483D0E4}"/>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Preliminaries</a:t>
            </a:r>
          </a:p>
          <a:p>
            <a:pPr>
              <a:buFont typeface="Wingdings" charset="0"/>
              <a:buChar char="n"/>
              <a:defRPr/>
            </a:pPr>
            <a:r>
              <a:rPr lang="en-US">
                <a:ea typeface="+mn-ea"/>
                <a:cs typeface="+mn-cs"/>
              </a:rPr>
              <a:t>Objects and Classes</a:t>
            </a:r>
          </a:p>
          <a:p>
            <a:pPr lvl="1">
              <a:buFont typeface="Wingdings" charset="0"/>
              <a:buChar char="¨"/>
              <a:defRPr/>
            </a:pPr>
            <a:r>
              <a:rPr lang="en-US">
                <a:ea typeface="+mn-ea"/>
              </a:rPr>
              <a:t>What is Object-Oriented Design?</a:t>
            </a:r>
          </a:p>
          <a:p>
            <a:pPr>
              <a:buFont typeface="Wingdings" charset="0"/>
              <a:buChar char="n"/>
              <a:defRPr/>
            </a:pPr>
            <a:r>
              <a:rPr lang="en-US">
                <a:ea typeface="+mn-ea"/>
                <a:cs typeface="+mn-cs"/>
              </a:rPr>
              <a:t>Finding Classes</a:t>
            </a:r>
          </a:p>
          <a:p>
            <a:pPr lvl="1">
              <a:buFont typeface="Wingdings" charset="0"/>
              <a:buChar char="¨"/>
              <a:defRPr/>
            </a:pPr>
            <a:r>
              <a:rPr lang="en-US">
                <a:ea typeface="+mn-ea"/>
              </a:rPr>
              <a:t>Class Selection Rationale</a:t>
            </a:r>
          </a:p>
          <a:p>
            <a:pPr>
              <a:buFont typeface="Wingdings" charset="0"/>
              <a:buChar char="n"/>
              <a:defRPr/>
            </a:pPr>
            <a:r>
              <a:rPr lang="en-US">
                <a:ea typeface="+mn-ea"/>
                <a:cs typeface="+mn-cs"/>
              </a:rPr>
              <a:t>CRC Cards</a:t>
            </a:r>
          </a:p>
          <a:p>
            <a:pPr>
              <a:buFont typeface="Wingdings" charset="0"/>
              <a:buChar char="n"/>
              <a:defRPr/>
            </a:pPr>
            <a:r>
              <a:rPr lang="en-US">
                <a:ea typeface="+mn-ea"/>
                <a:cs typeface="+mn-cs"/>
              </a:rPr>
              <a:t>Identifying Responsibilities</a:t>
            </a:r>
          </a:p>
          <a:p>
            <a:pPr>
              <a:buFont typeface="Wingdings" charset="0"/>
              <a:buChar char="n"/>
              <a:defRPr/>
            </a:pPr>
            <a:r>
              <a:rPr lang="en-US" b="1">
                <a:ea typeface="+mn-ea"/>
                <a:cs typeface="+mn-cs"/>
              </a:rPr>
              <a:t>Finding Collaborations</a:t>
            </a:r>
            <a:endParaRPr lang="en-US">
              <a:ea typeface="+mn-ea"/>
              <a:cs typeface="+mn-cs"/>
            </a:endParaRPr>
          </a:p>
        </p:txBody>
      </p:sp>
      <p:sp>
        <p:nvSpPr>
          <p:cNvPr id="118790" name="Slide Number Placeholder 1">
            <a:extLst>
              <a:ext uri="{FF2B5EF4-FFF2-40B4-BE49-F238E27FC236}">
                <a16:creationId xmlns:a16="http://schemas.microsoft.com/office/drawing/2014/main" id="{2DB62EF4-D516-7D64-A6F0-95331BF9E16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82767EE-C52C-416C-853C-0D340867ED6C}" type="slidenum">
              <a:rPr lang="en-AU" altLang="en-US" sz="1400" smtClean="0">
                <a:latin typeface="Times New Roman" panose="02020603050405020304" pitchFamily="18" charset="0"/>
              </a:rPr>
              <a:pPr>
                <a:spcBef>
                  <a:spcPct val="0"/>
                </a:spcBef>
                <a:buSzTx/>
                <a:buFontTx/>
                <a:buNone/>
              </a:pPr>
              <a:t>61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BE724BCF-D859-14A0-AD9E-0DE2318F2EAF}"/>
              </a:ext>
            </a:extLst>
          </p:cNvPr>
          <p:cNvSpPr>
            <a:spLocks noGrp="1" noChangeArrowheads="1"/>
          </p:cNvSpPr>
          <p:nvPr>
            <p:ph type="title" idx="4294967295"/>
          </p:nvPr>
        </p:nvSpPr>
        <p:spPr/>
        <p:txBody>
          <a:bodyPr/>
          <a:lstStyle/>
          <a:p>
            <a:pPr eaLnBrk="1" hangingPunct="1">
              <a:defRPr/>
            </a:pPr>
            <a:r>
              <a:rPr lang="en-US">
                <a:ea typeface="+mj-ea"/>
                <a:cs typeface="+mj-cs"/>
              </a:rPr>
              <a:t>Collaborations</a:t>
            </a:r>
          </a:p>
        </p:txBody>
      </p:sp>
      <p:sp>
        <p:nvSpPr>
          <p:cNvPr id="308227" name="Rectangle 3">
            <a:extLst>
              <a:ext uri="{FF2B5EF4-FFF2-40B4-BE49-F238E27FC236}">
                <a16:creationId xmlns:a16="http://schemas.microsoft.com/office/drawing/2014/main" id="{FBDCCFB6-6A2E-D038-6E99-9DEFCCCEC1A4}"/>
              </a:ext>
            </a:extLst>
          </p:cNvPr>
          <p:cNvSpPr>
            <a:spLocks noGrp="1" noChangeArrowheads="1"/>
          </p:cNvSpPr>
          <p:nvPr>
            <p:ph type="body" idx="4294967295"/>
          </p:nvPr>
        </p:nvSpPr>
        <p:spPr/>
        <p:txBody>
          <a:bodyPr anchor="ctr"/>
          <a:lstStyle/>
          <a:p>
            <a:pPr marL="342900" indent="-342900" eaLnBrk="1" hangingPunct="1">
              <a:lnSpc>
                <a:spcPct val="90000"/>
              </a:lnSpc>
              <a:buFont typeface="Wingdings" charset="0"/>
              <a:buNone/>
              <a:defRPr/>
            </a:pPr>
            <a:r>
              <a:rPr lang="en-US" b="1" i="1">
                <a:ea typeface="+mn-ea"/>
                <a:cs typeface="+mn-cs"/>
              </a:rPr>
              <a:t>What are collaborations?</a:t>
            </a:r>
          </a:p>
          <a:p>
            <a:pPr marL="342900" indent="-342900" eaLnBrk="1" hangingPunct="1">
              <a:lnSpc>
                <a:spcPct val="90000"/>
              </a:lnSpc>
              <a:buFont typeface="Wingdings" charset="0"/>
              <a:buChar char="n"/>
              <a:defRPr/>
            </a:pPr>
            <a:r>
              <a:rPr lang="en-US" i="1" u="sng">
                <a:ea typeface="+mn-ea"/>
                <a:cs typeface="+mn-cs"/>
              </a:rPr>
              <a:t>collaborations</a:t>
            </a:r>
            <a:r>
              <a:rPr lang="en-US">
                <a:ea typeface="+mn-ea"/>
                <a:cs typeface="+mn-cs"/>
              </a:rPr>
              <a:t> are </a:t>
            </a:r>
            <a:r>
              <a:rPr lang="en-US" i="1">
                <a:solidFill>
                  <a:srgbClr val="7F0101"/>
                </a:solidFill>
                <a:ea typeface="+mn-ea"/>
                <a:cs typeface="+mn-cs"/>
              </a:rPr>
              <a:t>client requests</a:t>
            </a:r>
            <a:r>
              <a:rPr lang="en-US">
                <a:ea typeface="+mn-ea"/>
                <a:cs typeface="+mn-cs"/>
              </a:rPr>
              <a:t> to servers needed to fulfill responsibilities,</a:t>
            </a:r>
          </a:p>
          <a:p>
            <a:pPr marL="342900" indent="-342900" eaLnBrk="1" hangingPunct="1">
              <a:lnSpc>
                <a:spcPct val="90000"/>
              </a:lnSpc>
              <a:buFont typeface="Wingdings" charset="0"/>
              <a:buChar char="n"/>
              <a:defRPr/>
            </a:pPr>
            <a:r>
              <a:rPr lang="en-US">
                <a:ea typeface="+mn-ea"/>
                <a:cs typeface="+mn-cs"/>
              </a:rPr>
              <a:t>collaborations reveal </a:t>
            </a:r>
            <a:r>
              <a:rPr lang="en-US" i="1">
                <a:solidFill>
                  <a:srgbClr val="7F0101"/>
                </a:solidFill>
                <a:ea typeface="+mn-ea"/>
                <a:cs typeface="+mn-cs"/>
              </a:rPr>
              <a:t>control and information flow</a:t>
            </a:r>
            <a:endParaRPr lang="en-US">
              <a:ea typeface="+mn-ea"/>
              <a:cs typeface="+mn-cs"/>
            </a:endParaRPr>
          </a:p>
          <a:p>
            <a:pPr marL="342900" indent="-342900" eaLnBrk="1" hangingPunct="1">
              <a:lnSpc>
                <a:spcPct val="90000"/>
              </a:lnSpc>
              <a:buFont typeface="Wingdings" charset="0"/>
              <a:buChar char="n"/>
              <a:defRPr/>
            </a:pPr>
            <a:r>
              <a:rPr lang="en-US">
                <a:ea typeface="+mn-ea"/>
                <a:cs typeface="+mn-cs"/>
              </a:rPr>
              <a:t>collaborations can uncover </a:t>
            </a:r>
            <a:r>
              <a:rPr lang="en-US" i="1">
                <a:solidFill>
                  <a:srgbClr val="7F0101"/>
                </a:solidFill>
                <a:ea typeface="+mn-ea"/>
                <a:cs typeface="+mn-cs"/>
              </a:rPr>
              <a:t>missing responsibilities</a:t>
            </a:r>
            <a:r>
              <a:rPr lang="en-US" i="1">
                <a:ea typeface="+mn-ea"/>
                <a:cs typeface="+mn-cs"/>
              </a:rPr>
              <a:t>,</a:t>
            </a:r>
            <a:endParaRPr lang="en-US" i="1">
              <a:solidFill>
                <a:srgbClr val="7F0101"/>
              </a:solidFill>
              <a:ea typeface="+mn-ea"/>
              <a:cs typeface="+mn-cs"/>
            </a:endParaRPr>
          </a:p>
          <a:p>
            <a:pPr marL="342900" indent="-342900" eaLnBrk="1" hangingPunct="1">
              <a:lnSpc>
                <a:spcPct val="90000"/>
              </a:lnSpc>
              <a:buFont typeface="Wingdings" charset="0"/>
              <a:buChar char="n"/>
              <a:defRPr/>
            </a:pPr>
            <a:r>
              <a:rPr lang="en-US">
                <a:ea typeface="+mn-ea"/>
                <a:cs typeface="+mn-cs"/>
              </a:rPr>
              <a:t>analysis of communication patterns can reveal </a:t>
            </a:r>
            <a:r>
              <a:rPr lang="en-US" i="1">
                <a:solidFill>
                  <a:srgbClr val="7F0101"/>
                </a:solidFill>
                <a:ea typeface="+mn-ea"/>
                <a:cs typeface="+mn-cs"/>
              </a:rPr>
              <a:t>misassigned</a:t>
            </a:r>
            <a:r>
              <a:rPr lang="en-US">
                <a:ea typeface="+mn-ea"/>
                <a:cs typeface="+mn-cs"/>
              </a:rPr>
              <a:t> responsibilities.</a:t>
            </a:r>
          </a:p>
        </p:txBody>
      </p:sp>
      <p:sp>
        <p:nvSpPr>
          <p:cNvPr id="120836" name="Slide Number Placeholder 1">
            <a:extLst>
              <a:ext uri="{FF2B5EF4-FFF2-40B4-BE49-F238E27FC236}">
                <a16:creationId xmlns:a16="http://schemas.microsoft.com/office/drawing/2014/main" id="{EFD7E337-145C-CF5B-4782-67213DA60F1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EA7C8B1-7DB7-4516-AFCF-BDD20111EFB6}" type="slidenum">
              <a:rPr lang="en-AU" altLang="en-US" sz="1400" smtClean="0">
                <a:latin typeface="Times New Roman" panose="02020603050405020304" pitchFamily="18" charset="0"/>
              </a:rPr>
              <a:pPr>
                <a:spcBef>
                  <a:spcPct val="0"/>
                </a:spcBef>
                <a:buSzTx/>
                <a:buFontTx/>
                <a:buNone/>
              </a:pPr>
              <a:t>62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34D4E35F-9438-0B4B-CEBB-67F5FD49B9F7}"/>
              </a:ext>
            </a:extLst>
          </p:cNvPr>
          <p:cNvSpPr>
            <a:spLocks noGrp="1" noChangeArrowheads="1"/>
          </p:cNvSpPr>
          <p:nvPr>
            <p:ph type="title" idx="4294967295"/>
          </p:nvPr>
        </p:nvSpPr>
        <p:spPr/>
        <p:txBody>
          <a:bodyPr/>
          <a:lstStyle/>
          <a:p>
            <a:pPr eaLnBrk="1" hangingPunct="1">
              <a:defRPr/>
            </a:pPr>
            <a:r>
              <a:rPr lang="en-US">
                <a:ea typeface="+mj-ea"/>
                <a:cs typeface="+mj-cs"/>
              </a:rPr>
              <a:t>Finding Collaborations</a:t>
            </a:r>
          </a:p>
        </p:txBody>
      </p:sp>
      <p:sp>
        <p:nvSpPr>
          <p:cNvPr id="310275" name="Rectangle 3">
            <a:extLst>
              <a:ext uri="{FF2B5EF4-FFF2-40B4-BE49-F238E27FC236}">
                <a16:creationId xmlns:a16="http://schemas.microsoft.com/office/drawing/2014/main" id="{A841BF89-91B4-4845-DADF-CBF8BD2EDB11}"/>
              </a:ext>
            </a:extLst>
          </p:cNvPr>
          <p:cNvSpPr>
            <a:spLocks noGrp="1" noChangeArrowheads="1"/>
          </p:cNvSpPr>
          <p:nvPr>
            <p:ph type="body" idx="4294967295"/>
          </p:nvPr>
        </p:nvSpPr>
        <p:spPr/>
        <p:txBody>
          <a:bodyPr anchor="ctr"/>
          <a:lstStyle/>
          <a:p>
            <a:pPr marL="533400" indent="-533400" eaLnBrk="1" hangingPunct="1">
              <a:lnSpc>
                <a:spcPct val="90000"/>
              </a:lnSpc>
              <a:buFont typeface="Wingdings" charset="0"/>
              <a:buNone/>
              <a:defRPr/>
            </a:pPr>
            <a:r>
              <a:rPr lang="en-US" sz="2400" b="1" i="1">
                <a:ea typeface="+mn-ea"/>
                <a:cs typeface="+mn-cs"/>
              </a:rPr>
              <a:t>For each responsibility:</a:t>
            </a:r>
            <a:endParaRPr lang="en-US" sz="2400">
              <a:ea typeface="+mn-ea"/>
              <a:cs typeface="+mn-cs"/>
            </a:endParaRPr>
          </a:p>
          <a:p>
            <a:pPr marL="914400" lvl="1" indent="-457200" eaLnBrk="1" hangingPunct="1">
              <a:lnSpc>
                <a:spcPct val="90000"/>
              </a:lnSpc>
              <a:buFont typeface="Times" charset="0"/>
              <a:buAutoNum type="arabicPeriod"/>
              <a:defRPr/>
            </a:pPr>
            <a:r>
              <a:rPr lang="en-US" sz="2000">
                <a:ea typeface="+mn-ea"/>
              </a:rPr>
              <a:t>Can the class </a:t>
            </a:r>
            <a:r>
              <a:rPr lang="en-US" sz="2000" i="1">
                <a:solidFill>
                  <a:srgbClr val="7F0101"/>
                </a:solidFill>
                <a:ea typeface="+mn-ea"/>
              </a:rPr>
              <a:t>fulfill</a:t>
            </a:r>
            <a:r>
              <a:rPr lang="en-US" sz="2000">
                <a:ea typeface="+mn-ea"/>
              </a:rPr>
              <a:t> the responsibility </a:t>
            </a:r>
            <a:r>
              <a:rPr lang="en-US" sz="2000" i="1">
                <a:solidFill>
                  <a:srgbClr val="7F0101"/>
                </a:solidFill>
                <a:ea typeface="+mn-ea"/>
              </a:rPr>
              <a:t>by itself?</a:t>
            </a:r>
          </a:p>
          <a:p>
            <a:pPr marL="914400" lvl="1" indent="-457200" eaLnBrk="1" hangingPunct="1">
              <a:lnSpc>
                <a:spcPct val="90000"/>
              </a:lnSpc>
              <a:buFont typeface="Times" charset="0"/>
              <a:buAutoNum type="arabicPeriod"/>
              <a:defRPr/>
            </a:pPr>
            <a:r>
              <a:rPr lang="en-US" sz="2000">
                <a:ea typeface="+mn-ea"/>
              </a:rPr>
              <a:t>If not, </a:t>
            </a:r>
            <a:r>
              <a:rPr lang="en-US" sz="2000" i="1">
                <a:solidFill>
                  <a:srgbClr val="7F0101"/>
                </a:solidFill>
                <a:ea typeface="+mn-ea"/>
              </a:rPr>
              <a:t>what does it need</a:t>
            </a:r>
            <a:r>
              <a:rPr lang="en-US" sz="2000">
                <a:ea typeface="+mn-ea"/>
              </a:rPr>
              <a:t>, and from what other class can it obtain what it needs?</a:t>
            </a:r>
          </a:p>
          <a:p>
            <a:pPr marL="533400" indent="-533400" eaLnBrk="1" hangingPunct="1">
              <a:lnSpc>
                <a:spcPct val="90000"/>
              </a:lnSpc>
              <a:buFont typeface="Wingdings" charset="0"/>
              <a:buNone/>
              <a:defRPr/>
            </a:pPr>
            <a:endParaRPr lang="en-US" sz="1600">
              <a:ea typeface="+mn-ea"/>
              <a:cs typeface="+mn-cs"/>
            </a:endParaRPr>
          </a:p>
          <a:p>
            <a:pPr marL="533400" indent="-533400" eaLnBrk="1" hangingPunct="1">
              <a:lnSpc>
                <a:spcPct val="90000"/>
              </a:lnSpc>
              <a:buFont typeface="Wingdings" charset="0"/>
              <a:buNone/>
              <a:defRPr/>
            </a:pPr>
            <a:r>
              <a:rPr lang="en-US" sz="2400" b="1" i="1">
                <a:ea typeface="+mn-ea"/>
                <a:cs typeface="+mn-cs"/>
              </a:rPr>
              <a:t>For each class:</a:t>
            </a:r>
            <a:endParaRPr lang="en-US" sz="2400">
              <a:ea typeface="+mn-ea"/>
              <a:cs typeface="+mn-cs"/>
            </a:endParaRPr>
          </a:p>
          <a:p>
            <a:pPr marL="914400" lvl="1" indent="-457200" eaLnBrk="1" hangingPunct="1">
              <a:lnSpc>
                <a:spcPct val="90000"/>
              </a:lnSpc>
              <a:buFont typeface="Times" charset="0"/>
              <a:buAutoNum type="arabicPeriod"/>
              <a:defRPr/>
            </a:pPr>
            <a:r>
              <a:rPr lang="en-US" sz="2000">
                <a:ea typeface="+mn-ea"/>
              </a:rPr>
              <a:t>What does this class </a:t>
            </a:r>
            <a:r>
              <a:rPr lang="en-US" sz="2000" i="1">
                <a:solidFill>
                  <a:srgbClr val="7F0101"/>
                </a:solidFill>
                <a:ea typeface="+mn-ea"/>
              </a:rPr>
              <a:t>know</a:t>
            </a:r>
            <a:r>
              <a:rPr lang="en-US" sz="2000">
                <a:ea typeface="+mn-ea"/>
              </a:rPr>
              <a:t>?</a:t>
            </a:r>
          </a:p>
          <a:p>
            <a:pPr marL="914400" lvl="1" indent="-457200" eaLnBrk="1" hangingPunct="1">
              <a:lnSpc>
                <a:spcPct val="90000"/>
              </a:lnSpc>
              <a:buFont typeface="Times" charset="0"/>
              <a:buAutoNum type="arabicPeriod"/>
              <a:defRPr/>
            </a:pPr>
            <a:r>
              <a:rPr lang="en-US" sz="2000">
                <a:ea typeface="+mn-ea"/>
              </a:rPr>
              <a:t>What </a:t>
            </a:r>
            <a:r>
              <a:rPr lang="en-US" sz="2000" i="1">
                <a:solidFill>
                  <a:srgbClr val="7F0101"/>
                </a:solidFill>
                <a:ea typeface="+mn-ea"/>
              </a:rPr>
              <a:t>other classes</a:t>
            </a:r>
            <a:r>
              <a:rPr lang="en-US" sz="2000">
                <a:ea typeface="+mn-ea"/>
              </a:rPr>
              <a:t> need its information or results? Check for collaborations.</a:t>
            </a:r>
          </a:p>
          <a:p>
            <a:pPr marL="914400" lvl="1" indent="-457200" eaLnBrk="1" hangingPunct="1">
              <a:lnSpc>
                <a:spcPct val="90000"/>
              </a:lnSpc>
              <a:buFont typeface="Times" charset="0"/>
              <a:buAutoNum type="arabicPeriod"/>
              <a:defRPr/>
            </a:pPr>
            <a:r>
              <a:rPr lang="en-US" sz="2000">
                <a:ea typeface="+mn-ea"/>
              </a:rPr>
              <a:t>Classes that </a:t>
            </a:r>
            <a:r>
              <a:rPr lang="en-US" sz="2000" i="1">
                <a:solidFill>
                  <a:srgbClr val="7F0101"/>
                </a:solidFill>
                <a:ea typeface="+mn-ea"/>
              </a:rPr>
              <a:t>do not interact</a:t>
            </a:r>
            <a:r>
              <a:rPr lang="en-US" sz="2000">
                <a:ea typeface="+mn-ea"/>
              </a:rPr>
              <a:t> with others should be </a:t>
            </a:r>
            <a:r>
              <a:rPr lang="en-US" sz="2000" i="1">
                <a:solidFill>
                  <a:srgbClr val="7F0101"/>
                </a:solidFill>
                <a:ea typeface="+mn-ea"/>
              </a:rPr>
              <a:t>discarded</a:t>
            </a:r>
            <a:r>
              <a:rPr lang="en-US" sz="2000">
                <a:ea typeface="+mn-ea"/>
              </a:rPr>
              <a:t>. (Check carefully!)</a:t>
            </a:r>
          </a:p>
        </p:txBody>
      </p:sp>
      <p:sp>
        <p:nvSpPr>
          <p:cNvPr id="122884" name="Slide Number Placeholder 1">
            <a:extLst>
              <a:ext uri="{FF2B5EF4-FFF2-40B4-BE49-F238E27FC236}">
                <a16:creationId xmlns:a16="http://schemas.microsoft.com/office/drawing/2014/main" id="{8B2624D3-766F-8EE8-2EC3-CDD0496F4F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A364E6F-68E8-4C1B-B9FD-F41F6960A4D7}" type="slidenum">
              <a:rPr lang="en-AU" altLang="en-US" sz="1400" smtClean="0">
                <a:latin typeface="Times New Roman" panose="02020603050405020304" pitchFamily="18" charset="0"/>
              </a:rPr>
              <a:pPr>
                <a:spcBef>
                  <a:spcPct val="0"/>
                </a:spcBef>
                <a:buSzTx/>
                <a:buFontTx/>
                <a:buNone/>
              </a:pPr>
              <a:t>63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01CFBCB2-9011-CE87-2765-2FF04A9BA4CD}"/>
              </a:ext>
            </a:extLst>
          </p:cNvPr>
          <p:cNvSpPr>
            <a:spLocks noGrp="1" noChangeArrowheads="1"/>
          </p:cNvSpPr>
          <p:nvPr>
            <p:ph type="title" idx="4294967295"/>
          </p:nvPr>
        </p:nvSpPr>
        <p:spPr/>
        <p:txBody>
          <a:bodyPr/>
          <a:lstStyle/>
          <a:p>
            <a:pPr eaLnBrk="1" hangingPunct="1">
              <a:defRPr/>
            </a:pPr>
            <a:r>
              <a:rPr lang="en-US">
                <a:ea typeface="+mj-ea"/>
                <a:cs typeface="+mj-cs"/>
              </a:rPr>
              <a:t>Listing Collaborations</a:t>
            </a:r>
          </a:p>
        </p:txBody>
      </p:sp>
      <p:graphicFrame>
        <p:nvGraphicFramePr>
          <p:cNvPr id="615427" name="Group 3">
            <a:extLst>
              <a:ext uri="{FF2B5EF4-FFF2-40B4-BE49-F238E27FC236}">
                <a16:creationId xmlns:a16="http://schemas.microsoft.com/office/drawing/2014/main" id="{B5FB07D8-ED9D-7C09-D0A9-D7F80176BA87}"/>
              </a:ext>
            </a:extLst>
          </p:cNvPr>
          <p:cNvGraphicFramePr>
            <a:graphicFrameLocks noGrp="1"/>
          </p:cNvGraphicFramePr>
          <p:nvPr/>
        </p:nvGraphicFramePr>
        <p:xfrm>
          <a:off x="539750" y="1654175"/>
          <a:ext cx="8061325" cy="4365625"/>
        </p:xfrm>
        <a:graphic>
          <a:graphicData uri="http://schemas.openxmlformats.org/drawingml/2006/table">
            <a:tbl>
              <a:tblPr/>
              <a:tblGrid>
                <a:gridCol w="4900613">
                  <a:extLst>
                    <a:ext uri="{9D8B030D-6E8A-4147-A177-3AD203B41FA5}">
                      <a16:colId xmlns:a16="http://schemas.microsoft.com/office/drawing/2014/main" val="20000"/>
                    </a:ext>
                  </a:extLst>
                </a:gridCol>
                <a:gridCol w="3160712">
                  <a:extLst>
                    <a:ext uri="{9D8B030D-6E8A-4147-A177-3AD203B41FA5}">
                      <a16:colId xmlns:a16="http://schemas.microsoft.com/office/drawing/2014/main" val="20001"/>
                    </a:ext>
                  </a:extLst>
                </a:gridCol>
              </a:tblGrid>
              <a:tr h="873125">
                <a:tc gridSpan="2">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800" b="1" i="0" u="none" strike="noStrike" cap="none" normalizeH="0" baseline="0">
                          <a:ln>
                            <a:noFill/>
                          </a:ln>
                          <a:solidFill>
                            <a:schemeClr val="tx1"/>
                          </a:solidFill>
                          <a:effectLst/>
                          <a:latin typeface="Arial Narrow" charset="0"/>
                          <a:ea typeface="ＭＳ Ｐゴシック" charset="0"/>
                        </a:rPr>
                        <a:t>Drawing</a:t>
                      </a:r>
                      <a:endParaRPr kumimoji="0" lang="en-US" sz="2400" b="0"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873125">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Knows which elements it contains</a:t>
                      </a: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24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73125">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Maintains order of elements</a:t>
                      </a: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Drawing Element</a:t>
                      </a: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3125">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2400" b="0"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24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73125">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2400" b="0"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endParaRPr kumimoji="0" lang="en-US" sz="2400" b="0" i="0" u="none" strike="noStrike" cap="none" normalizeH="0" baseline="0">
                        <a:ln>
                          <a:noFill/>
                        </a:ln>
                        <a:solidFill>
                          <a:schemeClr val="tx1"/>
                        </a:solidFill>
                        <a:effectLst/>
                        <a:latin typeface="Arial Narrow" charset="0"/>
                        <a:ea typeface="ＭＳ Ｐゴシック" charset="0"/>
                      </a:endParaRPr>
                    </a:p>
                  </a:txBody>
                  <a:tcP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24950" name="Slide Number Placeholder 1">
            <a:extLst>
              <a:ext uri="{FF2B5EF4-FFF2-40B4-BE49-F238E27FC236}">
                <a16:creationId xmlns:a16="http://schemas.microsoft.com/office/drawing/2014/main" id="{B38ED05D-45B5-240F-B5AC-D44E9307A3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1613736-34F2-496A-B476-631D6126B176}" type="slidenum">
              <a:rPr lang="en-AU" altLang="en-US" sz="1400" smtClean="0">
                <a:latin typeface="Times New Roman" panose="02020603050405020304" pitchFamily="18" charset="0"/>
              </a:rPr>
              <a:pPr>
                <a:spcBef>
                  <a:spcPct val="0"/>
                </a:spcBef>
                <a:buSzTx/>
                <a:buFontTx/>
                <a:buNone/>
              </a:pPr>
              <a:t>64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9C5C57C7-0233-B6A0-041C-587EB25A1320}"/>
              </a:ext>
            </a:extLst>
          </p:cNvPr>
          <p:cNvSpPr>
            <a:spLocks noGrp="1" noChangeArrowheads="1"/>
          </p:cNvSpPr>
          <p:nvPr>
            <p:ph type="title"/>
          </p:nvPr>
        </p:nvSpPr>
        <p:spPr/>
        <p:txBody>
          <a:bodyPr/>
          <a:lstStyle/>
          <a:p>
            <a:pPr>
              <a:defRPr/>
            </a:pPr>
            <a:r>
              <a:rPr lang="en-US">
                <a:ea typeface="+mj-ea"/>
                <a:cs typeface="+mj-cs"/>
              </a:rPr>
              <a:t>Summary</a:t>
            </a:r>
          </a:p>
        </p:txBody>
      </p:sp>
      <p:sp>
        <p:nvSpPr>
          <p:cNvPr id="360451" name="Rectangle 3">
            <a:extLst>
              <a:ext uri="{FF2B5EF4-FFF2-40B4-BE49-F238E27FC236}">
                <a16:creationId xmlns:a16="http://schemas.microsoft.com/office/drawing/2014/main" id="{6653D4F9-7D4F-F679-A6E1-A98C1DF53661}"/>
              </a:ext>
            </a:extLst>
          </p:cNvPr>
          <p:cNvSpPr>
            <a:spLocks noGrp="1" noChangeArrowheads="1"/>
          </p:cNvSpPr>
          <p:nvPr>
            <p:ph type="body" idx="1"/>
          </p:nvPr>
        </p:nvSpPr>
        <p:spPr/>
        <p:txBody>
          <a:bodyPr/>
          <a:lstStyle/>
          <a:p>
            <a:pPr>
              <a:buFont typeface="Wingdings" charset="0"/>
              <a:buNone/>
              <a:defRPr/>
            </a:pPr>
            <a:endParaRPr lang="en-US" sz="2000" dirty="0">
              <a:ea typeface="+mn-ea"/>
              <a:cs typeface="+mn-cs"/>
            </a:endParaRPr>
          </a:p>
          <a:p>
            <a:pPr>
              <a:buFont typeface="Wingdings" charset="0"/>
              <a:buNone/>
              <a:defRPr/>
            </a:pPr>
            <a:r>
              <a:rPr lang="en-US" dirty="0">
                <a:ea typeface="+mn-ea"/>
                <a:cs typeface="+mn-cs"/>
              </a:rPr>
              <a:t>An </a:t>
            </a:r>
            <a:r>
              <a:rPr lang="en-US" dirty="0">
                <a:solidFill>
                  <a:srgbClr val="0C3A80"/>
                </a:solidFill>
                <a:ea typeface="+mn-ea"/>
                <a:cs typeface="+mn-cs"/>
              </a:rPr>
              <a:t>application</a:t>
            </a:r>
            <a:r>
              <a:rPr lang="en-US" dirty="0">
                <a:ea typeface="+mn-ea"/>
                <a:cs typeface="+mn-cs"/>
              </a:rPr>
              <a:t> = a set of interacting </a:t>
            </a:r>
            <a:r>
              <a:rPr lang="en-US" i="1" dirty="0">
                <a:solidFill>
                  <a:srgbClr val="7F0300"/>
                </a:solidFill>
                <a:ea typeface="+mn-ea"/>
                <a:cs typeface="+mn-cs"/>
              </a:rPr>
              <a:t>objects</a:t>
            </a:r>
            <a:endParaRPr lang="en-US" dirty="0">
              <a:ea typeface="+mn-ea"/>
              <a:cs typeface="+mn-cs"/>
            </a:endParaRPr>
          </a:p>
          <a:p>
            <a:pPr>
              <a:buFont typeface="Wingdings" charset="0"/>
              <a:buNone/>
              <a:defRPr/>
            </a:pPr>
            <a:r>
              <a:rPr lang="en-US" dirty="0">
                <a:ea typeface="+mn-ea"/>
                <a:cs typeface="+mn-cs"/>
              </a:rPr>
              <a:t>An </a:t>
            </a:r>
            <a:r>
              <a:rPr lang="en-US" dirty="0">
                <a:solidFill>
                  <a:srgbClr val="0C3A80"/>
                </a:solidFill>
                <a:ea typeface="+mn-ea"/>
                <a:cs typeface="+mn-cs"/>
              </a:rPr>
              <a:t>object</a:t>
            </a:r>
            <a:r>
              <a:rPr lang="en-US" dirty="0">
                <a:ea typeface="+mn-ea"/>
                <a:cs typeface="+mn-cs"/>
              </a:rPr>
              <a:t> = an implementation of one or more </a:t>
            </a:r>
            <a:r>
              <a:rPr lang="en-US" i="1" dirty="0">
                <a:solidFill>
                  <a:srgbClr val="7F0300"/>
                </a:solidFill>
                <a:ea typeface="+mn-ea"/>
                <a:cs typeface="+mn-cs"/>
              </a:rPr>
              <a:t>roles</a:t>
            </a:r>
            <a:endParaRPr lang="en-US" dirty="0">
              <a:ea typeface="+mn-ea"/>
              <a:cs typeface="+mn-cs"/>
            </a:endParaRPr>
          </a:p>
          <a:p>
            <a:pPr>
              <a:buFont typeface="Wingdings" charset="0"/>
              <a:buNone/>
              <a:defRPr/>
            </a:pPr>
            <a:r>
              <a:rPr lang="en-US" dirty="0">
                <a:ea typeface="+mn-ea"/>
                <a:cs typeface="+mn-cs"/>
              </a:rPr>
              <a:t>A </a:t>
            </a:r>
            <a:r>
              <a:rPr lang="en-US" dirty="0">
                <a:solidFill>
                  <a:srgbClr val="0C3A80"/>
                </a:solidFill>
                <a:ea typeface="+mn-ea"/>
                <a:cs typeface="+mn-cs"/>
              </a:rPr>
              <a:t>role</a:t>
            </a:r>
            <a:r>
              <a:rPr lang="en-US" dirty="0">
                <a:ea typeface="+mn-ea"/>
                <a:cs typeface="+mn-cs"/>
              </a:rPr>
              <a:t> = a set of related </a:t>
            </a:r>
            <a:r>
              <a:rPr lang="en-US" i="1" dirty="0">
                <a:solidFill>
                  <a:srgbClr val="7F0300"/>
                </a:solidFill>
                <a:ea typeface="+mn-ea"/>
                <a:cs typeface="+mn-cs"/>
              </a:rPr>
              <a:t>responsibilities</a:t>
            </a:r>
            <a:endParaRPr lang="en-US" dirty="0">
              <a:ea typeface="+mn-ea"/>
              <a:cs typeface="+mn-cs"/>
            </a:endParaRPr>
          </a:p>
          <a:p>
            <a:pPr>
              <a:buFont typeface="Wingdings" charset="0"/>
              <a:buNone/>
              <a:defRPr/>
            </a:pPr>
            <a:r>
              <a:rPr lang="en-US" dirty="0">
                <a:ea typeface="+mn-ea"/>
                <a:cs typeface="+mn-cs"/>
              </a:rPr>
              <a:t>A </a:t>
            </a:r>
            <a:r>
              <a:rPr lang="en-US" dirty="0">
                <a:solidFill>
                  <a:srgbClr val="0C3A80"/>
                </a:solidFill>
                <a:ea typeface="+mn-ea"/>
                <a:cs typeface="+mn-cs"/>
              </a:rPr>
              <a:t>responsibility</a:t>
            </a:r>
            <a:r>
              <a:rPr lang="en-US" dirty="0">
                <a:ea typeface="+mn-ea"/>
                <a:cs typeface="+mn-cs"/>
              </a:rPr>
              <a:t> = an obligation to perform a task or know certain information</a:t>
            </a:r>
          </a:p>
          <a:p>
            <a:pPr>
              <a:buFont typeface="Wingdings" charset="0"/>
              <a:buNone/>
              <a:defRPr/>
            </a:pPr>
            <a:r>
              <a:rPr lang="en-US" dirty="0">
                <a:ea typeface="+mn-ea"/>
                <a:cs typeface="+mn-cs"/>
              </a:rPr>
              <a:t>A </a:t>
            </a:r>
            <a:r>
              <a:rPr lang="en-US" dirty="0">
                <a:solidFill>
                  <a:srgbClr val="0C3A80"/>
                </a:solidFill>
                <a:ea typeface="+mn-ea"/>
                <a:cs typeface="+mn-cs"/>
              </a:rPr>
              <a:t>collaboration</a:t>
            </a:r>
            <a:r>
              <a:rPr lang="en-US" dirty="0">
                <a:ea typeface="+mn-ea"/>
                <a:cs typeface="+mn-cs"/>
              </a:rPr>
              <a:t> = an </a:t>
            </a:r>
            <a:r>
              <a:rPr lang="en-US" i="1" dirty="0">
                <a:solidFill>
                  <a:srgbClr val="7F0300"/>
                </a:solidFill>
                <a:ea typeface="+mn-ea"/>
                <a:cs typeface="+mn-cs"/>
              </a:rPr>
              <a:t>interaction</a:t>
            </a:r>
            <a:r>
              <a:rPr lang="en-US" dirty="0">
                <a:ea typeface="+mn-ea"/>
                <a:cs typeface="+mn-cs"/>
              </a:rPr>
              <a:t> of objects </a:t>
            </a:r>
            <a:r>
              <a:rPr lang="en-US" i="1" dirty="0">
                <a:ea typeface="+mn-ea"/>
                <a:cs typeface="+mn-cs"/>
              </a:rPr>
              <a:t>or</a:t>
            </a:r>
            <a:r>
              <a:rPr lang="en-US" dirty="0">
                <a:ea typeface="+mn-ea"/>
                <a:cs typeface="+mn-cs"/>
              </a:rPr>
              <a:t> roles</a:t>
            </a:r>
          </a:p>
        </p:txBody>
      </p:sp>
      <p:sp>
        <p:nvSpPr>
          <p:cNvPr id="126980" name="Slide Number Placeholder 1">
            <a:extLst>
              <a:ext uri="{FF2B5EF4-FFF2-40B4-BE49-F238E27FC236}">
                <a16:creationId xmlns:a16="http://schemas.microsoft.com/office/drawing/2014/main" id="{FE6849C8-8EFF-59BE-CDEA-D48B7287DDD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04671E6-A4CE-4813-824F-ECD1C8E0BD9A}" type="slidenum">
              <a:rPr lang="en-AU" altLang="en-US" sz="1400" smtClean="0">
                <a:latin typeface="Times New Roman" panose="02020603050405020304" pitchFamily="18" charset="0"/>
              </a:rPr>
              <a:pPr>
                <a:spcBef>
                  <a:spcPct val="0"/>
                </a:spcBef>
                <a:buSzTx/>
                <a:buFontTx/>
                <a:buNone/>
              </a:pPr>
              <a:t>65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a:extLst>
              <a:ext uri="{FF2B5EF4-FFF2-40B4-BE49-F238E27FC236}">
                <a16:creationId xmlns:a16="http://schemas.microsoft.com/office/drawing/2014/main" id="{4C64E44F-49FE-8DBF-559F-949D1016AFCA}"/>
              </a:ext>
            </a:extLst>
          </p:cNvPr>
          <p:cNvSpPr>
            <a:spLocks noGrp="1" noChangeArrowheads="1"/>
          </p:cNvSpPr>
          <p:nvPr>
            <p:ph type="title"/>
          </p:nvPr>
        </p:nvSpPr>
        <p:spPr>
          <a:xfrm>
            <a:off x="900113" y="342900"/>
            <a:ext cx="7380287" cy="685800"/>
          </a:xfrm>
        </p:spPr>
        <p:txBody>
          <a:bodyPr/>
          <a:lstStyle/>
          <a:p>
            <a:pPr>
              <a:defRPr/>
            </a:pPr>
            <a:r>
              <a:rPr lang="en-US" dirty="0">
                <a:ea typeface="+mj-ea"/>
                <a:cs typeface="+mj-cs"/>
              </a:rPr>
              <a:t>Questions for Consideration</a:t>
            </a:r>
          </a:p>
        </p:txBody>
      </p:sp>
      <p:sp>
        <p:nvSpPr>
          <p:cNvPr id="361475" name="Rectangle 3">
            <a:extLst>
              <a:ext uri="{FF2B5EF4-FFF2-40B4-BE49-F238E27FC236}">
                <a16:creationId xmlns:a16="http://schemas.microsoft.com/office/drawing/2014/main" id="{14C33443-1DC8-522E-1E71-21AD0893E947}"/>
              </a:ext>
            </a:extLst>
          </p:cNvPr>
          <p:cNvSpPr>
            <a:spLocks noGrp="1" noChangeArrowheads="1"/>
          </p:cNvSpPr>
          <p:nvPr>
            <p:ph type="body" idx="1"/>
          </p:nvPr>
        </p:nvSpPr>
        <p:spPr/>
        <p:txBody>
          <a:bodyPr/>
          <a:lstStyle/>
          <a:p>
            <a:pPr marL="269875" indent="-269875">
              <a:lnSpc>
                <a:spcPct val="90000"/>
              </a:lnSpc>
              <a:buFont typeface="+mj-lt"/>
              <a:buAutoNum type="arabicPeriod"/>
              <a:defRPr/>
            </a:pPr>
            <a:r>
              <a:rPr lang="en-US" sz="2400" dirty="0">
                <a:ea typeface="+mn-ea"/>
                <a:cs typeface="+mn-cs"/>
              </a:rPr>
              <a:t>How do classes differ from objects?</a:t>
            </a:r>
          </a:p>
          <a:p>
            <a:pPr marL="269875" indent="-269875">
              <a:lnSpc>
                <a:spcPct val="90000"/>
              </a:lnSpc>
              <a:buFont typeface="+mj-lt"/>
              <a:buAutoNum type="arabicPeriod"/>
              <a:defRPr/>
            </a:pPr>
            <a:r>
              <a:rPr lang="en-US" sz="2400" dirty="0">
                <a:ea typeface="+mn-ea"/>
                <a:cs typeface="+mn-cs"/>
              </a:rPr>
              <a:t>Coupling and cohesion are two important concepts to consider when designing a software system. How can the requirements for each be achieved and what needs to be considered with the knowledge that the software will expand over time?</a:t>
            </a:r>
          </a:p>
          <a:p>
            <a:pPr marL="269875" indent="-269875">
              <a:lnSpc>
                <a:spcPct val="90000"/>
              </a:lnSpc>
              <a:buFont typeface="+mj-lt"/>
              <a:buAutoNum type="arabicPeriod"/>
              <a:defRPr/>
            </a:pPr>
            <a:r>
              <a:rPr lang="en-US" sz="2400" dirty="0">
                <a:ea typeface="+mn-ea"/>
                <a:cs typeface="+mn-cs"/>
              </a:rPr>
              <a:t>Given the fact that future releases may be ported to different platforms, how can the software be designed in a way that anticipates this change?</a:t>
            </a:r>
          </a:p>
          <a:p>
            <a:pPr marL="269875" indent="-269875">
              <a:lnSpc>
                <a:spcPct val="90000"/>
              </a:lnSpc>
              <a:buFont typeface="+mj-lt"/>
              <a:buAutoNum type="arabicPeriod"/>
              <a:defRPr/>
            </a:pPr>
            <a:r>
              <a:rPr lang="en-US" sz="2400" dirty="0">
                <a:ea typeface="+mn-ea"/>
                <a:cs typeface="+mn-cs"/>
              </a:rPr>
              <a:t>Why is it important to differentiate interfaces from implementation? What happens if this is not adhered to?</a:t>
            </a:r>
          </a:p>
          <a:p>
            <a:pPr marL="269875" indent="-269875">
              <a:lnSpc>
                <a:spcPct val="90000"/>
              </a:lnSpc>
              <a:buFont typeface="+mj-lt"/>
              <a:buAutoNum type="arabicPeriod"/>
              <a:defRPr/>
            </a:pPr>
            <a:r>
              <a:rPr lang="en-US" sz="2400" dirty="0">
                <a:ea typeface="+mn-ea"/>
                <a:cs typeface="+mn-cs"/>
              </a:rPr>
              <a:t>When assigning responsibilities for objects in OO design, why is it recommended to avoid 'data holder' only classes? </a:t>
            </a:r>
          </a:p>
        </p:txBody>
      </p:sp>
      <p:sp>
        <p:nvSpPr>
          <p:cNvPr id="129028" name="Slide Number Placeholder 1">
            <a:extLst>
              <a:ext uri="{FF2B5EF4-FFF2-40B4-BE49-F238E27FC236}">
                <a16:creationId xmlns:a16="http://schemas.microsoft.com/office/drawing/2014/main" id="{9599B806-1DC9-3FED-7AA2-350027BACA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A97813C-CAE5-40EE-9D59-3130ACD953F7}" type="slidenum">
              <a:rPr lang="en-AU" altLang="en-US" sz="1400" smtClean="0">
                <a:latin typeface="Times New Roman" panose="02020603050405020304" pitchFamily="18" charset="0"/>
              </a:rPr>
              <a:pPr>
                <a:spcBef>
                  <a:spcPct val="0"/>
                </a:spcBef>
                <a:buSzTx/>
                <a:buFontTx/>
                <a:buNone/>
              </a:pPr>
              <a:t>66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3F375737-06BF-2654-5C7E-22FB6BB79C00}"/>
              </a:ext>
            </a:extLst>
          </p:cNvPr>
          <p:cNvSpPr>
            <a:spLocks noGrp="1" noChangeArrowheads="1"/>
          </p:cNvSpPr>
          <p:nvPr>
            <p:ph type="title"/>
          </p:nvPr>
        </p:nvSpPr>
        <p:spPr/>
        <p:txBody>
          <a:bodyPr/>
          <a:lstStyle/>
          <a:p>
            <a:pPr>
              <a:defRPr/>
            </a:pPr>
            <a:r>
              <a:rPr lang="en-US" dirty="0">
                <a:ea typeface="+mj-ea"/>
                <a:cs typeface="+mj-cs"/>
              </a:rPr>
              <a:t>Question to Answer – week 5</a:t>
            </a:r>
          </a:p>
        </p:txBody>
      </p:sp>
      <p:sp>
        <p:nvSpPr>
          <p:cNvPr id="461827" name="Rectangle 3">
            <a:extLst>
              <a:ext uri="{FF2B5EF4-FFF2-40B4-BE49-F238E27FC236}">
                <a16:creationId xmlns:a16="http://schemas.microsoft.com/office/drawing/2014/main" id="{E9D73CD8-B6E5-F558-ECCE-FFA7710E6D3A}"/>
              </a:ext>
            </a:extLst>
          </p:cNvPr>
          <p:cNvSpPr>
            <a:spLocks noGrp="1" noChangeArrowheads="1"/>
          </p:cNvSpPr>
          <p:nvPr>
            <p:ph type="body" idx="1"/>
          </p:nvPr>
        </p:nvSpPr>
        <p:spPr/>
        <p:txBody>
          <a:bodyPr/>
          <a:lstStyle/>
          <a:p>
            <a:pPr>
              <a:buFont typeface="Wingdings" charset="0"/>
              <a:buNone/>
              <a:defRPr/>
            </a:pPr>
            <a:endParaRPr lang="en-AU" sz="1000" i="1" dirty="0">
              <a:ea typeface="+mn-ea"/>
              <a:cs typeface="+mn-cs"/>
            </a:endParaRPr>
          </a:p>
          <a:p>
            <a:pPr>
              <a:buFont typeface="Wingdings" charset="0"/>
              <a:buNone/>
              <a:defRPr/>
            </a:pPr>
            <a:r>
              <a:rPr lang="en-AU" i="1" dirty="0">
                <a:ea typeface="+mn-ea"/>
                <a:cs typeface="+mn-cs"/>
              </a:rPr>
              <a:t>	</a:t>
            </a:r>
            <a:r>
              <a:rPr lang="en-AU" i="1" dirty="0">
                <a:ea typeface="+mn-ea"/>
              </a:rPr>
              <a:t>In what way are objects, the artificial building blocks of a machine or </a:t>
            </a:r>
            <a:r>
              <a:rPr lang="en-AU" i="1">
                <a:ea typeface="+mn-ea"/>
              </a:rPr>
              <a:t>software system, </a:t>
            </a:r>
            <a:r>
              <a:rPr lang="en-AU" i="1" dirty="0">
                <a:ea typeface="+mn-ea"/>
              </a:rPr>
              <a:t>similar to a living, biological organism? What role do they play in helping us to understand and think about a problem?</a:t>
            </a:r>
            <a:endParaRPr lang="en-AU" dirty="0">
              <a:ea typeface="+mn-ea"/>
            </a:endParaRPr>
          </a:p>
        </p:txBody>
      </p:sp>
      <p:sp>
        <p:nvSpPr>
          <p:cNvPr id="131076" name="Slide Number Placeholder 1">
            <a:extLst>
              <a:ext uri="{FF2B5EF4-FFF2-40B4-BE49-F238E27FC236}">
                <a16:creationId xmlns:a16="http://schemas.microsoft.com/office/drawing/2014/main" id="{0FA2CACF-0B0B-FED1-DC3D-D56694F8DCF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28D9C08-A929-45F9-862B-3F2BF6888332}" type="slidenum">
              <a:rPr lang="en-AU" altLang="en-US" sz="1400" smtClean="0">
                <a:latin typeface="Times New Roman" panose="02020603050405020304" pitchFamily="18" charset="0"/>
              </a:rPr>
              <a:pPr>
                <a:spcBef>
                  <a:spcPct val="0"/>
                </a:spcBef>
                <a:buSzTx/>
                <a:buFontTx/>
                <a:buNone/>
              </a:pPr>
              <a:t>67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a:extLst>
              <a:ext uri="{FF2B5EF4-FFF2-40B4-BE49-F238E27FC236}">
                <a16:creationId xmlns:a16="http://schemas.microsoft.com/office/drawing/2014/main" id="{E6E7D17F-E061-782B-F0CA-DBD7F3F3FE48}"/>
              </a:ext>
            </a:extLst>
          </p:cNvPr>
          <p:cNvSpPr>
            <a:spLocks noGrp="1" noChangeArrowheads="1"/>
          </p:cNvSpPr>
          <p:nvPr>
            <p:ph type="title"/>
          </p:nvPr>
        </p:nvSpPr>
        <p:spPr/>
        <p:txBody>
          <a:bodyPr/>
          <a:lstStyle/>
          <a:p>
            <a:pPr>
              <a:defRPr/>
            </a:pPr>
            <a:r>
              <a:rPr lang="en-AU">
                <a:ea typeface="+mj-ea"/>
                <a:cs typeface="+mj-cs"/>
              </a:rPr>
              <a:t>Required Reading Lecture 6</a:t>
            </a:r>
            <a:endParaRPr lang="en-US">
              <a:ea typeface="+mj-ea"/>
              <a:cs typeface="+mj-cs"/>
            </a:endParaRPr>
          </a:p>
        </p:txBody>
      </p:sp>
      <p:sp>
        <p:nvSpPr>
          <p:cNvPr id="365571" name="Rectangle 3">
            <a:extLst>
              <a:ext uri="{FF2B5EF4-FFF2-40B4-BE49-F238E27FC236}">
                <a16:creationId xmlns:a16="http://schemas.microsoft.com/office/drawing/2014/main" id="{3AB06772-020A-BE67-B388-59E25CEC4080}"/>
              </a:ext>
            </a:extLst>
          </p:cNvPr>
          <p:cNvSpPr>
            <a:spLocks noGrp="1" noChangeArrowheads="1"/>
          </p:cNvSpPr>
          <p:nvPr>
            <p:ph type="body" idx="1"/>
          </p:nvPr>
        </p:nvSpPr>
        <p:spPr/>
        <p:txBody>
          <a:bodyPr/>
          <a:lstStyle/>
          <a:p>
            <a:pPr>
              <a:buFont typeface="Wingdings" charset="0"/>
              <a:buNone/>
              <a:defRPr/>
            </a:pPr>
            <a:endParaRPr lang="en-GB" dirty="0">
              <a:ea typeface="+mn-ea"/>
              <a:cs typeface="+mn-cs"/>
            </a:endParaRPr>
          </a:p>
          <a:p>
            <a:pPr>
              <a:buFont typeface="Wingdings" charset="0"/>
              <a:buChar char="n"/>
              <a:defRPr/>
            </a:pPr>
            <a:r>
              <a:rPr lang="en-GB" dirty="0">
                <a:ea typeface="+mn-ea"/>
                <a:cs typeface="+mn-cs"/>
              </a:rPr>
              <a:t>Robert C. Martin,</a:t>
            </a:r>
            <a:r>
              <a:rPr lang="en-GB" i="1" dirty="0">
                <a:ea typeface="+mn-ea"/>
                <a:cs typeface="+mn-cs"/>
              </a:rPr>
              <a:t> </a:t>
            </a:r>
            <a:r>
              <a:rPr lang="en-GB" i="1" dirty="0">
                <a:solidFill>
                  <a:srgbClr val="7F0101"/>
                </a:solidFill>
                <a:ea typeface="+mn-ea"/>
                <a:cs typeface="+mn-cs"/>
              </a:rPr>
              <a:t>UML for Java Programmers</a:t>
            </a:r>
            <a:r>
              <a:rPr lang="en-GB" dirty="0">
                <a:ea typeface="+mn-ea"/>
                <a:cs typeface="+mn-cs"/>
              </a:rPr>
              <a:t>, Prentice Hall, 2003, Chapter 11</a:t>
            </a:r>
            <a:r>
              <a:rPr lang="en-GB" i="1" dirty="0">
                <a:ea typeface="+mn-ea"/>
                <a:cs typeface="+mn-cs"/>
              </a:rPr>
              <a:t> </a:t>
            </a:r>
            <a:r>
              <a:rPr lang="en-GB" dirty="0">
                <a:ea typeface="+mn-ea"/>
                <a:cs typeface="+mn-cs"/>
              </a:rPr>
              <a:t>(available from Canvas).</a:t>
            </a:r>
          </a:p>
          <a:p>
            <a:pPr>
              <a:buFont typeface="Wingdings" charset="0"/>
              <a:buChar char="n"/>
              <a:defRPr/>
            </a:pPr>
            <a:r>
              <a:rPr lang="en-GB" sz="2600" dirty="0"/>
              <a:t>Bertrand Meyer,</a:t>
            </a:r>
            <a:r>
              <a:rPr lang="en-GB" sz="2600" i="1" dirty="0"/>
              <a:t> </a:t>
            </a:r>
            <a:r>
              <a:rPr lang="en-GB" sz="2600" i="1" dirty="0">
                <a:solidFill>
                  <a:srgbClr val="7F0101"/>
                </a:solidFill>
              </a:rPr>
              <a:t>Applying </a:t>
            </a:r>
            <a:r>
              <a:rPr lang="en-GB" altLang="en-US" sz="2600" i="1" dirty="0">
                <a:solidFill>
                  <a:srgbClr val="7F0101"/>
                </a:solidFill>
              </a:rPr>
              <a:t>“</a:t>
            </a:r>
            <a:r>
              <a:rPr lang="en-GB" sz="2600" i="1" dirty="0">
                <a:solidFill>
                  <a:srgbClr val="7F0101"/>
                </a:solidFill>
              </a:rPr>
              <a:t>Design by Contract</a:t>
            </a:r>
            <a:r>
              <a:rPr lang="en-GB" altLang="en-US" sz="2600" i="1" dirty="0">
                <a:solidFill>
                  <a:srgbClr val="7F0101"/>
                </a:solidFill>
              </a:rPr>
              <a:t>”</a:t>
            </a:r>
            <a:r>
              <a:rPr lang="en-GB" altLang="ja-JP" sz="2600" dirty="0"/>
              <a:t>, IEEE Computer, October 1992,</a:t>
            </a:r>
            <a:r>
              <a:rPr lang="en-GB" altLang="ja-JP" sz="2600" i="1" dirty="0"/>
              <a:t> </a:t>
            </a:r>
            <a:r>
              <a:rPr lang="en-GB" altLang="ja-JP" sz="2600" dirty="0"/>
              <a:t>(available from Canvas).</a:t>
            </a:r>
            <a:endParaRPr lang="en-GB" sz="2600" dirty="0"/>
          </a:p>
          <a:p>
            <a:pPr>
              <a:buFont typeface="Wingdings" charset="0"/>
              <a:buChar char="n"/>
              <a:defRPr/>
            </a:pPr>
            <a:endParaRPr lang="en-GB" sz="1200" dirty="0">
              <a:ea typeface="+mn-ea"/>
              <a:cs typeface="+mn-cs"/>
            </a:endParaRPr>
          </a:p>
        </p:txBody>
      </p:sp>
      <p:sp>
        <p:nvSpPr>
          <p:cNvPr id="133124" name="Slide Number Placeholder 1">
            <a:extLst>
              <a:ext uri="{FF2B5EF4-FFF2-40B4-BE49-F238E27FC236}">
                <a16:creationId xmlns:a16="http://schemas.microsoft.com/office/drawing/2014/main" id="{940402A8-33DC-05AB-D3A7-A5BE22AA7A2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0AFF700-FD7B-4B16-ABB4-9CD1018990F1}" type="slidenum">
              <a:rPr lang="en-AU" altLang="en-US" sz="1400" smtClean="0">
                <a:latin typeface="Times New Roman" panose="02020603050405020304" pitchFamily="18" charset="0"/>
              </a:rPr>
              <a:pPr>
                <a:spcBef>
                  <a:spcPct val="0"/>
                </a:spcBef>
                <a:buSzTx/>
                <a:buFontTx/>
                <a:buNone/>
              </a:pPr>
              <a:t>68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FF0000"/>
      </a:accent2>
      <a:accent3>
        <a:srgbClr val="FFFFFF"/>
      </a:accent3>
      <a:accent4>
        <a:srgbClr val="000000"/>
      </a:accent4>
      <a:accent5>
        <a:srgbClr val="AAE2CA"/>
      </a:accent5>
      <a:accent6>
        <a:srgbClr val="E70000"/>
      </a:accent6>
      <a:hlink>
        <a:srgbClr val="5F5F5F"/>
      </a:hlink>
      <a:folHlink>
        <a:srgbClr val="B2B2B2"/>
      </a:folHlink>
    </a:clrScheme>
    <a:fontScheme name="Default Design">
      <a:majorFont>
        <a:latin typeface="Arial Narrow"/>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A722C59-7272-4E45-8F6B-915B15886714}">
  <we:reference id="wa200010001" version="1.0.0.1" store="en-US" storeType="OMEX"/>
  <we:alternateReferences>
    <we:reference id="wa200010001" version="1.0.0.1" store="" storeType="OMEX"/>
  </we:alternateReferences>
  <we:properties>
    <we:property name="claude.fileId" value="&quot;a1eb0386-47ed-4830-8d99-bf867f92848b&quot;"/>
  </we:properties>
  <we:bindings/>
  <we:snapshot xmlns:r="http://schemas.openxmlformats.org/officeDocument/2006/relationships"/>
</we:webextension>
</file>

<file path=docMetadata/LabelInfo.xml><?xml version="1.0" encoding="utf-8"?>
<clbl:labelList xmlns:clbl="http://schemas.microsoft.com/office/2020/mipLabelMetadata">
  <clbl:label id="{5583b3fa-365b-4fa2-9885-a560b35483b3}" enabled="1" method="Standard" siteId="{df7f7579-3e9c-4a7e-b844-420280f53859}" removed="0"/>
</clbl:labelList>
</file>

<file path=docProps/app.xml><?xml version="1.0" encoding="utf-8"?>
<Properties xmlns="http://schemas.openxmlformats.org/officeDocument/2006/extended-properties" xmlns:vt="http://schemas.openxmlformats.org/officeDocument/2006/docPropsVTypes">
  <Template/>
  <TotalTime>4272</TotalTime>
  <Words>5878</Words>
  <Application>Microsoft Office PowerPoint</Application>
  <PresentationFormat>On-screen Show (4:3)</PresentationFormat>
  <Paragraphs>894</Paragraphs>
  <Slides>68</Slides>
  <Notes>59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68</vt:i4>
      </vt:variant>
    </vt:vector>
  </HeadingPairs>
  <TitlesOfParts>
    <vt:vector size="79" baseType="lpstr">
      <vt:lpstr>Arial Narrow</vt:lpstr>
      <vt:lpstr>MS PGothic</vt:lpstr>
      <vt:lpstr>Arial</vt:lpstr>
      <vt:lpstr>Wingdings</vt:lpstr>
      <vt:lpstr>Times New Roman</vt:lpstr>
      <vt:lpstr>Helvetica</vt:lpstr>
      <vt:lpstr>Tahoma</vt:lpstr>
      <vt:lpstr>Symbol</vt:lpstr>
      <vt:lpstr>Helvetica CE</vt:lpstr>
      <vt:lpstr>Times</vt:lpstr>
      <vt:lpstr>Default Design</vt:lpstr>
      <vt:lpstr>SWE30003 Software Architecture and Design</vt:lpstr>
      <vt:lpstr>Logistical matters</vt:lpstr>
      <vt:lpstr>Question to Answer - Week 4</vt:lpstr>
      <vt:lpstr>Principal References</vt:lpstr>
      <vt:lpstr>Object-Oriented Design</vt:lpstr>
      <vt:lpstr>Roadmap</vt:lpstr>
      <vt:lpstr>Decomposition</vt:lpstr>
      <vt:lpstr>Decomposition (cont.)</vt:lpstr>
      <vt:lpstr>PowerPoint Presentation</vt:lpstr>
      <vt:lpstr>Coupling and Cohesion</vt:lpstr>
      <vt:lpstr>PowerPoint Presentation</vt:lpstr>
      <vt:lpstr>Tight coupling</vt:lpstr>
      <vt:lpstr>Low coupling</vt:lpstr>
      <vt:lpstr>Low Cohesion</vt:lpstr>
      <vt:lpstr>Strong Cohesion</vt:lpstr>
      <vt:lpstr>Roadmap</vt:lpstr>
      <vt:lpstr>What is an Object?</vt:lpstr>
      <vt:lpstr>What is an Object?</vt:lpstr>
      <vt:lpstr>In fact…</vt:lpstr>
      <vt:lpstr>What is a Class?</vt:lpstr>
      <vt:lpstr>Classes in UML</vt:lpstr>
      <vt:lpstr>PowerPoint Presentation</vt:lpstr>
      <vt:lpstr>PowerPoint Presentation</vt:lpstr>
      <vt:lpstr>Objects in UML</vt:lpstr>
      <vt:lpstr>Roadmap</vt:lpstr>
      <vt:lpstr>Object-oriented Design</vt:lpstr>
      <vt:lpstr>Object-oriented Design (cont.)</vt:lpstr>
      <vt:lpstr>Roadmap</vt:lpstr>
      <vt:lpstr>Why Object-Oriented Design?</vt:lpstr>
      <vt:lpstr>Why Object-Oriented Design (cont.)?</vt:lpstr>
      <vt:lpstr>Iteration in Object-Oriented Design</vt:lpstr>
      <vt:lpstr>Case Study: Drawing Editor</vt:lpstr>
      <vt:lpstr>The Initial Exploration</vt:lpstr>
      <vt:lpstr>The Detailed Analysis</vt:lpstr>
      <vt:lpstr>Finding Classes</vt:lpstr>
      <vt:lpstr>Finding Classes (cont.)</vt:lpstr>
      <vt:lpstr>Drawing Editor: Noun Phrases</vt:lpstr>
      <vt:lpstr>PowerPoint Presentation</vt:lpstr>
      <vt:lpstr>PowerPoint Presentation</vt:lpstr>
      <vt:lpstr>Roadmap</vt:lpstr>
      <vt:lpstr>Class Selection Rationale</vt:lpstr>
      <vt:lpstr>Class Selection Rationale (II)</vt:lpstr>
      <vt:lpstr>Class Selection Rationale (III)</vt:lpstr>
      <vt:lpstr>Class Selection Rationale (IV)</vt:lpstr>
      <vt:lpstr>Class Selection Rationale (V)</vt:lpstr>
      <vt:lpstr>Candidate Classes</vt:lpstr>
      <vt:lpstr>xfig</vt:lpstr>
      <vt:lpstr>A Quicker Starting Point …</vt:lpstr>
      <vt:lpstr>Roadmap</vt:lpstr>
      <vt:lpstr>Class Responsibility Collaboration Cards</vt:lpstr>
      <vt:lpstr>CRC Cards (cont.)</vt:lpstr>
      <vt:lpstr>Roadmap</vt:lpstr>
      <vt:lpstr>Responsibilities</vt:lpstr>
      <vt:lpstr>Identifying Responsibilities</vt:lpstr>
      <vt:lpstr>How to assign responsibility?</vt:lpstr>
      <vt:lpstr>Assigning Responsibilities</vt:lpstr>
      <vt:lpstr>Assigning Responsibilities (cont.)</vt:lpstr>
      <vt:lpstr>Relationships Between Classes</vt:lpstr>
      <vt:lpstr>Relationships Between Classes (cont.)</vt:lpstr>
      <vt:lpstr>Example Relationships</vt:lpstr>
      <vt:lpstr>Roadmap</vt:lpstr>
      <vt:lpstr>Collaborations</vt:lpstr>
      <vt:lpstr>Finding Collaborations</vt:lpstr>
      <vt:lpstr>Listing Collaborations</vt:lpstr>
      <vt:lpstr>Summary</vt:lpstr>
      <vt:lpstr>Questions for Consideration</vt:lpstr>
      <vt:lpstr>Question to Answer – week 5</vt:lpstr>
      <vt:lpstr>Required Reading Lecture 6</vt:lpstr>
    </vt:vector>
  </TitlesOfParts>
  <Company>Swinburne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Swinburne Marketing Strategy</dc:title>
  <dc:creator>Swinburne University</dc:creator>
  <cp:lastModifiedBy>Vinh Hoang</cp:lastModifiedBy>
  <cp:revision>244</cp:revision>
  <cp:lastPrinted>2020-04-02T02:14:20Z</cp:lastPrinted>
  <dcterms:created xsi:type="dcterms:W3CDTF">1999-08-10T04:13:56Z</dcterms:created>
  <dcterms:modified xsi:type="dcterms:W3CDTF">2026-05-13T13:52:20Z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Default Design:4</vt:lpwstr>
  </property>
  <property fmtid="{D5CDD505-2E9C-101B-9397-08002B2CF9AE}" pid="3" name="ClassificationContentMarkingHeaderText">
    <vt:lpwstr>Internal</vt:lpwstr>
  </property>
</Properties>
</file>