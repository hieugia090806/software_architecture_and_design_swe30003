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1141560"/>
            <a:ext cx="4639680" cy="223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5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726480" y="720360"/>
            <a:ext cx="4738320" cy="89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5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Google Shape;141;p28"/>
          <p:cNvSpPr/>
          <p:nvPr/>
        </p:nvSpPr>
        <p:spPr>
          <a:xfrm flipH="1">
            <a:off x="713160" y="4205160"/>
            <a:ext cx="428400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 This presentation template was created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and images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720000" y="121572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54;p32"/>
          <p:cNvGrpSpPr/>
          <p:nvPr/>
        </p:nvGrpSpPr>
        <p:grpSpPr>
          <a:xfrm>
            <a:off x="5063760" y="191880"/>
            <a:ext cx="4239360" cy="4929120"/>
            <a:chOff x="5063760" y="191880"/>
            <a:chExt cx="4239360" cy="4929120"/>
          </a:xfrm>
        </p:grpSpPr>
        <p:sp>
          <p:nvSpPr>
            <p:cNvPr id="9" name="Google Shape;155;p32"/>
            <p:cNvSpPr/>
            <p:nvPr/>
          </p:nvSpPr>
          <p:spPr>
            <a:xfrm>
              <a:off x="5080680" y="679680"/>
              <a:ext cx="859320" cy="928440"/>
            </a:xfrm>
            <a:custGeom>
              <a:avLst/>
              <a:gdLst>
                <a:gd name="textAreaLeft" fmla="*/ 0 w 859320"/>
                <a:gd name="textAreaRight" fmla="*/ 859680 w 85932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123" h="33625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56;p32"/>
            <p:cNvSpPr/>
            <p:nvPr/>
          </p:nvSpPr>
          <p:spPr>
            <a:xfrm>
              <a:off x="5124600" y="641160"/>
              <a:ext cx="858600" cy="928440"/>
            </a:xfrm>
            <a:custGeom>
              <a:avLst/>
              <a:gdLst>
                <a:gd name="textAreaLeft" fmla="*/ 0 w 858600"/>
                <a:gd name="textAreaRight" fmla="*/ 858960 w 85860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090" h="33625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57;p32"/>
            <p:cNvSpPr/>
            <p:nvPr/>
          </p:nvSpPr>
          <p:spPr>
            <a:xfrm>
              <a:off x="5195880" y="732240"/>
              <a:ext cx="317520" cy="74520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510" h="26987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58;p32"/>
            <p:cNvSpPr/>
            <p:nvPr/>
          </p:nvSpPr>
          <p:spPr>
            <a:xfrm>
              <a:off x="5586480" y="77832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159;p32"/>
            <p:cNvSpPr/>
            <p:nvPr/>
          </p:nvSpPr>
          <p:spPr>
            <a:xfrm>
              <a:off x="5586480" y="86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160;p32"/>
            <p:cNvSpPr/>
            <p:nvPr/>
          </p:nvSpPr>
          <p:spPr>
            <a:xfrm>
              <a:off x="5586480" y="95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161;p32"/>
            <p:cNvSpPr/>
            <p:nvPr/>
          </p:nvSpPr>
          <p:spPr>
            <a:xfrm>
              <a:off x="7382880" y="1647000"/>
              <a:ext cx="772920" cy="911160"/>
            </a:xfrm>
            <a:custGeom>
              <a:avLst/>
              <a:gdLst>
                <a:gd name="textAreaLeft" fmla="*/ 0 w 772920"/>
                <a:gd name="textAreaRight" fmla="*/ 773280 w 77292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88" h="32991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162;p32"/>
            <p:cNvSpPr/>
            <p:nvPr/>
          </p:nvSpPr>
          <p:spPr>
            <a:xfrm>
              <a:off x="7441200" y="1595520"/>
              <a:ext cx="771840" cy="911160"/>
            </a:xfrm>
            <a:custGeom>
              <a:avLst/>
              <a:gdLst>
                <a:gd name="textAreaLeft" fmla="*/ 0 w 771840"/>
                <a:gd name="textAreaRight" fmla="*/ 772200 w 77184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54" h="32991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63;p32"/>
            <p:cNvSpPr/>
            <p:nvPr/>
          </p:nvSpPr>
          <p:spPr>
            <a:xfrm>
              <a:off x="753516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164;p32"/>
            <p:cNvSpPr/>
            <p:nvPr/>
          </p:nvSpPr>
          <p:spPr>
            <a:xfrm>
              <a:off x="787860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65;p32"/>
            <p:cNvSpPr/>
            <p:nvPr/>
          </p:nvSpPr>
          <p:spPr>
            <a:xfrm>
              <a:off x="7576560" y="2225880"/>
              <a:ext cx="501120" cy="27360"/>
            </a:xfrm>
            <a:custGeom>
              <a:avLst/>
              <a:gdLst>
                <a:gd name="textAreaLeft" fmla="*/ 0 w 501120"/>
                <a:gd name="textAreaRight" fmla="*/ 501480 w 501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8147" h="1002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66;p32"/>
            <p:cNvSpPr/>
            <p:nvPr/>
          </p:nvSpPr>
          <p:spPr>
            <a:xfrm>
              <a:off x="7588440" y="2295000"/>
              <a:ext cx="478800" cy="2736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7346" h="1001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67;p32"/>
            <p:cNvSpPr/>
            <p:nvPr/>
          </p:nvSpPr>
          <p:spPr>
            <a:xfrm>
              <a:off x="5290200" y="4839480"/>
              <a:ext cx="3840480" cy="28152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39033" h="10208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68;p32"/>
            <p:cNvSpPr/>
            <p:nvPr/>
          </p:nvSpPr>
          <p:spPr>
            <a:xfrm>
              <a:off x="5290200" y="4671000"/>
              <a:ext cx="3840480" cy="16848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139033" h="6106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69;p32"/>
            <p:cNvSpPr/>
            <p:nvPr/>
          </p:nvSpPr>
          <p:spPr>
            <a:xfrm>
              <a:off x="5416920" y="111924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5" h="32358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70;p32"/>
            <p:cNvSpPr/>
            <p:nvPr/>
          </p:nvSpPr>
          <p:spPr>
            <a:xfrm>
              <a:off x="5467680" y="106128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4" h="32357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71;p32"/>
            <p:cNvSpPr/>
            <p:nvPr/>
          </p:nvSpPr>
          <p:spPr>
            <a:xfrm>
              <a:off x="5467680" y="1063080"/>
              <a:ext cx="1177200" cy="128520"/>
            </a:xfrm>
            <a:custGeom>
              <a:avLst/>
              <a:gdLst>
                <a:gd name="textAreaLeft" fmla="*/ 0 w 1177200"/>
                <a:gd name="textAreaRight" fmla="*/ 1177560 w 117720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42631" h="4671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72;p32"/>
            <p:cNvSpPr/>
            <p:nvPr/>
          </p:nvSpPr>
          <p:spPr>
            <a:xfrm>
              <a:off x="557244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70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73;p32"/>
            <p:cNvSpPr/>
            <p:nvPr/>
          </p:nvSpPr>
          <p:spPr>
            <a:xfrm>
              <a:off x="569700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174;p32"/>
            <p:cNvSpPr/>
            <p:nvPr/>
          </p:nvSpPr>
          <p:spPr>
            <a:xfrm>
              <a:off x="582228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75;p32"/>
            <p:cNvSpPr/>
            <p:nvPr/>
          </p:nvSpPr>
          <p:spPr>
            <a:xfrm>
              <a:off x="5879520" y="1236240"/>
              <a:ext cx="353520" cy="329760"/>
            </a:xfrm>
            <a:custGeom>
              <a:avLst/>
              <a:gdLst>
                <a:gd name="textAreaLeft" fmla="*/ 0 w 353520"/>
                <a:gd name="textAreaRight" fmla="*/ 353880 w 35352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2810" h="1195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176;p32"/>
            <p:cNvSpPr/>
            <p:nvPr/>
          </p:nvSpPr>
          <p:spPr>
            <a:xfrm>
              <a:off x="5687640" y="1650960"/>
              <a:ext cx="736920" cy="303840"/>
            </a:xfrm>
            <a:custGeom>
              <a:avLst/>
              <a:gdLst>
                <a:gd name="textAreaLeft" fmla="*/ 0 w 736920"/>
                <a:gd name="textAreaRight" fmla="*/ 737280 w 7369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26687" h="11009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77;p32"/>
            <p:cNvSpPr/>
            <p:nvPr/>
          </p:nvSpPr>
          <p:spPr>
            <a:xfrm>
              <a:off x="7658640" y="1180800"/>
              <a:ext cx="998640" cy="9572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60" h="34659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78;p32"/>
            <p:cNvSpPr/>
            <p:nvPr/>
          </p:nvSpPr>
          <p:spPr>
            <a:xfrm>
              <a:off x="7713720" y="1129320"/>
              <a:ext cx="999360" cy="957240"/>
            </a:xfrm>
            <a:custGeom>
              <a:avLst/>
              <a:gdLst>
                <a:gd name="textAreaLeft" fmla="*/ 0 w 999360"/>
                <a:gd name="textAreaRight" fmla="*/ 999720 w 9993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94" h="34659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79;p32"/>
            <p:cNvSpPr/>
            <p:nvPr/>
          </p:nvSpPr>
          <p:spPr>
            <a:xfrm>
              <a:off x="7794000" y="1189080"/>
              <a:ext cx="838080" cy="83808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838080"/>
                <a:gd name="textAreaBottom" fmla="*/ 838440 h 838080"/>
              </a:gdLst>
              <a:ahLst/>
              <a:cxnLst/>
              <a:rect l="textAreaLeft" t="textAreaTop" r="textAreaRight" b="textAreaBottom"/>
              <a:pathLst>
                <a:path w="30356" h="30356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80;p32"/>
            <p:cNvSpPr/>
            <p:nvPr/>
          </p:nvSpPr>
          <p:spPr>
            <a:xfrm>
              <a:off x="8498160" y="1526400"/>
              <a:ext cx="720" cy="25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5" h="101" fill="none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181;p32"/>
            <p:cNvSpPr/>
            <p:nvPr/>
          </p:nvSpPr>
          <p:spPr>
            <a:xfrm>
              <a:off x="8493480" y="151164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5" h="135" fill="none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182;p32"/>
            <p:cNvSpPr/>
            <p:nvPr/>
          </p:nvSpPr>
          <p:spPr>
            <a:xfrm>
              <a:off x="8079840" y="1481400"/>
              <a:ext cx="552600" cy="545040"/>
            </a:xfrm>
            <a:custGeom>
              <a:avLst/>
              <a:gdLst>
                <a:gd name="textAreaLeft" fmla="*/ 0 w 552600"/>
                <a:gd name="textAreaRight" fmla="*/ 552960 w 552600"/>
                <a:gd name="textAreaTop" fmla="*/ 0 h 545040"/>
                <a:gd name="textAreaBottom" fmla="*/ 545400 h 545040"/>
              </a:gdLst>
              <a:ahLst/>
              <a:cxnLst/>
              <a:rect l="textAreaLeft" t="textAreaTop" r="textAreaRight" b="textAreaBottom"/>
              <a:pathLst>
                <a:path w="20015" h="19749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83;p32"/>
            <p:cNvSpPr/>
            <p:nvPr/>
          </p:nvSpPr>
          <p:spPr>
            <a:xfrm>
              <a:off x="8488800" y="149868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4" h="135" fill="none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84;p32"/>
            <p:cNvSpPr/>
            <p:nvPr/>
          </p:nvSpPr>
          <p:spPr>
            <a:xfrm>
              <a:off x="8507160" y="1570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85;p32"/>
            <p:cNvSpPr/>
            <p:nvPr/>
          </p:nvSpPr>
          <p:spPr>
            <a:xfrm>
              <a:off x="8501760" y="154116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34" h="67" fill="none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86;p32"/>
            <p:cNvSpPr/>
            <p:nvPr/>
          </p:nvSpPr>
          <p:spPr>
            <a:xfrm>
              <a:off x="8505360" y="155484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" h="68" fill="none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87;p32"/>
            <p:cNvSpPr/>
            <p:nvPr/>
          </p:nvSpPr>
          <p:spPr>
            <a:xfrm>
              <a:off x="8234640" y="1189080"/>
              <a:ext cx="394200" cy="4107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410760"/>
                <a:gd name="textAreaBottom" fmla="*/ 411120 h 410760"/>
              </a:gdLst>
              <a:ahLst/>
              <a:cxnLst/>
              <a:rect l="textAreaLeft" t="textAreaTop" r="textAreaRight" b="textAreaBottom"/>
              <a:pathLst>
                <a:path w="14278" h="14878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88;p32"/>
            <p:cNvSpPr/>
            <p:nvPr/>
          </p:nvSpPr>
          <p:spPr>
            <a:xfrm>
              <a:off x="7844760" y="1189080"/>
              <a:ext cx="389520" cy="31032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14111" h="11242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89;p32"/>
            <p:cNvSpPr/>
            <p:nvPr/>
          </p:nvSpPr>
          <p:spPr>
            <a:xfrm>
              <a:off x="6003720" y="3195720"/>
              <a:ext cx="190440" cy="1742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6906" h="6318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120" bIns="87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90;p32"/>
            <p:cNvSpPr/>
            <p:nvPr/>
          </p:nvSpPr>
          <p:spPr>
            <a:xfrm>
              <a:off x="5733000" y="1652040"/>
              <a:ext cx="138960" cy="1263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5037" h="4589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91;p32"/>
            <p:cNvSpPr/>
            <p:nvPr/>
          </p:nvSpPr>
          <p:spPr>
            <a:xfrm>
              <a:off x="5210280" y="1212480"/>
              <a:ext cx="45720" cy="3924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669" h="1437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92;p32"/>
            <p:cNvSpPr/>
            <p:nvPr/>
          </p:nvSpPr>
          <p:spPr>
            <a:xfrm>
              <a:off x="5304600" y="1291680"/>
              <a:ext cx="331560" cy="28224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2010" h="10236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93;p32"/>
            <p:cNvSpPr/>
            <p:nvPr/>
          </p:nvSpPr>
          <p:spPr>
            <a:xfrm>
              <a:off x="5683320" y="1615680"/>
              <a:ext cx="45720" cy="3888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669" h="142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194;p32"/>
            <p:cNvSpPr/>
            <p:nvPr/>
          </p:nvSpPr>
          <p:spPr>
            <a:xfrm>
              <a:off x="5063760" y="1075320"/>
              <a:ext cx="149040" cy="13644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36440"/>
                <a:gd name="textAreaBottom" fmla="*/ 136800 h 136440"/>
              </a:gdLst>
              <a:ahLst/>
              <a:cxnLst/>
              <a:rect l="textAreaLeft" t="textAreaTop" r="textAreaRight" b="textAreaBottom"/>
              <a:pathLst>
                <a:path w="5405" h="4948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8400" bIns="684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195;p32"/>
            <p:cNvSpPr/>
            <p:nvPr/>
          </p:nvSpPr>
          <p:spPr>
            <a:xfrm>
              <a:off x="5142240" y="191880"/>
              <a:ext cx="371160" cy="34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3444" h="12513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196;p32"/>
            <p:cNvSpPr/>
            <p:nvPr/>
          </p:nvSpPr>
          <p:spPr>
            <a:xfrm>
              <a:off x="5187240" y="223560"/>
              <a:ext cx="281520" cy="28152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0208" h="10208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97;p32"/>
            <p:cNvSpPr/>
            <p:nvPr/>
          </p:nvSpPr>
          <p:spPr>
            <a:xfrm>
              <a:off x="5268600" y="262440"/>
              <a:ext cx="124200" cy="207000"/>
            </a:xfrm>
            <a:custGeom>
              <a:avLst/>
              <a:gdLst>
                <a:gd name="textAreaLeft" fmla="*/ 0 w 124200"/>
                <a:gd name="textAreaRight" fmla="*/ 124560 w 12420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4504" h="7506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98;p32"/>
            <p:cNvSpPr/>
            <p:nvPr/>
          </p:nvSpPr>
          <p:spPr>
            <a:xfrm>
              <a:off x="8027280" y="568080"/>
              <a:ext cx="68760" cy="6876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2503" h="2503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99;p32"/>
            <p:cNvSpPr/>
            <p:nvPr/>
          </p:nvSpPr>
          <p:spPr>
            <a:xfrm>
              <a:off x="8019000" y="559800"/>
              <a:ext cx="85320" cy="853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103" h="3103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00;p32"/>
            <p:cNvSpPr/>
            <p:nvPr/>
          </p:nvSpPr>
          <p:spPr>
            <a:xfrm>
              <a:off x="7860240" y="73872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4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201;p32"/>
            <p:cNvSpPr/>
            <p:nvPr/>
          </p:nvSpPr>
          <p:spPr>
            <a:xfrm>
              <a:off x="7838280" y="496080"/>
              <a:ext cx="15480" cy="2134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568" h="774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202;p32"/>
            <p:cNvSpPr/>
            <p:nvPr/>
          </p:nvSpPr>
          <p:spPr>
            <a:xfrm>
              <a:off x="7738560" y="594720"/>
              <a:ext cx="213480" cy="15480"/>
            </a:xfrm>
            <a:custGeom>
              <a:avLst/>
              <a:gdLst>
                <a:gd name="textAreaLeft" fmla="*/ 0 w 213480"/>
                <a:gd name="textAreaRight" fmla="*/ 213840 w 21348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7740" h="568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203;p32"/>
            <p:cNvSpPr/>
            <p:nvPr/>
          </p:nvSpPr>
          <p:spPr>
            <a:xfrm>
              <a:off x="8411400" y="707400"/>
              <a:ext cx="547920" cy="54792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47920"/>
                <a:gd name="textAreaBottom" fmla="*/ 548280 h 547920"/>
              </a:gdLst>
              <a:ahLst/>
              <a:cxnLst/>
              <a:rect l="textAreaLeft" t="textAreaTop" r="textAreaRight" b="textAreaBottom"/>
              <a:pathLst>
                <a:path w="19848" h="19849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204;p32"/>
            <p:cNvSpPr/>
            <p:nvPr/>
          </p:nvSpPr>
          <p:spPr>
            <a:xfrm>
              <a:off x="6626160" y="198648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3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9" name="Google Shape;205;p32"/>
            <p:cNvGrpSpPr/>
            <p:nvPr/>
          </p:nvGrpSpPr>
          <p:grpSpPr>
            <a:xfrm>
              <a:off x="5705280" y="939600"/>
              <a:ext cx="1524240" cy="2219040"/>
              <a:chOff x="5705280" y="939600"/>
              <a:chExt cx="1524240" cy="2219040"/>
            </a:xfrm>
          </p:grpSpPr>
          <p:sp>
            <p:nvSpPr>
              <p:cNvPr id="60" name="Google Shape;206;p32"/>
              <p:cNvSpPr/>
              <p:nvPr/>
            </p:nvSpPr>
            <p:spPr>
              <a:xfrm>
                <a:off x="6974640" y="939600"/>
                <a:ext cx="15480" cy="212400"/>
              </a:xfrm>
              <a:custGeom>
                <a:avLst/>
                <a:gdLst>
                  <a:gd name="textAreaLeft" fmla="*/ 0 w 15480"/>
                  <a:gd name="textAreaRight" fmla="*/ 15840 w 15480"/>
                  <a:gd name="textAreaTop" fmla="*/ 0 h 212400"/>
                  <a:gd name="textAreaBottom" fmla="*/ 212760 h 212400"/>
                </a:gdLst>
                <a:ahLst/>
                <a:cxnLst/>
                <a:rect l="textAreaLeft" t="textAreaTop" r="textAreaRight" b="textAreaBottom"/>
                <a:pathLst>
                  <a:path w="568" h="7707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207;p32"/>
              <p:cNvSpPr/>
              <p:nvPr/>
            </p:nvSpPr>
            <p:spPr>
              <a:xfrm>
                <a:off x="6874920" y="1037160"/>
                <a:ext cx="212400" cy="15480"/>
              </a:xfrm>
              <a:custGeom>
                <a:avLst/>
                <a:gdLst>
                  <a:gd name="textAreaLeft" fmla="*/ 0 w 212400"/>
                  <a:gd name="textAreaRight" fmla="*/ 212760 w 21240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7707" h="568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7920" bIns="7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208;p32"/>
              <p:cNvSpPr/>
              <p:nvPr/>
            </p:nvSpPr>
            <p:spPr>
              <a:xfrm>
                <a:off x="7074360" y="1181520"/>
                <a:ext cx="155160" cy="160560"/>
              </a:xfrm>
              <a:custGeom>
                <a:avLst/>
                <a:gdLst>
                  <a:gd name="textAreaLeft" fmla="*/ 0 w 155160"/>
                  <a:gd name="textAreaRight" fmla="*/ 155520 w 155160"/>
                  <a:gd name="textAreaTop" fmla="*/ 0 h 160560"/>
                  <a:gd name="textAreaBottom" fmla="*/ 160920 h 160560"/>
                </a:gdLst>
                <a:ahLst/>
                <a:cxnLst/>
                <a:rect l="textAreaLeft" t="textAreaTop" r="textAreaRight" b="textAreaBottom"/>
                <a:pathLst>
                  <a:path w="5627" h="5825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0280" bIns="80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209;p32"/>
              <p:cNvSpPr/>
              <p:nvPr/>
            </p:nvSpPr>
            <p:spPr>
              <a:xfrm>
                <a:off x="6876000" y="2063160"/>
                <a:ext cx="84600" cy="8532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070" h="3104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42840" bIns="42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210;p32"/>
              <p:cNvSpPr/>
              <p:nvPr/>
            </p:nvSpPr>
            <p:spPr>
              <a:xfrm>
                <a:off x="6752520" y="1717200"/>
                <a:ext cx="174600" cy="1908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90800"/>
                  <a:gd name="textAreaBottom" fmla="*/ 191160 h 190800"/>
                </a:gdLst>
                <a:ahLst/>
                <a:cxnLst/>
                <a:rect l="textAreaLeft" t="textAreaTop" r="textAreaRight" b="textAreaBottom"/>
                <a:pathLst>
                  <a:path w="6338" h="6925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211;p32"/>
              <p:cNvSpPr/>
              <p:nvPr/>
            </p:nvSpPr>
            <p:spPr>
              <a:xfrm>
                <a:off x="5705280" y="2938680"/>
                <a:ext cx="68760" cy="68760"/>
              </a:xfrm>
              <a:custGeom>
                <a:avLst/>
                <a:gdLst>
                  <a:gd name="textAreaLeft" fmla="*/ 0 w 68760"/>
                  <a:gd name="textAreaRight" fmla="*/ 69120 w 68760"/>
                  <a:gd name="textAreaTop" fmla="*/ 0 h 68760"/>
                  <a:gd name="textAreaBottom" fmla="*/ 69120 h 68760"/>
                </a:gdLst>
                <a:ahLst/>
                <a:cxnLst/>
                <a:rect l="textAreaLeft" t="textAreaTop" r="textAreaRight" b="textAreaBottom"/>
                <a:pathLst>
                  <a:path w="2503" h="2502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4560" bIns="34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212;p32"/>
              <p:cNvSpPr/>
              <p:nvPr/>
            </p:nvSpPr>
            <p:spPr>
              <a:xfrm>
                <a:off x="5848920" y="30733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103" h="3103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42840" bIns="42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213;p32"/>
              <p:cNvSpPr/>
              <p:nvPr/>
            </p:nvSpPr>
            <p:spPr>
              <a:xfrm>
                <a:off x="5823000" y="2759040"/>
                <a:ext cx="200520" cy="17136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171360"/>
                  <a:gd name="textAreaBottom" fmla="*/ 171720 h 171360"/>
                </a:gdLst>
                <a:ahLst/>
                <a:cxnLst/>
                <a:rect l="textAreaLeft" t="textAreaTop" r="textAreaRight" b="textAreaBottom"/>
                <a:pathLst>
                  <a:path w="7273" h="6214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5680" bIns="85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8" name="Google Shape;214;p32"/>
            <p:cNvSpPr/>
            <p:nvPr/>
          </p:nvSpPr>
          <p:spPr>
            <a:xfrm>
              <a:off x="5553360" y="291960"/>
              <a:ext cx="448560" cy="449280"/>
            </a:xfrm>
            <a:custGeom>
              <a:avLst/>
              <a:gdLst>
                <a:gd name="textAreaLeft" fmla="*/ 0 w 448560"/>
                <a:gd name="textAreaRight" fmla="*/ 448920 w 448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16246" h="1628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215;p32"/>
            <p:cNvSpPr/>
            <p:nvPr/>
          </p:nvSpPr>
          <p:spPr>
            <a:xfrm>
              <a:off x="5595480" y="334080"/>
              <a:ext cx="363600" cy="36468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13177" h="1321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216;p32"/>
            <p:cNvSpPr/>
            <p:nvPr/>
          </p:nvSpPr>
          <p:spPr>
            <a:xfrm>
              <a:off x="5668560" y="364680"/>
              <a:ext cx="219960" cy="30384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973" h="11008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217;p32"/>
            <p:cNvSpPr/>
            <p:nvPr/>
          </p:nvSpPr>
          <p:spPr>
            <a:xfrm>
              <a:off x="8084160" y="46893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7" h="3938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218;p32"/>
            <p:cNvSpPr/>
            <p:nvPr/>
          </p:nvSpPr>
          <p:spPr>
            <a:xfrm>
              <a:off x="8098920" y="4413960"/>
              <a:ext cx="349920" cy="122040"/>
            </a:xfrm>
            <a:custGeom>
              <a:avLst/>
              <a:gdLst>
                <a:gd name="textAreaLeft" fmla="*/ 0 w 349920"/>
                <a:gd name="textAreaRight" fmla="*/ 350280 w 3499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12677" h="4437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219;p32"/>
            <p:cNvSpPr/>
            <p:nvPr/>
          </p:nvSpPr>
          <p:spPr>
            <a:xfrm>
              <a:off x="8102520" y="4486680"/>
              <a:ext cx="340560" cy="26244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12343" h="9508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220;p32"/>
            <p:cNvSpPr/>
            <p:nvPr/>
          </p:nvSpPr>
          <p:spPr>
            <a:xfrm>
              <a:off x="8140320" y="4443840"/>
              <a:ext cx="264960" cy="92160"/>
            </a:xfrm>
            <a:custGeom>
              <a:avLst/>
              <a:gdLst>
                <a:gd name="textAreaLeft" fmla="*/ 0 w 264960"/>
                <a:gd name="textAreaRight" fmla="*/ 265320 w 26496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9608" h="3343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080" bIns="46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221;p32"/>
            <p:cNvSpPr/>
            <p:nvPr/>
          </p:nvSpPr>
          <p:spPr>
            <a:xfrm>
              <a:off x="8082360" y="4208400"/>
              <a:ext cx="337680" cy="30204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12243" h="10942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222;p32"/>
            <p:cNvSpPr/>
            <p:nvPr/>
          </p:nvSpPr>
          <p:spPr>
            <a:xfrm>
              <a:off x="8101440" y="4486680"/>
              <a:ext cx="207000" cy="26244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7507" h="9508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23;p32"/>
            <p:cNvSpPr/>
            <p:nvPr/>
          </p:nvSpPr>
          <p:spPr>
            <a:xfrm>
              <a:off x="8462880" y="4195440"/>
              <a:ext cx="511200" cy="1767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18515" h="6406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8560" bIns="88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224;p32"/>
            <p:cNvSpPr/>
            <p:nvPr/>
          </p:nvSpPr>
          <p:spPr>
            <a:xfrm>
              <a:off x="8166960" y="3638160"/>
              <a:ext cx="600480" cy="686160"/>
            </a:xfrm>
            <a:custGeom>
              <a:avLst/>
              <a:gdLst>
                <a:gd name="textAreaLeft" fmla="*/ 0 w 600480"/>
                <a:gd name="textAreaRight" fmla="*/ 600840 w 600480"/>
                <a:gd name="textAreaTop" fmla="*/ 0 h 686160"/>
                <a:gd name="textAreaBottom" fmla="*/ 686520 h 686160"/>
              </a:gdLst>
              <a:ahLst/>
              <a:cxnLst/>
              <a:rect l="textAreaLeft" t="textAreaTop" r="textAreaRight" b="textAreaBottom"/>
              <a:pathLst>
                <a:path w="21750" h="24847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225;p32"/>
            <p:cNvSpPr/>
            <p:nvPr/>
          </p:nvSpPr>
          <p:spPr>
            <a:xfrm>
              <a:off x="8178840" y="3658320"/>
              <a:ext cx="576360" cy="66204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662040"/>
                <a:gd name="textAreaBottom" fmla="*/ 662400 h 662040"/>
              </a:gdLst>
              <a:ahLst/>
              <a:cxnLst/>
              <a:rect l="textAreaLeft" t="textAreaTop" r="textAreaRight" b="textAreaBottom"/>
              <a:pathLst>
                <a:path w="20883" h="23984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226;p32"/>
            <p:cNvSpPr/>
            <p:nvPr/>
          </p:nvSpPr>
          <p:spPr>
            <a:xfrm>
              <a:off x="8207640" y="3688560"/>
              <a:ext cx="231120" cy="187560"/>
            </a:xfrm>
            <a:custGeom>
              <a:avLst/>
              <a:gdLst>
                <a:gd name="textAreaLeft" fmla="*/ 0 w 231120"/>
                <a:gd name="textAreaRight" fmla="*/ 231480 w 23112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8373" h="680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227;p32"/>
            <p:cNvSpPr/>
            <p:nvPr/>
          </p:nvSpPr>
          <p:spPr>
            <a:xfrm>
              <a:off x="8226000" y="3785400"/>
              <a:ext cx="406800" cy="3175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317520"/>
                <a:gd name="textAreaBottom" fmla="*/ 317880 h 317520"/>
              </a:gdLst>
              <a:ahLst/>
              <a:cxnLst/>
              <a:rect l="textAreaLeft" t="textAreaTop" r="textAreaRight" b="textAreaBottom"/>
              <a:pathLst>
                <a:path w="14745" h="11509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228;p32"/>
            <p:cNvSpPr/>
            <p:nvPr/>
          </p:nvSpPr>
          <p:spPr>
            <a:xfrm>
              <a:off x="8422200" y="3976200"/>
              <a:ext cx="307440" cy="24552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1142" h="8907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229;p32"/>
            <p:cNvSpPr/>
            <p:nvPr/>
          </p:nvSpPr>
          <p:spPr>
            <a:xfrm>
              <a:off x="8582760" y="3372480"/>
              <a:ext cx="488880" cy="897120"/>
            </a:xfrm>
            <a:custGeom>
              <a:avLst/>
              <a:gdLst>
                <a:gd name="textAreaLeft" fmla="*/ 0 w 488880"/>
                <a:gd name="textAreaRight" fmla="*/ 489240 w 48888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17714" h="32487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230;p32"/>
            <p:cNvSpPr/>
            <p:nvPr/>
          </p:nvSpPr>
          <p:spPr>
            <a:xfrm>
              <a:off x="8726400" y="3371400"/>
              <a:ext cx="176400" cy="8964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896400"/>
                <a:gd name="textAreaBottom" fmla="*/ 896760 h 896400"/>
              </a:gdLst>
              <a:ahLst/>
              <a:cxnLst/>
              <a:rect l="textAreaLeft" t="textAreaTop" r="textAreaRight" b="textAreaBottom"/>
              <a:pathLst>
                <a:path w="6405" h="32457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231;p32"/>
            <p:cNvSpPr/>
            <p:nvPr/>
          </p:nvSpPr>
          <p:spPr>
            <a:xfrm>
              <a:off x="8728200" y="3446280"/>
              <a:ext cx="261360" cy="282600"/>
            </a:xfrm>
            <a:custGeom>
              <a:avLst/>
              <a:gdLst>
                <a:gd name="textAreaLeft" fmla="*/ 0 w 261360"/>
                <a:gd name="textAreaRight" fmla="*/ 261720 w 261360"/>
                <a:gd name="textAreaTop" fmla="*/ 0 h 282600"/>
                <a:gd name="textAreaBottom" fmla="*/ 282960 h 282600"/>
              </a:gdLst>
              <a:ahLst/>
              <a:cxnLst/>
              <a:rect l="textAreaLeft" t="textAreaTop" r="textAreaRight" b="textAreaBottom"/>
              <a:pathLst>
                <a:path w="9475" h="10241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232;p32"/>
            <p:cNvSpPr/>
            <p:nvPr/>
          </p:nvSpPr>
          <p:spPr>
            <a:xfrm>
              <a:off x="8704080" y="3616560"/>
              <a:ext cx="268560" cy="319320"/>
            </a:xfrm>
            <a:custGeom>
              <a:avLst/>
              <a:gdLst>
                <a:gd name="textAreaLeft" fmla="*/ 0 w 268560"/>
                <a:gd name="textAreaRight" fmla="*/ 268920 w 26856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9741" h="11576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233;p32"/>
            <p:cNvSpPr/>
            <p:nvPr/>
          </p:nvSpPr>
          <p:spPr>
            <a:xfrm>
              <a:off x="8633160" y="3767760"/>
              <a:ext cx="419040" cy="3211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5178" h="11643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234;p32"/>
            <p:cNvSpPr/>
            <p:nvPr/>
          </p:nvSpPr>
          <p:spPr>
            <a:xfrm>
              <a:off x="8755920" y="3820680"/>
              <a:ext cx="547200" cy="473040"/>
            </a:xfrm>
            <a:custGeom>
              <a:avLst/>
              <a:gdLst>
                <a:gd name="textAreaLeft" fmla="*/ 0 w 547200"/>
                <a:gd name="textAreaRight" fmla="*/ 547560 w 547200"/>
                <a:gd name="textAreaTop" fmla="*/ 0 h 473040"/>
                <a:gd name="textAreaBottom" fmla="*/ 473400 h 473040"/>
              </a:gdLst>
              <a:ahLst/>
              <a:cxnLst/>
              <a:rect l="textAreaLeft" t="textAreaTop" r="textAreaRight" b="textAreaBottom"/>
              <a:pathLst>
                <a:path w="19815" h="17137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35;p32"/>
            <p:cNvSpPr/>
            <p:nvPr/>
          </p:nvSpPr>
          <p:spPr>
            <a:xfrm>
              <a:off x="9046080" y="3839760"/>
              <a:ext cx="205920" cy="1850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7473" h="6707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36;p32"/>
            <p:cNvSpPr/>
            <p:nvPr/>
          </p:nvSpPr>
          <p:spPr>
            <a:xfrm>
              <a:off x="8756640" y="3832200"/>
              <a:ext cx="544320" cy="461160"/>
            </a:xfrm>
            <a:custGeom>
              <a:avLst/>
              <a:gdLst>
                <a:gd name="textAreaLeft" fmla="*/ 0 w 544320"/>
                <a:gd name="textAreaRight" fmla="*/ 544680 w 544320"/>
                <a:gd name="textAreaTop" fmla="*/ 0 h 461160"/>
                <a:gd name="textAreaBottom" fmla="*/ 461520 h 461160"/>
              </a:gdLst>
              <a:ahLst/>
              <a:cxnLst/>
              <a:rect l="textAreaLeft" t="textAreaTop" r="textAreaRight" b="textAreaBottom"/>
              <a:pathLst>
                <a:path w="19715" h="16713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237;p32"/>
            <p:cNvSpPr/>
            <p:nvPr/>
          </p:nvSpPr>
          <p:spPr>
            <a:xfrm>
              <a:off x="8881200" y="3899520"/>
              <a:ext cx="216360" cy="27360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7840" h="992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238;p32"/>
            <p:cNvSpPr/>
            <p:nvPr/>
          </p:nvSpPr>
          <p:spPr>
            <a:xfrm>
              <a:off x="8524440" y="4239360"/>
              <a:ext cx="386640" cy="134280"/>
            </a:xfrm>
            <a:custGeom>
              <a:avLst/>
              <a:gdLst>
                <a:gd name="textAreaLeft" fmla="*/ 0 w 386640"/>
                <a:gd name="textAreaRight" fmla="*/ 387000 w 38664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14011" h="4877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7320" bIns="67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39;p32"/>
            <p:cNvSpPr/>
            <p:nvPr/>
          </p:nvSpPr>
          <p:spPr>
            <a:xfrm>
              <a:off x="8445240" y="3492000"/>
              <a:ext cx="299160" cy="80352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803520"/>
                <a:gd name="textAreaBottom" fmla="*/ 803880 h 803520"/>
              </a:gdLst>
              <a:ahLst/>
              <a:cxnLst/>
              <a:rect l="textAreaLeft" t="textAreaTop" r="textAreaRight" b="textAreaBottom"/>
              <a:pathLst>
                <a:path w="10842" h="29095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40;p32"/>
            <p:cNvSpPr/>
            <p:nvPr/>
          </p:nvSpPr>
          <p:spPr>
            <a:xfrm>
              <a:off x="8389080" y="3447000"/>
              <a:ext cx="174600" cy="33516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6339" h="12148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241;p32"/>
            <p:cNvSpPr/>
            <p:nvPr/>
          </p:nvSpPr>
          <p:spPr>
            <a:xfrm>
              <a:off x="8356680" y="3780720"/>
              <a:ext cx="241200" cy="16020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8741" h="5807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242;p32"/>
            <p:cNvSpPr/>
            <p:nvPr/>
          </p:nvSpPr>
          <p:spPr>
            <a:xfrm>
              <a:off x="8598240" y="3613680"/>
              <a:ext cx="101160" cy="34092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40920"/>
                <a:gd name="textAreaBottom" fmla="*/ 341280 h 340920"/>
              </a:gdLst>
              <a:ahLst/>
              <a:cxnLst/>
              <a:rect l="textAreaLeft" t="textAreaTop" r="textAreaRight" b="textAreaBottom"/>
              <a:pathLst>
                <a:path w="3670" h="1235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243;p32"/>
            <p:cNvSpPr/>
            <p:nvPr/>
          </p:nvSpPr>
          <p:spPr>
            <a:xfrm>
              <a:off x="8386200" y="3985920"/>
              <a:ext cx="299160" cy="18504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10842" h="6714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44;p32"/>
            <p:cNvSpPr/>
            <p:nvPr/>
          </p:nvSpPr>
          <p:spPr>
            <a:xfrm>
              <a:off x="8682120" y="3870000"/>
              <a:ext cx="111240" cy="29268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92680"/>
                <a:gd name="textAreaBottom" fmla="*/ 293040 h 292680"/>
              </a:gdLst>
              <a:ahLst/>
              <a:cxnLst/>
              <a:rect l="textAreaLeft" t="textAreaTop" r="textAreaRight" b="textAreaBottom"/>
              <a:pathLst>
                <a:path w="4038" h="10612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45;p32"/>
            <p:cNvSpPr/>
            <p:nvPr/>
          </p:nvSpPr>
          <p:spPr>
            <a:xfrm>
              <a:off x="8521920" y="46479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8" h="3937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46;p32"/>
            <p:cNvSpPr/>
            <p:nvPr/>
          </p:nvSpPr>
          <p:spPr>
            <a:xfrm>
              <a:off x="8469360" y="4301280"/>
              <a:ext cx="498960" cy="38304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18081" h="13878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247;p32"/>
            <p:cNvSpPr/>
            <p:nvPr/>
          </p:nvSpPr>
          <p:spPr>
            <a:xfrm>
              <a:off x="8469360" y="4299480"/>
              <a:ext cx="313920" cy="38376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83760"/>
                <a:gd name="textAreaBottom" fmla="*/ 384120 h 383760"/>
              </a:gdLst>
              <a:ahLst/>
              <a:cxnLst/>
              <a:rect l="textAreaLeft" t="textAreaTop" r="textAreaRight" b="textAreaBottom"/>
              <a:pathLst>
                <a:path w="11376" h="13911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248;p32"/>
            <p:cNvSpPr/>
            <p:nvPr/>
          </p:nvSpPr>
          <p:spPr>
            <a:xfrm>
              <a:off x="6922800" y="4195440"/>
              <a:ext cx="785520" cy="12600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126000"/>
                <a:gd name="textAreaBottom" fmla="*/ 126360 h 126000"/>
              </a:gdLst>
              <a:ahLst/>
              <a:cxnLst/>
              <a:rect l="textAreaLeft" t="textAreaTop" r="textAreaRight" b="textAreaBottom"/>
              <a:pathLst>
                <a:path w="28454" h="4571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3000" bIns="63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249;p32"/>
            <p:cNvSpPr/>
            <p:nvPr/>
          </p:nvSpPr>
          <p:spPr>
            <a:xfrm>
              <a:off x="6922800" y="4195440"/>
              <a:ext cx="785520" cy="6516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8454" h="2369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50;p32"/>
            <p:cNvSpPr/>
            <p:nvPr/>
          </p:nvSpPr>
          <p:spPr>
            <a:xfrm>
              <a:off x="6701040" y="4284000"/>
              <a:ext cx="1158840" cy="386640"/>
            </a:xfrm>
            <a:custGeom>
              <a:avLst/>
              <a:gdLst>
                <a:gd name="textAreaLeft" fmla="*/ 0 w 1158840"/>
                <a:gd name="textAreaRight" fmla="*/ 1159200 w 1158840"/>
                <a:gd name="textAreaTop" fmla="*/ 0 h 386640"/>
                <a:gd name="textAreaBottom" fmla="*/ 387000 h 386640"/>
              </a:gdLst>
              <a:ahLst/>
              <a:cxnLst/>
              <a:rect l="textAreaLeft" t="textAreaTop" r="textAreaRight" b="textAreaBottom"/>
              <a:pathLst>
                <a:path w="41964" h="14011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51;p32"/>
            <p:cNvSpPr/>
            <p:nvPr/>
          </p:nvSpPr>
          <p:spPr>
            <a:xfrm>
              <a:off x="6148080" y="3768840"/>
              <a:ext cx="729360" cy="825480"/>
            </a:xfrm>
            <a:custGeom>
              <a:avLst/>
              <a:gdLst>
                <a:gd name="textAreaLeft" fmla="*/ 0 w 729360"/>
                <a:gd name="textAreaRight" fmla="*/ 729720 w 72936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6420" h="29889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252;p32"/>
            <p:cNvSpPr/>
            <p:nvPr/>
          </p:nvSpPr>
          <p:spPr>
            <a:xfrm>
              <a:off x="6479640" y="3773160"/>
              <a:ext cx="396000" cy="32112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4344" h="11643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53;p32"/>
            <p:cNvSpPr/>
            <p:nvPr/>
          </p:nvSpPr>
          <p:spPr>
            <a:xfrm>
              <a:off x="7297200" y="2693160"/>
              <a:ext cx="426240" cy="529200"/>
            </a:xfrm>
            <a:custGeom>
              <a:avLst/>
              <a:gdLst>
                <a:gd name="textAreaLeft" fmla="*/ 0 w 426240"/>
                <a:gd name="textAreaRight" fmla="*/ 426600 w 426240"/>
                <a:gd name="textAreaTop" fmla="*/ 0 h 529200"/>
                <a:gd name="textAreaBottom" fmla="*/ 529560 h 529200"/>
              </a:gdLst>
              <a:ahLst/>
              <a:cxnLst/>
              <a:rect l="textAreaLeft" t="textAreaTop" r="textAreaRight" b="textAreaBottom"/>
              <a:pathLst>
                <a:path w="15445" h="19167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54;p32"/>
            <p:cNvSpPr/>
            <p:nvPr/>
          </p:nvSpPr>
          <p:spPr>
            <a:xfrm>
              <a:off x="6748920" y="2717280"/>
              <a:ext cx="457560" cy="4989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98960"/>
                <a:gd name="textAreaBottom" fmla="*/ 499320 h 498960"/>
              </a:gdLst>
              <a:ahLst/>
              <a:cxnLst/>
              <a:rect l="textAreaLeft" t="textAreaTop" r="textAreaRight" b="textAreaBottom"/>
              <a:pathLst>
                <a:path w="16580" h="18072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255;p32"/>
            <p:cNvSpPr/>
            <p:nvPr/>
          </p:nvSpPr>
          <p:spPr>
            <a:xfrm>
              <a:off x="6977160" y="3045240"/>
              <a:ext cx="640080" cy="815040"/>
            </a:xfrm>
            <a:custGeom>
              <a:avLst/>
              <a:gdLst>
                <a:gd name="textAreaLeft" fmla="*/ 0 w 640080"/>
                <a:gd name="textAreaRight" fmla="*/ 640440 w 640080"/>
                <a:gd name="textAreaTop" fmla="*/ 0 h 815040"/>
                <a:gd name="textAreaBottom" fmla="*/ 815400 h 815040"/>
              </a:gdLst>
              <a:ahLst/>
              <a:cxnLst/>
              <a:rect l="textAreaLeft" t="textAreaTop" r="textAreaRight" b="textAreaBottom"/>
              <a:pathLst>
                <a:path w="23184" h="29522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256;p32"/>
            <p:cNvSpPr/>
            <p:nvPr/>
          </p:nvSpPr>
          <p:spPr>
            <a:xfrm>
              <a:off x="7130160" y="3047040"/>
              <a:ext cx="303840" cy="213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1009" h="7737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57;p32"/>
            <p:cNvSpPr/>
            <p:nvPr/>
          </p:nvSpPr>
          <p:spPr>
            <a:xfrm>
              <a:off x="7106400" y="3045240"/>
              <a:ext cx="511200" cy="42372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423720"/>
                <a:gd name="textAreaBottom" fmla="*/ 424080 h 423720"/>
              </a:gdLst>
              <a:ahLst/>
              <a:cxnLst/>
              <a:rect l="textAreaLeft" t="textAreaTop" r="textAreaRight" b="textAreaBottom"/>
              <a:pathLst>
                <a:path w="18514" h="15345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58;p32"/>
            <p:cNvSpPr/>
            <p:nvPr/>
          </p:nvSpPr>
          <p:spPr>
            <a:xfrm>
              <a:off x="6417000" y="3321720"/>
              <a:ext cx="632880" cy="749880"/>
            </a:xfrm>
            <a:custGeom>
              <a:avLst/>
              <a:gdLst>
                <a:gd name="textAreaLeft" fmla="*/ 0 w 632880"/>
                <a:gd name="textAreaRight" fmla="*/ 633240 w 632880"/>
                <a:gd name="textAreaTop" fmla="*/ 0 h 749880"/>
                <a:gd name="textAreaBottom" fmla="*/ 750240 h 749880"/>
              </a:gdLst>
              <a:ahLst/>
              <a:cxnLst/>
              <a:rect l="textAreaLeft" t="textAreaTop" r="textAreaRight" b="textAreaBottom"/>
              <a:pathLst>
                <a:path w="22917" h="27154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259;p32"/>
            <p:cNvSpPr/>
            <p:nvPr/>
          </p:nvSpPr>
          <p:spPr>
            <a:xfrm>
              <a:off x="6564600" y="3435120"/>
              <a:ext cx="450360" cy="636480"/>
            </a:xfrm>
            <a:custGeom>
              <a:avLst/>
              <a:gdLst>
                <a:gd name="textAreaLeft" fmla="*/ 0 w 450360"/>
                <a:gd name="textAreaRight" fmla="*/ 450720 w 450360"/>
                <a:gd name="textAreaTop" fmla="*/ 0 h 636480"/>
                <a:gd name="textAreaBottom" fmla="*/ 636840 h 636480"/>
              </a:gdLst>
              <a:ahLst/>
              <a:cxnLst/>
              <a:rect l="textAreaLeft" t="textAreaTop" r="textAreaRight" b="textAreaBottom"/>
              <a:pathLst>
                <a:path w="16312" h="23051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60;p32"/>
            <p:cNvSpPr/>
            <p:nvPr/>
          </p:nvSpPr>
          <p:spPr>
            <a:xfrm>
              <a:off x="7423200" y="2441880"/>
              <a:ext cx="315720" cy="4208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420840"/>
                <a:gd name="textAreaBottom" fmla="*/ 421200 h 420840"/>
              </a:gdLst>
              <a:ahLst/>
              <a:cxnLst/>
              <a:rect l="textAreaLeft" t="textAreaTop" r="textAreaRight" b="textAreaBottom"/>
              <a:pathLst>
                <a:path w="11447" h="15242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261;p32"/>
            <p:cNvSpPr/>
            <p:nvPr/>
          </p:nvSpPr>
          <p:spPr>
            <a:xfrm>
              <a:off x="6899040" y="2333160"/>
              <a:ext cx="668520" cy="77832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778320"/>
                <a:gd name="textAreaBottom" fmla="*/ 778680 h 778320"/>
              </a:gdLst>
              <a:ahLst/>
              <a:cxnLst/>
              <a:rect l="textAreaLeft" t="textAreaTop" r="textAreaRight" b="textAreaBottom"/>
              <a:pathLst>
                <a:path w="24219" h="28188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62;p32"/>
            <p:cNvSpPr/>
            <p:nvPr/>
          </p:nvSpPr>
          <p:spPr>
            <a:xfrm>
              <a:off x="7284960" y="2748240"/>
              <a:ext cx="53280" cy="1648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1936" h="5985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440" bIns="82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63;p32"/>
            <p:cNvSpPr/>
            <p:nvPr/>
          </p:nvSpPr>
          <p:spPr>
            <a:xfrm>
              <a:off x="6953400" y="2730960"/>
              <a:ext cx="197640" cy="19764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7173" h="7173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64;p32"/>
            <p:cNvSpPr/>
            <p:nvPr/>
          </p:nvSpPr>
          <p:spPr>
            <a:xfrm>
              <a:off x="7433640" y="2730240"/>
              <a:ext cx="134280" cy="198720"/>
            </a:xfrm>
            <a:custGeom>
              <a:avLst/>
              <a:gdLst>
                <a:gd name="textAreaLeft" fmla="*/ 0 w 134280"/>
                <a:gd name="textAreaRight" fmla="*/ 134640 w 134280"/>
                <a:gd name="textAreaTop" fmla="*/ 0 h 198720"/>
                <a:gd name="textAreaBottom" fmla="*/ 199080 h 198720"/>
              </a:gdLst>
              <a:ahLst/>
              <a:cxnLst/>
              <a:rect l="textAreaLeft" t="textAreaTop" r="textAreaRight" b="textAreaBottom"/>
              <a:pathLst>
                <a:path w="4871" h="7206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265;p32"/>
            <p:cNvSpPr/>
            <p:nvPr/>
          </p:nvSpPr>
          <p:spPr>
            <a:xfrm>
              <a:off x="7101720" y="2122920"/>
              <a:ext cx="180360" cy="19080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539" h="6924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66;p32"/>
            <p:cNvSpPr/>
            <p:nvPr/>
          </p:nvSpPr>
          <p:spPr>
            <a:xfrm>
              <a:off x="6706440" y="2283840"/>
              <a:ext cx="478800" cy="40824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17346" h="14793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67;p32"/>
            <p:cNvSpPr/>
            <p:nvPr/>
          </p:nvSpPr>
          <p:spPr>
            <a:xfrm>
              <a:off x="6559920" y="2672280"/>
              <a:ext cx="298080" cy="34632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346320"/>
                <a:gd name="textAreaBottom" fmla="*/ 346680 h 346320"/>
              </a:gdLst>
              <a:ahLst/>
              <a:cxnLst/>
              <a:rect l="textAreaLeft" t="textAreaTop" r="textAreaRight" b="textAreaBottom"/>
              <a:pathLst>
                <a:path w="10809" h="12548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68;p32"/>
            <p:cNvSpPr/>
            <p:nvPr/>
          </p:nvSpPr>
          <p:spPr>
            <a:xfrm>
              <a:off x="6647400" y="2706120"/>
              <a:ext cx="279720" cy="519840"/>
            </a:xfrm>
            <a:custGeom>
              <a:avLst/>
              <a:gdLst>
                <a:gd name="textAreaLeft" fmla="*/ 0 w 279720"/>
                <a:gd name="textAreaRight" fmla="*/ 280080 w 279720"/>
                <a:gd name="textAreaTop" fmla="*/ 0 h 519840"/>
                <a:gd name="textAreaBottom" fmla="*/ 520200 h 519840"/>
              </a:gdLst>
              <a:ahLst/>
              <a:cxnLst/>
              <a:rect l="textAreaLeft" t="textAreaTop" r="textAreaRight" b="textAreaBottom"/>
              <a:pathLst>
                <a:path w="10141" h="18831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69;p32"/>
            <p:cNvSpPr/>
            <p:nvPr/>
          </p:nvSpPr>
          <p:spPr>
            <a:xfrm>
              <a:off x="7611480" y="2716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1" y="0"/>
                  </a:moveTo>
                </a:path>
              </a:pathLst>
            </a:custGeom>
            <a:noFill/>
            <a:ln w="6675">
              <a:solidFill>
                <a:srgbClr val="0000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270;p32"/>
            <p:cNvSpPr/>
            <p:nvPr/>
          </p:nvSpPr>
          <p:spPr>
            <a:xfrm>
              <a:off x="7617600" y="2648160"/>
              <a:ext cx="196920" cy="46332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463320"/>
                <a:gd name="textAreaBottom" fmla="*/ 463680 h 463320"/>
              </a:gdLst>
              <a:ahLst/>
              <a:cxnLst/>
              <a:rect l="textAreaLeft" t="textAreaTop" r="textAreaRight" b="textAreaBottom"/>
              <a:pathLst>
                <a:path w="7139" h="1678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271;p32"/>
            <p:cNvSpPr/>
            <p:nvPr/>
          </p:nvSpPr>
          <p:spPr>
            <a:xfrm>
              <a:off x="7184520" y="2269080"/>
              <a:ext cx="452160" cy="3477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47760"/>
                <a:gd name="textAreaBottom" fmla="*/ 348120 h 347760"/>
              </a:gdLst>
              <a:ahLst/>
              <a:cxnLst/>
              <a:rect l="textAreaLeft" t="textAreaTop" r="textAreaRight" b="textAreaBottom"/>
              <a:pathLst>
                <a:path w="16379" h="12605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272;p32"/>
            <p:cNvSpPr/>
            <p:nvPr/>
          </p:nvSpPr>
          <p:spPr>
            <a:xfrm>
              <a:off x="7153200" y="2901600"/>
              <a:ext cx="196920" cy="9648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7139" h="3504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240" bIns="48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273;p32"/>
            <p:cNvSpPr/>
            <p:nvPr/>
          </p:nvSpPr>
          <p:spPr>
            <a:xfrm>
              <a:off x="6715440" y="2573640"/>
              <a:ext cx="238320" cy="15804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8641" h="5736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274;p32"/>
            <p:cNvSpPr/>
            <p:nvPr/>
          </p:nvSpPr>
          <p:spPr>
            <a:xfrm>
              <a:off x="6882480" y="2492280"/>
              <a:ext cx="666720" cy="35208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24152" h="12752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75;p32"/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76;p32"/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277;p32"/>
            <p:cNvSpPr/>
            <p:nvPr/>
          </p:nvSpPr>
          <p:spPr>
            <a:xfrm>
              <a:off x="6792120" y="3859200"/>
              <a:ext cx="1006920" cy="364680"/>
            </a:xfrm>
            <a:custGeom>
              <a:avLst/>
              <a:gdLst>
                <a:gd name="textAreaLeft" fmla="*/ 0 w 1006920"/>
                <a:gd name="textAreaRight" fmla="*/ 1007280 w 100692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36460" h="1321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278;p32"/>
            <p:cNvSpPr/>
            <p:nvPr/>
          </p:nvSpPr>
          <p:spPr>
            <a:xfrm>
              <a:off x="6927480" y="2471760"/>
              <a:ext cx="666720" cy="35316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24152" h="12794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279;p32"/>
            <p:cNvSpPr/>
            <p:nvPr/>
          </p:nvSpPr>
          <p:spPr>
            <a:xfrm>
              <a:off x="7121160" y="2472480"/>
              <a:ext cx="327600" cy="35316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1877" h="12799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80;p32"/>
            <p:cNvSpPr/>
            <p:nvPr/>
          </p:nvSpPr>
          <p:spPr>
            <a:xfrm>
              <a:off x="7129440" y="2276280"/>
              <a:ext cx="228240" cy="35748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8273" h="12958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81;p32"/>
            <p:cNvSpPr/>
            <p:nvPr/>
          </p:nvSpPr>
          <p:spPr>
            <a:xfrm>
              <a:off x="7221600" y="2306160"/>
              <a:ext cx="300240" cy="320400"/>
            </a:xfrm>
            <a:custGeom>
              <a:avLst/>
              <a:gdLst>
                <a:gd name="textAreaLeft" fmla="*/ 0 w 300240"/>
                <a:gd name="textAreaRight" fmla="*/ 300600 w 30024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10876" h="11614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82;p32"/>
            <p:cNvSpPr/>
            <p:nvPr/>
          </p:nvSpPr>
          <p:spPr>
            <a:xfrm>
              <a:off x="7279560" y="3807360"/>
              <a:ext cx="692640" cy="804240"/>
            </a:xfrm>
            <a:custGeom>
              <a:avLst/>
              <a:gdLst>
                <a:gd name="textAreaLeft" fmla="*/ 0 w 692640"/>
                <a:gd name="textAreaRight" fmla="*/ 693000 w 692640"/>
                <a:gd name="textAreaTop" fmla="*/ 0 h 804240"/>
                <a:gd name="textAreaBottom" fmla="*/ 804600 h 804240"/>
              </a:gdLst>
              <a:ahLst/>
              <a:cxnLst/>
              <a:rect l="textAreaLeft" t="textAreaTop" r="textAreaRight" b="textAreaBottom"/>
              <a:pathLst>
                <a:path w="25085" h="29121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83;p32"/>
            <p:cNvSpPr/>
            <p:nvPr/>
          </p:nvSpPr>
          <p:spPr>
            <a:xfrm>
              <a:off x="7626960" y="3850560"/>
              <a:ext cx="345240" cy="1692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12509" h="6139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4600" bIns="84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84;p32"/>
            <p:cNvSpPr/>
            <p:nvPr/>
          </p:nvSpPr>
          <p:spPr>
            <a:xfrm>
              <a:off x="7511040" y="3321720"/>
              <a:ext cx="549000" cy="646560"/>
            </a:xfrm>
            <a:custGeom>
              <a:avLst/>
              <a:gdLst>
                <a:gd name="textAreaLeft" fmla="*/ 0 w 549000"/>
                <a:gd name="textAreaRight" fmla="*/ 549360 w 54900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9881" h="23418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85;p32"/>
            <p:cNvSpPr/>
            <p:nvPr/>
          </p:nvSpPr>
          <p:spPr>
            <a:xfrm>
              <a:off x="7511040" y="3321720"/>
              <a:ext cx="312840" cy="64656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1342" h="23418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86;p32"/>
            <p:cNvSpPr/>
            <p:nvPr/>
          </p:nvSpPr>
          <p:spPr>
            <a:xfrm>
              <a:off x="7140600" y="3733560"/>
              <a:ext cx="25560" cy="48816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88160"/>
                <a:gd name="textAreaBottom" fmla="*/ 488520 h 488160"/>
              </a:gdLst>
              <a:ahLst/>
              <a:cxnLst/>
              <a:rect l="textAreaLeft" t="textAreaTop" r="textAreaRight" b="textAreaBottom"/>
              <a:pathLst>
                <a:path w="935" h="1768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87;p32"/>
            <p:cNvSpPr/>
            <p:nvPr/>
          </p:nvSpPr>
          <p:spPr>
            <a:xfrm>
              <a:off x="6736680" y="2652120"/>
              <a:ext cx="222480" cy="23616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8073" h="8563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288;p32"/>
            <p:cNvSpPr/>
            <p:nvPr/>
          </p:nvSpPr>
          <p:spPr>
            <a:xfrm>
              <a:off x="7273080" y="4055400"/>
              <a:ext cx="389520" cy="40788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407880"/>
                <a:gd name="textAreaBottom" fmla="*/ 408240 h 407880"/>
              </a:gdLst>
              <a:ahLst/>
              <a:cxnLst/>
              <a:rect l="textAreaLeft" t="textAreaTop" r="textAreaRight" b="textAreaBottom"/>
              <a:pathLst>
                <a:path w="14111" h="14778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289;p32"/>
            <p:cNvSpPr/>
            <p:nvPr/>
          </p:nvSpPr>
          <p:spPr>
            <a:xfrm>
              <a:off x="6785640" y="2694240"/>
              <a:ext cx="95400" cy="15156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3471" h="5505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960" bIns="75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290;p32"/>
            <p:cNvSpPr/>
            <p:nvPr/>
          </p:nvSpPr>
          <p:spPr>
            <a:xfrm>
              <a:off x="6559920" y="2283480"/>
              <a:ext cx="551520" cy="93456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934560"/>
                <a:gd name="textAreaBottom" fmla="*/ 934920 h 934560"/>
              </a:gdLst>
              <a:ahLst/>
              <a:cxnLst/>
              <a:rect l="textAreaLeft" t="textAreaTop" r="textAreaRight" b="textAreaBottom"/>
              <a:pathLst>
                <a:path w="19982" h="33849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291;p32"/>
            <p:cNvSpPr/>
            <p:nvPr/>
          </p:nvSpPr>
          <p:spPr>
            <a:xfrm>
              <a:off x="6148800" y="3344040"/>
              <a:ext cx="911160" cy="1251000"/>
            </a:xfrm>
            <a:custGeom>
              <a:avLst/>
              <a:gdLst>
                <a:gd name="textAreaLeft" fmla="*/ 0 w 911160"/>
                <a:gd name="textAreaRight" fmla="*/ 911520 w 911160"/>
                <a:gd name="textAreaTop" fmla="*/ 0 h 1251000"/>
                <a:gd name="textAreaBottom" fmla="*/ 1251360 h 1251000"/>
              </a:gdLst>
              <a:ahLst/>
              <a:cxnLst/>
              <a:rect l="textAreaLeft" t="textAreaTop" r="textAreaRight" b="textAreaBottom"/>
              <a:pathLst>
                <a:path w="32991" h="4530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292;p32"/>
            <p:cNvSpPr/>
            <p:nvPr/>
          </p:nvSpPr>
          <p:spPr>
            <a:xfrm>
              <a:off x="6204960" y="4708800"/>
              <a:ext cx="810720" cy="130680"/>
            </a:xfrm>
            <a:custGeom>
              <a:avLst/>
              <a:gdLst>
                <a:gd name="textAreaLeft" fmla="*/ 0 w 810720"/>
                <a:gd name="textAreaRight" fmla="*/ 811080 w 81072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29356" h="4738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93;p32"/>
            <p:cNvSpPr/>
            <p:nvPr/>
          </p:nvSpPr>
          <p:spPr>
            <a:xfrm>
              <a:off x="5432760" y="4016520"/>
              <a:ext cx="1155960" cy="822600"/>
            </a:xfrm>
            <a:custGeom>
              <a:avLst/>
              <a:gdLst>
                <a:gd name="textAreaLeft" fmla="*/ 0 w 1155960"/>
                <a:gd name="textAreaRight" fmla="*/ 1156320 w 11559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864" h="29789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94;p32"/>
            <p:cNvSpPr/>
            <p:nvPr/>
          </p:nvSpPr>
          <p:spPr>
            <a:xfrm>
              <a:off x="6342480" y="4017600"/>
              <a:ext cx="338760" cy="822600"/>
            </a:xfrm>
            <a:custGeom>
              <a:avLst/>
              <a:gdLst>
                <a:gd name="textAreaLeft" fmla="*/ 0 w 338760"/>
                <a:gd name="textAreaRight" fmla="*/ 339120 w 3387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12276" h="29789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95;p32"/>
            <p:cNvSpPr/>
            <p:nvPr/>
          </p:nvSpPr>
          <p:spPr>
            <a:xfrm>
              <a:off x="5429160" y="4017600"/>
              <a:ext cx="1132920" cy="822600"/>
            </a:xfrm>
            <a:custGeom>
              <a:avLst/>
              <a:gdLst>
                <a:gd name="textAreaLeft" fmla="*/ 0 w 1132920"/>
                <a:gd name="textAreaRight" fmla="*/ 1133280 w 113292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030" h="29789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96;p32"/>
            <p:cNvSpPr/>
            <p:nvPr/>
          </p:nvSpPr>
          <p:spPr>
            <a:xfrm>
              <a:off x="5803200" y="4273560"/>
              <a:ext cx="317520" cy="30384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11509" h="11009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97;p32"/>
            <p:cNvSpPr/>
            <p:nvPr/>
          </p:nvSpPr>
          <p:spPr>
            <a:xfrm>
              <a:off x="5929560" y="4260960"/>
              <a:ext cx="204120" cy="18684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7406" h="6773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98;p32"/>
            <p:cNvSpPr/>
            <p:nvPr/>
          </p:nvSpPr>
          <p:spPr>
            <a:xfrm>
              <a:off x="6872400" y="4448880"/>
              <a:ext cx="603360" cy="466200"/>
            </a:xfrm>
            <a:custGeom>
              <a:avLst/>
              <a:gdLst>
                <a:gd name="textAreaLeft" fmla="*/ 0 w 603360"/>
                <a:gd name="textAreaRight" fmla="*/ 603720 w 603360"/>
                <a:gd name="textAreaTop" fmla="*/ 0 h 466200"/>
                <a:gd name="textAreaBottom" fmla="*/ 466560 h 466200"/>
              </a:gdLst>
              <a:ahLst/>
              <a:cxnLst/>
              <a:rect l="textAreaLeft" t="textAreaTop" r="textAreaRight" b="textAreaBottom"/>
              <a:pathLst>
                <a:path w="21850" h="16886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299;p32"/>
            <p:cNvSpPr/>
            <p:nvPr/>
          </p:nvSpPr>
          <p:spPr>
            <a:xfrm>
              <a:off x="6968160" y="4593600"/>
              <a:ext cx="204120" cy="25272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7406" h="9165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300;p32"/>
            <p:cNvSpPr/>
            <p:nvPr/>
          </p:nvSpPr>
          <p:spPr>
            <a:xfrm>
              <a:off x="7061040" y="4656600"/>
              <a:ext cx="181080" cy="23040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73" h="8351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5" name="Rectangle 154"/>
          <p:cNvSpPr/>
          <p:nvPr/>
        </p:nvSpPr>
        <p:spPr>
          <a:xfrm>
            <a:off x="714240" y="3524400"/>
            <a:ext cx="42289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chivo Light"/>
              </a:rPr>
              <a:t>Case study analysis: Midland Hotel lobby, peak loads, verifiable metrics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714240" y="1143000"/>
            <a:ext cx="46382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Quality Attributes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Introduction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619200" y="1905120"/>
            <a:ext cx="79052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Lecture 3 — Software Quality Attributes in Practice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This session examines Midland Hotel (lobby), GlobalStays, SecureBank, and startup tech-debt scenarios, focusing on how quality attributes drive architectural decisions.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The objective is to derive </a:t>
            </a:r>
            <a:r>
              <a:rPr lang="en-US" sz="1600" b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verifiable requirements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 and trade-offs for high-stress operational contexts.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_0:slide_img_laihmK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159"/>
          <p:cNvSpPr/>
          <p:nvPr/>
        </p:nvSpPr>
        <p:spPr>
          <a:xfrm>
            <a:off x="5048280" y="61920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5048280" y="142884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Hotel Lobby System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504828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62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Performance Requirements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619200" y="1905120"/>
            <a:ext cx="7905240" cy="2133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Performance Efficiency (Time Behavior)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 — system must sustain peak concurrent load with minimal degradation.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Benchmark: peak 08:00–10:00 under </a:t>
            </a: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50 active workstation nodes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; end-to-end latency under </a:t>
            </a:r>
            <a:r>
              <a:rPr lang="en-US" sz="1600" b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2.0 seconds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 for invoice rendering and transaction commits.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Usability: keyboard-optimized front-desk UI for rapid check-in/out.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_0:slide_img_LIjlnK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Rectangle 165"/>
          <p:cNvSpPr/>
          <p:nvPr/>
        </p:nvSpPr>
        <p:spPr>
          <a:xfrm>
            <a:off x="4500275" y="123265"/>
            <a:ext cx="347616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Availability &amp; Reliability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5076220" y="971670"/>
            <a:ext cx="347616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Availability &amp; Reliability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 — near-continuous operation with graceful degradation.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Target: </a:t>
            </a:r>
            <a:r>
              <a:rPr lang="en-US" sz="1600" b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99.9% uptime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, 24/7/365. Design: automatic failover, replication, and transactional guarantees (ACID) to prevent data loss and ensure consistency during rushes.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Usability &amp; Security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619200" y="190512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Front-desk UI optimized for rapid </a:t>
            </a: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operability &amp; learnability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 with keyboard-first workflows and clear data-entry fields.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Security mandates strong cryptographic protection and </a:t>
            </a: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role-based access control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 for passport scans and payment data, ensuring confidentiality and auditability.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image_0:slide_img_LCafoK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Rectangle 170"/>
          <p:cNvSpPr/>
          <p:nvPr/>
        </p:nvSpPr>
        <p:spPr>
          <a:xfrm>
            <a:off x="619200" y="619200"/>
            <a:ext cx="2142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619125" y="1428750"/>
            <a:ext cx="3827145" cy="1828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Specifications &amp; Trade-offs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61920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_0:slide_img_pHcIpK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Rectangle 174"/>
          <p:cNvSpPr/>
          <p:nvPr/>
        </p:nvSpPr>
        <p:spPr>
          <a:xfrm>
            <a:off x="395605" y="483235"/>
            <a:ext cx="3922395" cy="73279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Check-In vs Check-Out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395605" y="1131570"/>
            <a:ext cx="4104640" cy="30880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60000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Check-In: guests exhausted; focus on fast data ingestion, read/write validation of room state to enable immediate access.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Worst-case: poor first impressions and negative reviews.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Check-Out: time-critical writes; consolidate incidental expenses into final invoice atomically.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Worst-case: missed departures and legal/financial liability.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Verifiable Metrics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619200" y="190512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Measurable condition: peak 08:00–10:00 with </a:t>
            </a: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50 concurrent workstation nodes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Metric: end-to-end invoice latency </a:t>
            </a:r>
            <a:r>
              <a:rPr lang="en-US" sz="1600" b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2.0 seconds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 under benchmarked load.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Action: atomic consolidation and rendering of multi-source incidental expenses.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Critical HIS Attributes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19200" y="1905120"/>
            <a:ext cx="790524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Reliability &amp; Availability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: 24/7 operation with graceful degradation and automated failover.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Scalability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: horizontal elasticity (CQRS read replicas) to absorb holiday surges.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Data Integrity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: ACID transactions and row-level consistency to prevent corruption.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80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Conclusions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619200" y="190512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Verifiable, measurable quality requirements align architecture with operational reality: prioritize </a:t>
            </a:r>
            <a:r>
              <a:rPr lang="en-US" sz="1600" b="1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low-latency performance</a:t>
            </a: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, high availability, and transactional integrity.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2F7FF"/>
                </a:solidFill>
                <a:effectLst/>
                <a:uFillTx/>
                <a:latin typeface="Archivo Light"/>
              </a:rPr>
              <a:t>Trade-offs between check-in responsiveness and check-out atomicity demand targeted scaling and clear SLA-driven metrics to protect guest experience and hotel liability.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323275" y="1427860"/>
            <a:ext cx="4743000" cy="18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6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Thank you!</a:t>
            </a:r>
            <a:endParaRPr lang="fr-FR" sz="5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211" name="Google Shape;1652;p59"/>
          <p:cNvGrpSpPr/>
          <p:nvPr/>
        </p:nvGrpSpPr>
        <p:grpSpPr>
          <a:xfrm>
            <a:off x="5284080" y="991440"/>
            <a:ext cx="3846600" cy="4129560"/>
            <a:chOff x="5284080" y="991440"/>
            <a:chExt cx="3846600" cy="4129560"/>
          </a:xfrm>
        </p:grpSpPr>
        <p:grpSp>
          <p:nvGrpSpPr>
            <p:cNvPr id="212" name="Google Shape;1653;p59"/>
            <p:cNvGrpSpPr/>
            <p:nvPr/>
          </p:nvGrpSpPr>
          <p:grpSpPr>
            <a:xfrm>
              <a:off x="5290200" y="4284000"/>
              <a:ext cx="3840480" cy="837000"/>
              <a:chOff x="5290200" y="4284000"/>
              <a:chExt cx="3840480" cy="837000"/>
            </a:xfrm>
          </p:grpSpPr>
          <p:sp>
            <p:nvSpPr>
              <p:cNvPr id="213" name="Google Shape;1654;p59"/>
              <p:cNvSpPr/>
              <p:nvPr/>
            </p:nvSpPr>
            <p:spPr>
              <a:xfrm>
                <a:off x="5290200" y="4839480"/>
                <a:ext cx="3840480" cy="28152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281520"/>
                  <a:gd name="textAreaBottom" fmla="*/ 281880 h 281520"/>
                </a:gdLst>
                <a:ahLst/>
                <a:cxnLst/>
                <a:rect l="textAreaLeft" t="textAreaTop" r="textAreaRight" b="textAreaBottom"/>
                <a:pathLst>
                  <a:path w="139033" h="10208">
                    <a:moveTo>
                      <a:pt x="0" y="0"/>
                    </a:moveTo>
                    <a:lnTo>
                      <a:pt x="0" y="10207"/>
                    </a:lnTo>
                    <a:lnTo>
                      <a:pt x="139033" y="10207"/>
                    </a:lnTo>
                    <a:lnTo>
                      <a:pt x="13903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1655;p59"/>
              <p:cNvSpPr/>
              <p:nvPr/>
            </p:nvSpPr>
            <p:spPr>
              <a:xfrm>
                <a:off x="5290200" y="4671000"/>
                <a:ext cx="3840480" cy="16848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168480"/>
                  <a:gd name="textAreaBottom" fmla="*/ 168840 h 168480"/>
                </a:gdLst>
                <a:ahLst/>
                <a:cxnLst/>
                <a:rect l="textAreaLeft" t="textAreaTop" r="textAreaRight" b="textAreaBottom"/>
                <a:pathLst>
                  <a:path w="139033" h="6106">
                    <a:moveTo>
                      <a:pt x="6071" y="1"/>
                    </a:moveTo>
                    <a:cubicBezTo>
                      <a:pt x="2702" y="1"/>
                      <a:pt x="0" y="2769"/>
                      <a:pt x="0" y="6105"/>
                    </a:cubicBezTo>
                    <a:lnTo>
                      <a:pt x="139033" y="6105"/>
                    </a:lnTo>
                    <a:cubicBezTo>
                      <a:pt x="139033" y="2769"/>
                      <a:pt x="136298" y="34"/>
                      <a:pt x="1329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4240" bIns="84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1656;p59"/>
              <p:cNvSpPr/>
              <p:nvPr/>
            </p:nvSpPr>
            <p:spPr>
              <a:xfrm>
                <a:off x="6701040" y="4284000"/>
                <a:ext cx="1158840" cy="386640"/>
              </a:xfrm>
              <a:custGeom>
                <a:avLst/>
                <a:gdLst>
                  <a:gd name="textAreaLeft" fmla="*/ 0 w 1158840"/>
                  <a:gd name="textAreaRight" fmla="*/ 1159200 w 115884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1964" h="14011">
                    <a:moveTo>
                      <a:pt x="8073" y="1"/>
                    </a:moveTo>
                    <a:lnTo>
                      <a:pt x="0" y="14011"/>
                    </a:lnTo>
                    <a:lnTo>
                      <a:pt x="41897" y="14011"/>
                    </a:lnTo>
                    <a:cubicBezTo>
                      <a:pt x="41897" y="14011"/>
                      <a:pt x="41963" y="6672"/>
                      <a:pt x="36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6" name="Google Shape;1657;p59"/>
            <p:cNvGrpSpPr/>
            <p:nvPr/>
          </p:nvGrpSpPr>
          <p:grpSpPr>
            <a:xfrm>
              <a:off x="5284080" y="991440"/>
              <a:ext cx="3622320" cy="3606120"/>
              <a:chOff x="5284080" y="991440"/>
              <a:chExt cx="3622320" cy="3606120"/>
            </a:xfrm>
          </p:grpSpPr>
          <p:sp>
            <p:nvSpPr>
              <p:cNvPr id="217" name="Google Shape;1658;p59"/>
              <p:cNvSpPr/>
              <p:nvPr/>
            </p:nvSpPr>
            <p:spPr>
              <a:xfrm flipH="1">
                <a:off x="7380720" y="2059560"/>
                <a:ext cx="732600" cy="1171440"/>
              </a:xfrm>
              <a:custGeom>
                <a:avLst/>
                <a:gdLst>
                  <a:gd name="textAreaLeft" fmla="*/ -360 w 732600"/>
                  <a:gd name="textAreaRight" fmla="*/ 732600 w 732600"/>
                  <a:gd name="textAreaTop" fmla="*/ 0 h 1171440"/>
                  <a:gd name="textAreaBottom" fmla="*/ 1171800 h 1171440"/>
                </a:gdLst>
                <a:ahLst/>
                <a:cxnLst/>
                <a:rect l="textAreaLeft" t="textAreaTop" r="textAreaRight" b="textAreaBottom"/>
                <a:pathLst>
                  <a:path w="19765" h="31608">
                    <a:moveTo>
                      <a:pt x="8063" y="0"/>
                    </a:moveTo>
                    <a:cubicBezTo>
                      <a:pt x="6741" y="0"/>
                      <a:pt x="5416" y="295"/>
                      <a:pt x="4210" y="898"/>
                    </a:cubicBezTo>
                    <a:cubicBezTo>
                      <a:pt x="2984" y="1483"/>
                      <a:pt x="1924" y="2431"/>
                      <a:pt x="1367" y="3657"/>
                    </a:cubicBezTo>
                    <a:cubicBezTo>
                      <a:pt x="503" y="5608"/>
                      <a:pt x="1144" y="7866"/>
                      <a:pt x="1785" y="9901"/>
                    </a:cubicBezTo>
                    <a:cubicBezTo>
                      <a:pt x="2538" y="12326"/>
                      <a:pt x="3318" y="14724"/>
                      <a:pt x="4099" y="17177"/>
                    </a:cubicBezTo>
                    <a:cubicBezTo>
                      <a:pt x="4517" y="18487"/>
                      <a:pt x="4991" y="19853"/>
                      <a:pt x="5019" y="21246"/>
                    </a:cubicBezTo>
                    <a:cubicBezTo>
                      <a:pt x="5074" y="22640"/>
                      <a:pt x="4740" y="24090"/>
                      <a:pt x="3792" y="25149"/>
                    </a:cubicBezTo>
                    <a:cubicBezTo>
                      <a:pt x="3147" y="25832"/>
                      <a:pt x="2193" y="26256"/>
                      <a:pt x="1263" y="26256"/>
                    </a:cubicBezTo>
                    <a:cubicBezTo>
                      <a:pt x="825" y="26256"/>
                      <a:pt x="393" y="26162"/>
                      <a:pt x="1" y="25957"/>
                    </a:cubicBezTo>
                    <a:lnTo>
                      <a:pt x="1" y="25957"/>
                    </a:lnTo>
                    <a:cubicBezTo>
                      <a:pt x="2624" y="29387"/>
                      <a:pt x="6638" y="31608"/>
                      <a:pt x="10888" y="31608"/>
                    </a:cubicBezTo>
                    <a:cubicBezTo>
                      <a:pt x="11336" y="31608"/>
                      <a:pt x="11787" y="31583"/>
                      <a:pt x="12238" y="31532"/>
                    </a:cubicBezTo>
                    <a:cubicBezTo>
                      <a:pt x="13855" y="31365"/>
                      <a:pt x="15528" y="30836"/>
                      <a:pt x="16838" y="29776"/>
                    </a:cubicBezTo>
                    <a:cubicBezTo>
                      <a:pt x="18287" y="28578"/>
                      <a:pt x="19123" y="26710"/>
                      <a:pt x="19430" y="24842"/>
                    </a:cubicBezTo>
                    <a:cubicBezTo>
                      <a:pt x="19765" y="22947"/>
                      <a:pt x="19569" y="21051"/>
                      <a:pt x="19346" y="19128"/>
                    </a:cubicBezTo>
                    <a:cubicBezTo>
                      <a:pt x="18677" y="14584"/>
                      <a:pt x="17869" y="9650"/>
                      <a:pt x="16169" y="5441"/>
                    </a:cubicBezTo>
                    <a:cubicBezTo>
                      <a:pt x="15277" y="3211"/>
                      <a:pt x="13409" y="1399"/>
                      <a:pt x="11179" y="563"/>
                    </a:cubicBezTo>
                    <a:cubicBezTo>
                      <a:pt x="10185" y="190"/>
                      <a:pt x="9126" y="0"/>
                      <a:pt x="8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1659;p59"/>
              <p:cNvSpPr/>
              <p:nvPr/>
            </p:nvSpPr>
            <p:spPr>
              <a:xfrm flipH="1">
                <a:off x="7383960" y="2155320"/>
                <a:ext cx="455400" cy="1075680"/>
              </a:xfrm>
              <a:custGeom>
                <a:avLst/>
                <a:gdLst>
                  <a:gd name="textAreaLeft" fmla="*/ -360 w 455400"/>
                  <a:gd name="textAreaRight" fmla="*/ 455400 w 455400"/>
                  <a:gd name="textAreaTop" fmla="*/ 0 h 1075680"/>
                  <a:gd name="textAreaBottom" fmla="*/ 1076040 h 1075680"/>
                </a:gdLst>
                <a:ahLst/>
                <a:cxnLst/>
                <a:rect l="textAreaLeft" t="textAreaTop" r="textAreaRight" b="textAreaBottom"/>
                <a:pathLst>
                  <a:path w="12294" h="29025">
                    <a:moveTo>
                      <a:pt x="5951" y="1"/>
                    </a:moveTo>
                    <a:cubicBezTo>
                      <a:pt x="4200" y="1"/>
                      <a:pt x="2458" y="1025"/>
                      <a:pt x="1478" y="2519"/>
                    </a:cubicBezTo>
                    <a:cubicBezTo>
                      <a:pt x="168" y="4414"/>
                      <a:pt x="1" y="6867"/>
                      <a:pt x="503" y="9097"/>
                    </a:cubicBezTo>
                    <a:cubicBezTo>
                      <a:pt x="977" y="11327"/>
                      <a:pt x="2036" y="13390"/>
                      <a:pt x="3095" y="15425"/>
                    </a:cubicBezTo>
                    <a:cubicBezTo>
                      <a:pt x="4182" y="17432"/>
                      <a:pt x="5297" y="19523"/>
                      <a:pt x="5437" y="21836"/>
                    </a:cubicBezTo>
                    <a:cubicBezTo>
                      <a:pt x="5576" y="24261"/>
                      <a:pt x="4489" y="26742"/>
                      <a:pt x="2538" y="28303"/>
                    </a:cubicBezTo>
                    <a:cubicBezTo>
                      <a:pt x="2259" y="28526"/>
                      <a:pt x="1980" y="28721"/>
                      <a:pt x="1701" y="28917"/>
                    </a:cubicBezTo>
                    <a:cubicBezTo>
                      <a:pt x="2246" y="28990"/>
                      <a:pt x="2782" y="29025"/>
                      <a:pt x="3320" y="29025"/>
                    </a:cubicBezTo>
                    <a:cubicBezTo>
                      <a:pt x="3800" y="29025"/>
                      <a:pt x="4281" y="28997"/>
                      <a:pt x="4768" y="28944"/>
                    </a:cubicBezTo>
                    <a:cubicBezTo>
                      <a:pt x="6440" y="28777"/>
                      <a:pt x="8085" y="28275"/>
                      <a:pt x="9367" y="27188"/>
                    </a:cubicBezTo>
                    <a:cubicBezTo>
                      <a:pt x="10844" y="25990"/>
                      <a:pt x="11681" y="24122"/>
                      <a:pt x="11987" y="22254"/>
                    </a:cubicBezTo>
                    <a:cubicBezTo>
                      <a:pt x="12294" y="20359"/>
                      <a:pt x="12127" y="18408"/>
                      <a:pt x="11876" y="16540"/>
                    </a:cubicBezTo>
                    <a:cubicBezTo>
                      <a:pt x="11290" y="12024"/>
                      <a:pt x="10482" y="7090"/>
                      <a:pt x="8782" y="2881"/>
                    </a:cubicBezTo>
                    <a:cubicBezTo>
                      <a:pt x="8364" y="1850"/>
                      <a:pt x="7750" y="930"/>
                      <a:pt x="6970" y="121"/>
                    </a:cubicBezTo>
                    <a:cubicBezTo>
                      <a:pt x="6634" y="40"/>
                      <a:pt x="6292" y="1"/>
                      <a:pt x="59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1660;p59"/>
              <p:cNvSpPr/>
              <p:nvPr/>
            </p:nvSpPr>
            <p:spPr>
              <a:xfrm flipH="1">
                <a:off x="6009120" y="2406600"/>
                <a:ext cx="803880" cy="1388520"/>
              </a:xfrm>
              <a:custGeom>
                <a:avLst/>
                <a:gdLst>
                  <a:gd name="textAreaLeft" fmla="*/ -360 w 803880"/>
                  <a:gd name="textAreaRight" fmla="*/ 803880 w 803880"/>
                  <a:gd name="textAreaTop" fmla="*/ 0 h 1388520"/>
                  <a:gd name="textAreaBottom" fmla="*/ 1388880 h 1388520"/>
                </a:gdLst>
                <a:ahLst/>
                <a:cxnLst/>
                <a:rect l="textAreaLeft" t="textAreaTop" r="textAreaRight" b="textAreaBottom"/>
                <a:pathLst>
                  <a:path w="21688" h="37457">
                    <a:moveTo>
                      <a:pt x="14553" y="0"/>
                    </a:moveTo>
                    <a:cubicBezTo>
                      <a:pt x="14202" y="0"/>
                      <a:pt x="13874" y="183"/>
                      <a:pt x="13687" y="537"/>
                    </a:cubicBezTo>
                    <a:cubicBezTo>
                      <a:pt x="12433" y="2962"/>
                      <a:pt x="11652" y="5611"/>
                      <a:pt x="11485" y="8370"/>
                    </a:cubicBezTo>
                    <a:cubicBezTo>
                      <a:pt x="10899" y="7534"/>
                      <a:pt x="10481" y="6586"/>
                      <a:pt x="10258" y="5611"/>
                    </a:cubicBezTo>
                    <a:cubicBezTo>
                      <a:pt x="10124" y="5101"/>
                      <a:pt x="9681" y="4773"/>
                      <a:pt x="9177" y="4773"/>
                    </a:cubicBezTo>
                    <a:cubicBezTo>
                      <a:pt x="9156" y="4773"/>
                      <a:pt x="9136" y="4773"/>
                      <a:pt x="9115" y="4774"/>
                    </a:cubicBezTo>
                    <a:lnTo>
                      <a:pt x="9087" y="4774"/>
                    </a:lnTo>
                    <a:cubicBezTo>
                      <a:pt x="8530" y="4858"/>
                      <a:pt x="8084" y="5332"/>
                      <a:pt x="8112" y="5889"/>
                    </a:cubicBezTo>
                    <a:cubicBezTo>
                      <a:pt x="8223" y="8565"/>
                      <a:pt x="9283" y="11269"/>
                      <a:pt x="11150" y="13220"/>
                    </a:cubicBezTo>
                    <a:lnTo>
                      <a:pt x="7582" y="26656"/>
                    </a:lnTo>
                    <a:lnTo>
                      <a:pt x="5296" y="23144"/>
                    </a:lnTo>
                    <a:lnTo>
                      <a:pt x="0" y="29862"/>
                    </a:lnTo>
                    <a:lnTo>
                      <a:pt x="3652" y="34880"/>
                    </a:lnTo>
                    <a:cubicBezTo>
                      <a:pt x="4831" y="36507"/>
                      <a:pt x="6729" y="37456"/>
                      <a:pt x="8704" y="37456"/>
                    </a:cubicBezTo>
                    <a:cubicBezTo>
                      <a:pt x="9063" y="37456"/>
                      <a:pt x="9424" y="37425"/>
                      <a:pt x="9784" y="37360"/>
                    </a:cubicBezTo>
                    <a:cubicBezTo>
                      <a:pt x="12739" y="36831"/>
                      <a:pt x="14913" y="34350"/>
                      <a:pt x="14997" y="31367"/>
                    </a:cubicBezTo>
                    <a:lnTo>
                      <a:pt x="15555" y="14196"/>
                    </a:lnTo>
                    <a:cubicBezTo>
                      <a:pt x="17199" y="12970"/>
                      <a:pt x="18314" y="11046"/>
                      <a:pt x="18593" y="9039"/>
                    </a:cubicBezTo>
                    <a:cubicBezTo>
                      <a:pt x="19541" y="8064"/>
                      <a:pt x="20516" y="7116"/>
                      <a:pt x="21464" y="6140"/>
                    </a:cubicBezTo>
                    <a:cubicBezTo>
                      <a:pt x="21687" y="5889"/>
                      <a:pt x="21659" y="5471"/>
                      <a:pt x="21408" y="5220"/>
                    </a:cubicBezTo>
                    <a:cubicBezTo>
                      <a:pt x="21311" y="5123"/>
                      <a:pt x="21164" y="5074"/>
                      <a:pt x="21011" y="5074"/>
                    </a:cubicBezTo>
                    <a:cubicBezTo>
                      <a:pt x="20858" y="5074"/>
                      <a:pt x="20698" y="5123"/>
                      <a:pt x="20572" y="5220"/>
                    </a:cubicBezTo>
                    <a:cubicBezTo>
                      <a:pt x="19792" y="5973"/>
                      <a:pt x="18900" y="6726"/>
                      <a:pt x="18119" y="7422"/>
                    </a:cubicBezTo>
                    <a:cubicBezTo>
                      <a:pt x="18844" y="6307"/>
                      <a:pt x="19652" y="5192"/>
                      <a:pt x="20572" y="4217"/>
                    </a:cubicBezTo>
                    <a:cubicBezTo>
                      <a:pt x="20962" y="3826"/>
                      <a:pt x="20934" y="3241"/>
                      <a:pt x="20572" y="2907"/>
                    </a:cubicBezTo>
                    <a:cubicBezTo>
                      <a:pt x="20395" y="2715"/>
                      <a:pt x="20155" y="2616"/>
                      <a:pt x="19910" y="2616"/>
                    </a:cubicBezTo>
                    <a:cubicBezTo>
                      <a:pt x="19694" y="2616"/>
                      <a:pt x="19473" y="2694"/>
                      <a:pt x="19290" y="2851"/>
                    </a:cubicBezTo>
                    <a:cubicBezTo>
                      <a:pt x="18258" y="3826"/>
                      <a:pt x="17283" y="4914"/>
                      <a:pt x="16502" y="6140"/>
                    </a:cubicBezTo>
                    <a:cubicBezTo>
                      <a:pt x="17088" y="4719"/>
                      <a:pt x="17980" y="3353"/>
                      <a:pt x="18983" y="2126"/>
                    </a:cubicBezTo>
                    <a:cubicBezTo>
                      <a:pt x="19373" y="1680"/>
                      <a:pt x="19290" y="983"/>
                      <a:pt x="18844" y="621"/>
                    </a:cubicBezTo>
                    <a:cubicBezTo>
                      <a:pt x="18650" y="475"/>
                      <a:pt x="18419" y="404"/>
                      <a:pt x="18192" y="404"/>
                    </a:cubicBezTo>
                    <a:cubicBezTo>
                      <a:pt x="17898" y="404"/>
                      <a:pt x="17611" y="524"/>
                      <a:pt x="17422" y="760"/>
                    </a:cubicBezTo>
                    <a:cubicBezTo>
                      <a:pt x="16112" y="2293"/>
                      <a:pt x="15053" y="3966"/>
                      <a:pt x="14300" y="5834"/>
                    </a:cubicBezTo>
                    <a:cubicBezTo>
                      <a:pt x="14495" y="4300"/>
                      <a:pt x="14858" y="2767"/>
                      <a:pt x="15471" y="1318"/>
                    </a:cubicBezTo>
                    <a:cubicBezTo>
                      <a:pt x="15638" y="844"/>
                      <a:pt x="15415" y="286"/>
                      <a:pt x="14941" y="63"/>
                    </a:cubicBezTo>
                    <a:lnTo>
                      <a:pt x="14913" y="63"/>
                    </a:lnTo>
                    <a:cubicBezTo>
                      <a:pt x="14794" y="21"/>
                      <a:pt x="14672" y="0"/>
                      <a:pt x="14553" y="0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0" name="Google Shape;1661;p59"/>
              <p:cNvSpPr/>
              <p:nvPr/>
            </p:nvSpPr>
            <p:spPr>
              <a:xfrm flipH="1">
                <a:off x="6529320" y="3373200"/>
                <a:ext cx="75240" cy="24372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2036" h="6580">
                    <a:moveTo>
                      <a:pt x="1646" y="1"/>
                    </a:moveTo>
                    <a:cubicBezTo>
                      <a:pt x="531" y="1311"/>
                      <a:pt x="1" y="3095"/>
                      <a:pt x="252" y="4795"/>
                    </a:cubicBezTo>
                    <a:lnTo>
                      <a:pt x="447" y="6580"/>
                    </a:lnTo>
                    <a:lnTo>
                      <a:pt x="2036" y="586"/>
                    </a:lnTo>
                    <a:lnTo>
                      <a:pt x="1646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1" name="Google Shape;1662;p59"/>
              <p:cNvSpPr/>
              <p:nvPr/>
            </p:nvSpPr>
            <p:spPr>
              <a:xfrm flipH="1">
                <a:off x="6234480" y="2711160"/>
                <a:ext cx="153000" cy="157680"/>
              </a:xfrm>
              <a:custGeom>
                <a:avLst/>
                <a:gdLst>
                  <a:gd name="textAreaLeft" fmla="*/ -360 w 153000"/>
                  <a:gd name="textAreaRight" fmla="*/ 153000 w 15300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4133" h="4258">
                    <a:moveTo>
                      <a:pt x="628" y="1"/>
                    </a:moveTo>
                    <a:cubicBezTo>
                      <a:pt x="393" y="1"/>
                      <a:pt x="177" y="44"/>
                      <a:pt x="1" y="132"/>
                    </a:cubicBezTo>
                    <a:cubicBezTo>
                      <a:pt x="2593" y="634"/>
                      <a:pt x="2928" y="3477"/>
                      <a:pt x="2677" y="4258"/>
                    </a:cubicBezTo>
                    <a:cubicBezTo>
                      <a:pt x="4133" y="1537"/>
                      <a:pt x="2032" y="1"/>
                      <a:pt x="628" y="1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78840" bIns="78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2" name="Google Shape;1663;p59"/>
              <p:cNvSpPr/>
              <p:nvPr/>
            </p:nvSpPr>
            <p:spPr>
              <a:xfrm flipH="1">
                <a:off x="6615000" y="3264840"/>
                <a:ext cx="196200" cy="378000"/>
              </a:xfrm>
              <a:custGeom>
                <a:avLst/>
                <a:gdLst>
                  <a:gd name="textAreaLeft" fmla="*/ -360 w 196200"/>
                  <a:gd name="textAreaRight" fmla="*/ 196200 w 196200"/>
                  <a:gd name="textAreaTop" fmla="*/ 0 h 378000"/>
                  <a:gd name="textAreaBottom" fmla="*/ 378360 h 378000"/>
                </a:gdLst>
                <a:ahLst/>
                <a:cxnLst/>
                <a:rect l="textAreaLeft" t="textAreaTop" r="textAreaRight" b="textAreaBottom"/>
                <a:pathLst>
                  <a:path w="5298" h="10203">
                    <a:moveTo>
                      <a:pt x="5297" y="0"/>
                    </a:moveTo>
                    <a:lnTo>
                      <a:pt x="1" y="6718"/>
                    </a:lnTo>
                    <a:lnTo>
                      <a:pt x="2538" y="10202"/>
                    </a:lnTo>
                    <a:lnTo>
                      <a:pt x="2342" y="9060"/>
                    </a:lnTo>
                    <a:cubicBezTo>
                      <a:pt x="2036" y="7415"/>
                      <a:pt x="2259" y="5742"/>
                      <a:pt x="3039" y="4293"/>
                    </a:cubicBezTo>
                    <a:lnTo>
                      <a:pt x="5297" y="0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3" name="Google Shape;1664;p59"/>
              <p:cNvSpPr/>
              <p:nvPr/>
            </p:nvSpPr>
            <p:spPr>
              <a:xfrm flipH="1">
                <a:off x="6593040" y="2991240"/>
                <a:ext cx="1540440" cy="1606320"/>
              </a:xfrm>
              <a:custGeom>
                <a:avLst/>
                <a:gdLst>
                  <a:gd name="textAreaLeft" fmla="*/ -360 w 1540440"/>
                  <a:gd name="textAreaRight" fmla="*/ 1540440 w 1540440"/>
                  <a:gd name="textAreaTop" fmla="*/ 0 h 1606320"/>
                  <a:gd name="textAreaBottom" fmla="*/ 1606680 h 1606320"/>
                </a:gdLst>
                <a:ahLst/>
                <a:cxnLst/>
                <a:rect l="textAreaLeft" t="textAreaTop" r="textAreaRight" b="textAreaBottom"/>
                <a:pathLst>
                  <a:path w="41563" h="43336">
                    <a:moveTo>
                      <a:pt x="32246" y="0"/>
                    </a:moveTo>
                    <a:cubicBezTo>
                      <a:pt x="31399" y="0"/>
                      <a:pt x="30545" y="135"/>
                      <a:pt x="29716" y="411"/>
                    </a:cubicBezTo>
                    <a:cubicBezTo>
                      <a:pt x="30022" y="2362"/>
                      <a:pt x="29381" y="4425"/>
                      <a:pt x="28071" y="5903"/>
                    </a:cubicBezTo>
                    <a:cubicBezTo>
                      <a:pt x="26510" y="7715"/>
                      <a:pt x="24113" y="8662"/>
                      <a:pt x="21743" y="8774"/>
                    </a:cubicBezTo>
                    <a:cubicBezTo>
                      <a:pt x="21605" y="8779"/>
                      <a:pt x="21466" y="8782"/>
                      <a:pt x="21327" y="8782"/>
                    </a:cubicBezTo>
                    <a:cubicBezTo>
                      <a:pt x="20031" y="8782"/>
                      <a:pt x="18692" y="8542"/>
                      <a:pt x="17534" y="7938"/>
                    </a:cubicBezTo>
                    <a:cubicBezTo>
                      <a:pt x="16196" y="7269"/>
                      <a:pt x="15081" y="6237"/>
                      <a:pt x="14496" y="4899"/>
                    </a:cubicBezTo>
                    <a:cubicBezTo>
                      <a:pt x="14050" y="3868"/>
                      <a:pt x="13910" y="2697"/>
                      <a:pt x="13910" y="1554"/>
                    </a:cubicBezTo>
                    <a:lnTo>
                      <a:pt x="10621" y="1275"/>
                    </a:lnTo>
                    <a:cubicBezTo>
                      <a:pt x="10438" y="1261"/>
                      <a:pt x="10256" y="1254"/>
                      <a:pt x="10074" y="1254"/>
                    </a:cubicBezTo>
                    <a:cubicBezTo>
                      <a:pt x="7740" y="1254"/>
                      <a:pt x="5561" y="2408"/>
                      <a:pt x="4293" y="4425"/>
                    </a:cubicBezTo>
                    <a:lnTo>
                      <a:pt x="0" y="11032"/>
                    </a:lnTo>
                    <a:lnTo>
                      <a:pt x="6997" y="15324"/>
                    </a:lnTo>
                    <a:lnTo>
                      <a:pt x="9506" y="18419"/>
                    </a:lnTo>
                    <a:lnTo>
                      <a:pt x="10509" y="20481"/>
                    </a:lnTo>
                    <a:cubicBezTo>
                      <a:pt x="13018" y="25555"/>
                      <a:pt x="13074" y="31548"/>
                      <a:pt x="10482" y="36621"/>
                    </a:cubicBezTo>
                    <a:cubicBezTo>
                      <a:pt x="10175" y="37207"/>
                      <a:pt x="9367" y="38656"/>
                      <a:pt x="9032" y="39214"/>
                    </a:cubicBezTo>
                    <a:cubicBezTo>
                      <a:pt x="11429" y="41639"/>
                      <a:pt x="18315" y="41555"/>
                      <a:pt x="20099" y="42336"/>
                    </a:cubicBezTo>
                    <a:cubicBezTo>
                      <a:pt x="21707" y="43017"/>
                      <a:pt x="23480" y="43335"/>
                      <a:pt x="25281" y="43335"/>
                    </a:cubicBezTo>
                    <a:cubicBezTo>
                      <a:pt x="28786" y="43335"/>
                      <a:pt x="32398" y="42130"/>
                      <a:pt x="35123" y="40050"/>
                    </a:cubicBezTo>
                    <a:cubicBezTo>
                      <a:pt x="35123" y="40050"/>
                      <a:pt x="36294" y="31910"/>
                      <a:pt x="36127" y="23659"/>
                    </a:cubicBezTo>
                    <a:cubicBezTo>
                      <a:pt x="36127" y="22711"/>
                      <a:pt x="36434" y="21792"/>
                      <a:pt x="36991" y="21039"/>
                    </a:cubicBezTo>
                    <a:cubicBezTo>
                      <a:pt x="38468" y="19116"/>
                      <a:pt x="38719" y="16495"/>
                      <a:pt x="37604" y="14377"/>
                    </a:cubicBezTo>
                    <a:lnTo>
                      <a:pt x="36712" y="12676"/>
                    </a:lnTo>
                    <a:lnTo>
                      <a:pt x="41563" y="6516"/>
                    </a:lnTo>
                    <a:lnTo>
                      <a:pt x="38162" y="2669"/>
                    </a:lnTo>
                    <a:cubicBezTo>
                      <a:pt x="36647" y="932"/>
                      <a:pt x="34474" y="0"/>
                      <a:pt x="32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4" name="Google Shape;1665;p59"/>
              <p:cNvSpPr/>
              <p:nvPr/>
            </p:nvSpPr>
            <p:spPr>
              <a:xfrm flipH="1">
                <a:off x="6874920" y="3739320"/>
                <a:ext cx="617760" cy="110160"/>
              </a:xfrm>
              <a:custGeom>
                <a:avLst/>
                <a:gdLst>
                  <a:gd name="textAreaLeft" fmla="*/ 360 w 617760"/>
                  <a:gd name="textAreaRight" fmla="*/ 618480 w 61776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16670" h="2977">
                    <a:moveTo>
                      <a:pt x="8434" y="1"/>
                    </a:moveTo>
                    <a:cubicBezTo>
                      <a:pt x="7973" y="1"/>
                      <a:pt x="7523" y="88"/>
                      <a:pt x="7108" y="300"/>
                    </a:cubicBezTo>
                    <a:cubicBezTo>
                      <a:pt x="6328" y="719"/>
                      <a:pt x="5826" y="1583"/>
                      <a:pt x="4962" y="1861"/>
                    </a:cubicBezTo>
                    <a:cubicBezTo>
                      <a:pt x="4693" y="1957"/>
                      <a:pt x="4415" y="1991"/>
                      <a:pt x="4131" y="1991"/>
                    </a:cubicBezTo>
                    <a:cubicBezTo>
                      <a:pt x="3590" y="1991"/>
                      <a:pt x="3029" y="1870"/>
                      <a:pt x="2481" y="1834"/>
                    </a:cubicBezTo>
                    <a:cubicBezTo>
                      <a:pt x="2455" y="1833"/>
                      <a:pt x="2428" y="1832"/>
                      <a:pt x="2401" y="1832"/>
                    </a:cubicBezTo>
                    <a:cubicBezTo>
                      <a:pt x="1558" y="1832"/>
                      <a:pt x="243" y="2247"/>
                      <a:pt x="0" y="2976"/>
                    </a:cubicBezTo>
                    <a:cubicBezTo>
                      <a:pt x="3036" y="2593"/>
                      <a:pt x="6097" y="2404"/>
                      <a:pt x="9161" y="2404"/>
                    </a:cubicBezTo>
                    <a:cubicBezTo>
                      <a:pt x="11666" y="2404"/>
                      <a:pt x="14174" y="2530"/>
                      <a:pt x="16669" y="2781"/>
                    </a:cubicBezTo>
                    <a:cubicBezTo>
                      <a:pt x="16419" y="2363"/>
                      <a:pt x="15973" y="2029"/>
                      <a:pt x="15471" y="1973"/>
                    </a:cubicBezTo>
                    <a:cubicBezTo>
                      <a:pt x="14997" y="1889"/>
                      <a:pt x="14551" y="1945"/>
                      <a:pt x="14049" y="1861"/>
                    </a:cubicBezTo>
                    <a:cubicBezTo>
                      <a:pt x="12823" y="1722"/>
                      <a:pt x="11763" y="1053"/>
                      <a:pt x="10648" y="523"/>
                    </a:cubicBezTo>
                    <a:cubicBezTo>
                      <a:pt x="9958" y="230"/>
                      <a:pt x="9183" y="1"/>
                      <a:pt x="8434" y="1"/>
                    </a:cubicBez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5080" bIns="55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5" name="Google Shape;1666;p59"/>
              <p:cNvSpPr/>
              <p:nvPr/>
            </p:nvSpPr>
            <p:spPr>
              <a:xfrm flipH="1">
                <a:off x="6689880" y="3223440"/>
                <a:ext cx="205200" cy="238320"/>
              </a:xfrm>
              <a:custGeom>
                <a:avLst/>
                <a:gdLst>
                  <a:gd name="textAreaLeft" fmla="*/ 360 w 205200"/>
                  <a:gd name="textAreaRight" fmla="*/ 205920 w 205200"/>
                  <a:gd name="textAreaTop" fmla="*/ 0 h 238320"/>
                  <a:gd name="textAreaBottom" fmla="*/ 238680 h 238320"/>
                </a:gdLst>
                <a:ahLst/>
                <a:cxnLst/>
                <a:rect l="textAreaLeft" t="textAreaTop" r="textAreaRight" b="textAreaBottom"/>
                <a:pathLst>
                  <a:path w="5549" h="6440">
                    <a:moveTo>
                      <a:pt x="1" y="0"/>
                    </a:moveTo>
                    <a:lnTo>
                      <a:pt x="3346" y="6439"/>
                    </a:lnTo>
                    <a:lnTo>
                      <a:pt x="5548" y="3680"/>
                    </a:lnTo>
                    <a:lnTo>
                      <a:pt x="4099" y="4376"/>
                    </a:lnTo>
                    <a:cubicBezTo>
                      <a:pt x="4011" y="4416"/>
                      <a:pt x="3916" y="4436"/>
                      <a:pt x="3821" y="4436"/>
                    </a:cubicBezTo>
                    <a:cubicBezTo>
                      <a:pt x="3586" y="4436"/>
                      <a:pt x="3354" y="4316"/>
                      <a:pt x="3235" y="4098"/>
                    </a:cubicBezTo>
                    <a:cubicBezTo>
                      <a:pt x="2482" y="2592"/>
                      <a:pt x="1423" y="1282"/>
                      <a:pt x="168" y="16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6" name="Google Shape;1667;p59"/>
              <p:cNvSpPr/>
              <p:nvPr/>
            </p:nvSpPr>
            <p:spPr>
              <a:xfrm flipH="1">
                <a:off x="7019640" y="2799720"/>
                <a:ext cx="599040" cy="518040"/>
              </a:xfrm>
              <a:custGeom>
                <a:avLst/>
                <a:gdLst>
                  <a:gd name="textAreaLeft" fmla="*/ 360 w 599040"/>
                  <a:gd name="textAreaRight" fmla="*/ 599760 w 599040"/>
                  <a:gd name="textAreaTop" fmla="*/ 0 h 518040"/>
                  <a:gd name="textAreaBottom" fmla="*/ 518400 h 518040"/>
                </a:gdLst>
                <a:ahLst/>
                <a:cxnLst/>
                <a:rect l="textAreaLeft" t="textAreaTop" r="textAreaRight" b="textAreaBottom"/>
                <a:pathLst>
                  <a:path w="16168" h="13982">
                    <a:moveTo>
                      <a:pt x="4711" y="0"/>
                    </a:moveTo>
                    <a:lnTo>
                      <a:pt x="4182" y="7136"/>
                    </a:lnTo>
                    <a:lnTo>
                      <a:pt x="28" y="6746"/>
                    </a:lnTo>
                    <a:lnTo>
                      <a:pt x="28" y="6746"/>
                    </a:lnTo>
                    <a:cubicBezTo>
                      <a:pt x="0" y="7917"/>
                      <a:pt x="140" y="9060"/>
                      <a:pt x="613" y="10091"/>
                    </a:cubicBezTo>
                    <a:cubicBezTo>
                      <a:pt x="1255" y="11429"/>
                      <a:pt x="2370" y="12460"/>
                      <a:pt x="3652" y="13129"/>
                    </a:cubicBezTo>
                    <a:cubicBezTo>
                      <a:pt x="4776" y="13716"/>
                      <a:pt x="6051" y="13981"/>
                      <a:pt x="7325" y="13981"/>
                    </a:cubicBezTo>
                    <a:cubicBezTo>
                      <a:pt x="7504" y="13981"/>
                      <a:pt x="7683" y="13976"/>
                      <a:pt x="7861" y="13966"/>
                    </a:cubicBezTo>
                    <a:cubicBezTo>
                      <a:pt x="10230" y="13854"/>
                      <a:pt x="12656" y="12879"/>
                      <a:pt x="14217" y="11122"/>
                    </a:cubicBezTo>
                    <a:cubicBezTo>
                      <a:pt x="15499" y="9617"/>
                      <a:pt x="16168" y="7526"/>
                      <a:pt x="15861" y="5603"/>
                    </a:cubicBezTo>
                    <a:lnTo>
                      <a:pt x="15861" y="5603"/>
                    </a:lnTo>
                    <a:lnTo>
                      <a:pt x="12182" y="6857"/>
                    </a:lnTo>
                    <a:lnTo>
                      <a:pt x="12182" y="3039"/>
                    </a:lnTo>
                    <a:lnTo>
                      <a:pt x="4711" y="0"/>
                    </a:ln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7" name="Google Shape;1668;p59"/>
              <p:cNvSpPr/>
              <p:nvPr/>
            </p:nvSpPr>
            <p:spPr>
              <a:xfrm flipH="1">
                <a:off x="7166880" y="2799720"/>
                <a:ext cx="279720" cy="231840"/>
              </a:xfrm>
              <a:custGeom>
                <a:avLst/>
                <a:gdLst>
                  <a:gd name="textAreaLeft" fmla="*/ -360 w 279720"/>
                  <a:gd name="textAreaRight" fmla="*/ 279720 w 279720"/>
                  <a:gd name="textAreaTop" fmla="*/ 0 h 231840"/>
                  <a:gd name="textAreaBottom" fmla="*/ 232200 h 231840"/>
                </a:gdLst>
                <a:ahLst/>
                <a:cxnLst/>
                <a:rect l="textAreaLeft" t="textAreaTop" r="textAreaRight" b="textAreaBottom"/>
                <a:pathLst>
                  <a:path w="7555" h="6265">
                    <a:moveTo>
                      <a:pt x="84" y="0"/>
                    </a:moveTo>
                    <a:lnTo>
                      <a:pt x="1" y="725"/>
                    </a:lnTo>
                    <a:cubicBezTo>
                      <a:pt x="363" y="1728"/>
                      <a:pt x="809" y="2676"/>
                      <a:pt x="1422" y="3512"/>
                    </a:cubicBezTo>
                    <a:cubicBezTo>
                      <a:pt x="2314" y="4655"/>
                      <a:pt x="3485" y="5603"/>
                      <a:pt x="4879" y="6021"/>
                    </a:cubicBezTo>
                    <a:cubicBezTo>
                      <a:pt x="5393" y="6187"/>
                      <a:pt x="5927" y="6264"/>
                      <a:pt x="6462" y="6264"/>
                    </a:cubicBezTo>
                    <a:cubicBezTo>
                      <a:pt x="6827" y="6264"/>
                      <a:pt x="7193" y="6228"/>
                      <a:pt x="7555" y="6161"/>
                    </a:cubicBezTo>
                    <a:lnTo>
                      <a:pt x="7555" y="303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191919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8" name="Google Shape;1669;p59"/>
              <p:cNvSpPr/>
              <p:nvPr/>
            </p:nvSpPr>
            <p:spPr>
              <a:xfrm flipH="1">
                <a:off x="7127280" y="2876040"/>
                <a:ext cx="491760" cy="442440"/>
              </a:xfrm>
              <a:custGeom>
                <a:avLst/>
                <a:gdLst>
                  <a:gd name="textAreaLeft" fmla="*/ 360 w 491760"/>
                  <a:gd name="textAreaRight" fmla="*/ 492480 w 491760"/>
                  <a:gd name="textAreaTop" fmla="*/ 0 h 442440"/>
                  <a:gd name="textAreaBottom" fmla="*/ 442800 h 442440"/>
                </a:gdLst>
                <a:ahLst/>
                <a:cxnLst/>
                <a:rect l="textAreaLeft" t="textAreaTop" r="textAreaRight" b="textAreaBottom"/>
                <a:pathLst>
                  <a:path w="13269" h="11948">
                    <a:moveTo>
                      <a:pt x="4572" y="1"/>
                    </a:moveTo>
                    <a:lnTo>
                      <a:pt x="4182" y="5074"/>
                    </a:lnTo>
                    <a:lnTo>
                      <a:pt x="28" y="4740"/>
                    </a:lnTo>
                    <a:lnTo>
                      <a:pt x="28" y="4740"/>
                    </a:lnTo>
                    <a:cubicBezTo>
                      <a:pt x="0" y="5883"/>
                      <a:pt x="140" y="7026"/>
                      <a:pt x="613" y="8085"/>
                    </a:cubicBezTo>
                    <a:cubicBezTo>
                      <a:pt x="1255" y="9395"/>
                      <a:pt x="2370" y="10454"/>
                      <a:pt x="3652" y="11095"/>
                    </a:cubicBezTo>
                    <a:cubicBezTo>
                      <a:pt x="4776" y="11682"/>
                      <a:pt x="6051" y="11947"/>
                      <a:pt x="7325" y="11947"/>
                    </a:cubicBezTo>
                    <a:cubicBezTo>
                      <a:pt x="7504" y="11947"/>
                      <a:pt x="7683" y="11942"/>
                      <a:pt x="7861" y="11932"/>
                    </a:cubicBezTo>
                    <a:cubicBezTo>
                      <a:pt x="9812" y="11876"/>
                      <a:pt x="11764" y="11207"/>
                      <a:pt x="13269" y="9980"/>
                    </a:cubicBezTo>
                    <a:lnTo>
                      <a:pt x="4572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9" name="Google Shape;1670;p59"/>
              <p:cNvSpPr/>
              <p:nvPr/>
            </p:nvSpPr>
            <p:spPr>
              <a:xfrm flipH="1">
                <a:off x="7250400" y="2959920"/>
                <a:ext cx="1013400" cy="1056960"/>
              </a:xfrm>
              <a:custGeom>
                <a:avLst/>
                <a:gdLst>
                  <a:gd name="textAreaLeft" fmla="*/ -360 w 1013400"/>
                  <a:gd name="textAreaRight" fmla="*/ 1013400 w 101340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27346" h="28520">
                    <a:moveTo>
                      <a:pt x="22814" y="1"/>
                    </a:moveTo>
                    <a:cubicBezTo>
                      <a:pt x="22516" y="1"/>
                      <a:pt x="22238" y="150"/>
                      <a:pt x="22050" y="414"/>
                    </a:cubicBezTo>
                    <a:cubicBezTo>
                      <a:pt x="20795" y="2142"/>
                      <a:pt x="19931" y="4205"/>
                      <a:pt x="19680" y="6324"/>
                    </a:cubicBezTo>
                    <a:cubicBezTo>
                      <a:pt x="19736" y="4707"/>
                      <a:pt x="19987" y="3034"/>
                      <a:pt x="20544" y="1445"/>
                    </a:cubicBezTo>
                    <a:cubicBezTo>
                      <a:pt x="20712" y="971"/>
                      <a:pt x="20461" y="442"/>
                      <a:pt x="19959" y="302"/>
                    </a:cubicBezTo>
                    <a:cubicBezTo>
                      <a:pt x="19887" y="283"/>
                      <a:pt x="19814" y="274"/>
                      <a:pt x="19743" y="274"/>
                    </a:cubicBezTo>
                    <a:cubicBezTo>
                      <a:pt x="19404" y="274"/>
                      <a:pt x="19094" y="486"/>
                      <a:pt x="18955" y="832"/>
                    </a:cubicBezTo>
                    <a:cubicBezTo>
                      <a:pt x="18286" y="2505"/>
                      <a:pt x="17896" y="4317"/>
                      <a:pt x="17924" y="6101"/>
                    </a:cubicBezTo>
                    <a:cubicBezTo>
                      <a:pt x="17868" y="4651"/>
                      <a:pt x="17868" y="3201"/>
                      <a:pt x="18008" y="1780"/>
                    </a:cubicBezTo>
                    <a:cubicBezTo>
                      <a:pt x="18035" y="1222"/>
                      <a:pt x="17617" y="721"/>
                      <a:pt x="17060" y="721"/>
                    </a:cubicBezTo>
                    <a:lnTo>
                      <a:pt x="17032" y="721"/>
                    </a:lnTo>
                    <a:cubicBezTo>
                      <a:pt x="16614" y="721"/>
                      <a:pt x="16224" y="1027"/>
                      <a:pt x="16140" y="1445"/>
                    </a:cubicBezTo>
                    <a:cubicBezTo>
                      <a:pt x="15332" y="5125"/>
                      <a:pt x="15443" y="8832"/>
                      <a:pt x="15889" y="12289"/>
                    </a:cubicBezTo>
                    <a:lnTo>
                      <a:pt x="10565" y="16163"/>
                    </a:lnTo>
                    <a:lnTo>
                      <a:pt x="4878" y="12679"/>
                    </a:lnTo>
                    <a:lnTo>
                      <a:pt x="920" y="21237"/>
                    </a:lnTo>
                    <a:cubicBezTo>
                      <a:pt x="0" y="23300"/>
                      <a:pt x="474" y="25753"/>
                      <a:pt x="2174" y="27230"/>
                    </a:cubicBezTo>
                    <a:cubicBezTo>
                      <a:pt x="3155" y="28096"/>
                      <a:pt x="4363" y="28520"/>
                      <a:pt x="5567" y="28520"/>
                    </a:cubicBezTo>
                    <a:cubicBezTo>
                      <a:pt x="6997" y="28520"/>
                      <a:pt x="8421" y="27922"/>
                      <a:pt x="9450" y="26756"/>
                    </a:cubicBezTo>
                    <a:lnTo>
                      <a:pt x="18844" y="15940"/>
                    </a:lnTo>
                    <a:cubicBezTo>
                      <a:pt x="22691" y="14658"/>
                      <a:pt x="25645" y="11815"/>
                      <a:pt x="27039" y="9390"/>
                    </a:cubicBezTo>
                    <a:cubicBezTo>
                      <a:pt x="27346" y="8832"/>
                      <a:pt x="27123" y="8108"/>
                      <a:pt x="26593" y="7801"/>
                    </a:cubicBezTo>
                    <a:lnTo>
                      <a:pt x="26537" y="7801"/>
                    </a:lnTo>
                    <a:cubicBezTo>
                      <a:pt x="26352" y="7699"/>
                      <a:pt x="26150" y="7649"/>
                      <a:pt x="25953" y="7649"/>
                    </a:cubicBezTo>
                    <a:cubicBezTo>
                      <a:pt x="25559" y="7649"/>
                      <a:pt x="25181" y="7847"/>
                      <a:pt x="24976" y="8219"/>
                    </a:cubicBezTo>
                    <a:cubicBezTo>
                      <a:pt x="24698" y="8693"/>
                      <a:pt x="24391" y="9223"/>
                      <a:pt x="24112" y="9724"/>
                    </a:cubicBezTo>
                    <a:cubicBezTo>
                      <a:pt x="23750" y="9780"/>
                      <a:pt x="23248" y="9780"/>
                      <a:pt x="22858" y="9864"/>
                    </a:cubicBezTo>
                    <a:cubicBezTo>
                      <a:pt x="23415" y="7494"/>
                      <a:pt x="24447" y="5209"/>
                      <a:pt x="25841" y="3229"/>
                    </a:cubicBezTo>
                    <a:cubicBezTo>
                      <a:pt x="26203" y="2783"/>
                      <a:pt x="26091" y="2142"/>
                      <a:pt x="25645" y="1836"/>
                    </a:cubicBezTo>
                    <a:lnTo>
                      <a:pt x="25618" y="1836"/>
                    </a:lnTo>
                    <a:cubicBezTo>
                      <a:pt x="25450" y="1704"/>
                      <a:pt x="25235" y="1639"/>
                      <a:pt x="25019" y="1639"/>
                    </a:cubicBezTo>
                    <a:cubicBezTo>
                      <a:pt x="24732" y="1639"/>
                      <a:pt x="24442" y="1753"/>
                      <a:pt x="24252" y="1975"/>
                    </a:cubicBezTo>
                    <a:cubicBezTo>
                      <a:pt x="23109" y="3229"/>
                      <a:pt x="22217" y="4846"/>
                      <a:pt x="21715" y="6435"/>
                    </a:cubicBezTo>
                    <a:cubicBezTo>
                      <a:pt x="22133" y="4735"/>
                      <a:pt x="22830" y="3062"/>
                      <a:pt x="23750" y="1557"/>
                    </a:cubicBezTo>
                    <a:cubicBezTo>
                      <a:pt x="24084" y="1083"/>
                      <a:pt x="23889" y="414"/>
                      <a:pt x="23388" y="163"/>
                    </a:cubicBezTo>
                    <a:cubicBezTo>
                      <a:pt x="23304" y="135"/>
                      <a:pt x="23276" y="135"/>
                      <a:pt x="23248" y="107"/>
                    </a:cubicBezTo>
                    <a:cubicBezTo>
                      <a:pt x="23104" y="35"/>
                      <a:pt x="22956" y="1"/>
                      <a:pt x="22814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0" name="Google Shape;1671;p59"/>
              <p:cNvSpPr/>
              <p:nvPr/>
            </p:nvSpPr>
            <p:spPr>
              <a:xfrm flipH="1">
                <a:off x="7417800" y="3314880"/>
                <a:ext cx="169560" cy="119160"/>
              </a:xfrm>
              <a:custGeom>
                <a:avLst/>
                <a:gdLst>
                  <a:gd name="textAreaLeft" fmla="*/ -360 w 169560"/>
                  <a:gd name="textAreaRight" fmla="*/ 169560 w 169560"/>
                  <a:gd name="textAreaTop" fmla="*/ 0 h 119160"/>
                  <a:gd name="textAreaBottom" fmla="*/ 119520 h 119160"/>
                </a:gdLst>
                <a:ahLst/>
                <a:cxnLst/>
                <a:rect l="textAreaLeft" t="textAreaTop" r="textAreaRight" b="textAreaBottom"/>
                <a:pathLst>
                  <a:path w="4582" h="3222">
                    <a:moveTo>
                      <a:pt x="2969" y="0"/>
                    </a:moveTo>
                    <a:cubicBezTo>
                      <a:pt x="1611" y="0"/>
                      <a:pt x="0" y="620"/>
                      <a:pt x="37" y="3222"/>
                    </a:cubicBezTo>
                    <a:cubicBezTo>
                      <a:pt x="260" y="2525"/>
                      <a:pt x="1152" y="462"/>
                      <a:pt x="4581" y="295"/>
                    </a:cubicBezTo>
                    <a:cubicBezTo>
                      <a:pt x="4265" y="155"/>
                      <a:pt x="3649" y="0"/>
                      <a:pt x="2969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9760" bIns="59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1" name="Google Shape;1672;p59"/>
              <p:cNvSpPr/>
              <p:nvPr/>
            </p:nvSpPr>
            <p:spPr>
              <a:xfrm flipH="1">
                <a:off x="7874280" y="3431160"/>
                <a:ext cx="259200" cy="31896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6998" h="8615">
                    <a:moveTo>
                      <a:pt x="1338" y="1"/>
                    </a:moveTo>
                    <a:lnTo>
                      <a:pt x="5548" y="3597"/>
                    </a:lnTo>
                    <a:cubicBezTo>
                      <a:pt x="3429" y="4294"/>
                      <a:pt x="1645" y="5743"/>
                      <a:pt x="558" y="7667"/>
                    </a:cubicBezTo>
                    <a:lnTo>
                      <a:pt x="0" y="8614"/>
                    </a:lnTo>
                    <a:lnTo>
                      <a:pt x="6997" y="3485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2" name="Google Shape;1673;p59"/>
              <p:cNvSpPr/>
              <p:nvPr/>
            </p:nvSpPr>
            <p:spPr>
              <a:xfrm flipH="1">
                <a:off x="6889320" y="2075760"/>
                <a:ext cx="883440" cy="724680"/>
              </a:xfrm>
              <a:custGeom>
                <a:avLst/>
                <a:gdLst>
                  <a:gd name="textAreaLeft" fmla="*/ 360 w 883440"/>
                  <a:gd name="textAreaRight" fmla="*/ 884160 w 883440"/>
                  <a:gd name="textAreaTop" fmla="*/ 0 h 724680"/>
                  <a:gd name="textAreaBottom" fmla="*/ 725040 h 724680"/>
                </a:gdLst>
                <a:ahLst/>
                <a:cxnLst/>
                <a:rect l="textAreaLeft" t="textAreaTop" r="textAreaRight" b="textAreaBottom"/>
                <a:pathLst>
                  <a:path w="23835" h="19556">
                    <a:moveTo>
                      <a:pt x="12061" y="1"/>
                    </a:moveTo>
                    <a:cubicBezTo>
                      <a:pt x="11888" y="1"/>
                      <a:pt x="11714" y="5"/>
                      <a:pt x="11541" y="15"/>
                    </a:cubicBezTo>
                    <a:cubicBezTo>
                      <a:pt x="10259" y="70"/>
                      <a:pt x="9005" y="405"/>
                      <a:pt x="7917" y="1018"/>
                    </a:cubicBezTo>
                    <a:cubicBezTo>
                      <a:pt x="6830" y="1687"/>
                      <a:pt x="5938" y="2691"/>
                      <a:pt x="5548" y="3889"/>
                    </a:cubicBezTo>
                    <a:cubicBezTo>
                      <a:pt x="5244" y="3737"/>
                      <a:pt x="4908" y="3670"/>
                      <a:pt x="4562" y="3670"/>
                    </a:cubicBezTo>
                    <a:cubicBezTo>
                      <a:pt x="3640" y="3670"/>
                      <a:pt x="2641" y="4145"/>
                      <a:pt x="1952" y="4753"/>
                    </a:cubicBezTo>
                    <a:cubicBezTo>
                      <a:pt x="1004" y="5617"/>
                      <a:pt x="530" y="6844"/>
                      <a:pt x="307" y="8098"/>
                    </a:cubicBezTo>
                    <a:cubicBezTo>
                      <a:pt x="1" y="9827"/>
                      <a:pt x="224" y="11638"/>
                      <a:pt x="921" y="13283"/>
                    </a:cubicBezTo>
                    <a:cubicBezTo>
                      <a:pt x="1618" y="14928"/>
                      <a:pt x="2760" y="16322"/>
                      <a:pt x="4210" y="17325"/>
                    </a:cubicBezTo>
                    <a:cubicBezTo>
                      <a:pt x="4391" y="17204"/>
                      <a:pt x="4673" y="17113"/>
                      <a:pt x="4931" y="17113"/>
                    </a:cubicBezTo>
                    <a:cubicBezTo>
                      <a:pt x="5031" y="17113"/>
                      <a:pt x="5128" y="17127"/>
                      <a:pt x="5214" y="17158"/>
                    </a:cubicBezTo>
                    <a:cubicBezTo>
                      <a:pt x="5492" y="17186"/>
                      <a:pt x="5771" y="17325"/>
                      <a:pt x="6022" y="17464"/>
                    </a:cubicBezTo>
                    <a:cubicBezTo>
                      <a:pt x="6830" y="17938"/>
                      <a:pt x="7583" y="18691"/>
                      <a:pt x="8057" y="19555"/>
                    </a:cubicBezTo>
                    <a:cubicBezTo>
                      <a:pt x="8559" y="19025"/>
                      <a:pt x="8921" y="18329"/>
                      <a:pt x="9032" y="17604"/>
                    </a:cubicBezTo>
                    <a:cubicBezTo>
                      <a:pt x="9144" y="16879"/>
                      <a:pt x="9060" y="16071"/>
                      <a:pt x="8670" y="15430"/>
                    </a:cubicBezTo>
                    <a:cubicBezTo>
                      <a:pt x="10343" y="13841"/>
                      <a:pt x="11179" y="11332"/>
                      <a:pt x="10705" y="9074"/>
                    </a:cubicBezTo>
                    <a:lnTo>
                      <a:pt x="10705" y="9074"/>
                    </a:lnTo>
                    <a:cubicBezTo>
                      <a:pt x="12405" y="9492"/>
                      <a:pt x="14161" y="9854"/>
                      <a:pt x="15890" y="9966"/>
                    </a:cubicBezTo>
                    <a:cubicBezTo>
                      <a:pt x="16141" y="9982"/>
                      <a:pt x="16393" y="9990"/>
                      <a:pt x="16646" y="9990"/>
                    </a:cubicBezTo>
                    <a:cubicBezTo>
                      <a:pt x="18164" y="9990"/>
                      <a:pt x="19693" y="9683"/>
                      <a:pt x="20935" y="8823"/>
                    </a:cubicBezTo>
                    <a:cubicBezTo>
                      <a:pt x="22608" y="8321"/>
                      <a:pt x="23834" y="7123"/>
                      <a:pt x="23834" y="7123"/>
                    </a:cubicBezTo>
                    <a:cubicBezTo>
                      <a:pt x="23165" y="7123"/>
                      <a:pt x="22385" y="6760"/>
                      <a:pt x="21911" y="6314"/>
                    </a:cubicBezTo>
                    <a:cubicBezTo>
                      <a:pt x="21465" y="5840"/>
                      <a:pt x="21158" y="5255"/>
                      <a:pt x="20796" y="4725"/>
                    </a:cubicBezTo>
                    <a:cubicBezTo>
                      <a:pt x="18911" y="1832"/>
                      <a:pt x="15510" y="1"/>
                      <a:pt x="120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3" name="Google Shape;1674;p59"/>
              <p:cNvSpPr/>
              <p:nvPr/>
            </p:nvSpPr>
            <p:spPr>
              <a:xfrm flipH="1">
                <a:off x="6957720" y="2381040"/>
                <a:ext cx="689040" cy="597960"/>
              </a:xfrm>
              <a:custGeom>
                <a:avLst/>
                <a:gdLst>
                  <a:gd name="textAreaLeft" fmla="*/ 360 w 689040"/>
                  <a:gd name="textAreaRight" fmla="*/ 689760 w 689040"/>
                  <a:gd name="textAreaTop" fmla="*/ 0 h 597960"/>
                  <a:gd name="textAreaBottom" fmla="*/ 598320 h 597960"/>
                </a:gdLst>
                <a:ahLst/>
                <a:cxnLst/>
                <a:rect l="textAreaLeft" t="textAreaTop" r="textAreaRight" b="textAreaBottom"/>
                <a:pathLst>
                  <a:path w="18594" h="16142">
                    <a:moveTo>
                      <a:pt x="6328" y="1"/>
                    </a:moveTo>
                    <a:cubicBezTo>
                      <a:pt x="6886" y="2426"/>
                      <a:pt x="6273" y="5158"/>
                      <a:pt x="4795" y="7137"/>
                    </a:cubicBezTo>
                    <a:cubicBezTo>
                      <a:pt x="5381" y="8196"/>
                      <a:pt x="5269" y="9590"/>
                      <a:pt x="4572" y="10565"/>
                    </a:cubicBezTo>
                    <a:cubicBezTo>
                      <a:pt x="4238" y="9813"/>
                      <a:pt x="3820" y="9060"/>
                      <a:pt x="3151" y="8558"/>
                    </a:cubicBezTo>
                    <a:cubicBezTo>
                      <a:pt x="2759" y="8281"/>
                      <a:pt x="2262" y="8109"/>
                      <a:pt x="1788" y="8109"/>
                    </a:cubicBezTo>
                    <a:cubicBezTo>
                      <a:pt x="1453" y="8109"/>
                      <a:pt x="1130" y="8195"/>
                      <a:pt x="865" y="8391"/>
                    </a:cubicBezTo>
                    <a:cubicBezTo>
                      <a:pt x="224" y="8809"/>
                      <a:pt x="1" y="9673"/>
                      <a:pt x="168" y="10426"/>
                    </a:cubicBezTo>
                    <a:cubicBezTo>
                      <a:pt x="335" y="11430"/>
                      <a:pt x="1060" y="12294"/>
                      <a:pt x="2008" y="12684"/>
                    </a:cubicBezTo>
                    <a:cubicBezTo>
                      <a:pt x="2261" y="12788"/>
                      <a:pt x="2522" y="12835"/>
                      <a:pt x="2784" y="12835"/>
                    </a:cubicBezTo>
                    <a:cubicBezTo>
                      <a:pt x="3504" y="12835"/>
                      <a:pt x="4231" y="12485"/>
                      <a:pt x="4823" y="12015"/>
                    </a:cubicBezTo>
                    <a:cubicBezTo>
                      <a:pt x="6022" y="13325"/>
                      <a:pt x="7360" y="14607"/>
                      <a:pt x="8976" y="15360"/>
                    </a:cubicBezTo>
                    <a:cubicBezTo>
                      <a:pt x="9950" y="15855"/>
                      <a:pt x="11048" y="16141"/>
                      <a:pt x="12138" y="16141"/>
                    </a:cubicBezTo>
                    <a:cubicBezTo>
                      <a:pt x="12827" y="16141"/>
                      <a:pt x="13513" y="16027"/>
                      <a:pt x="14161" y="15778"/>
                    </a:cubicBezTo>
                    <a:cubicBezTo>
                      <a:pt x="15917" y="15109"/>
                      <a:pt x="17200" y="13520"/>
                      <a:pt x="17869" y="11764"/>
                    </a:cubicBezTo>
                    <a:cubicBezTo>
                      <a:pt x="18510" y="10036"/>
                      <a:pt x="18593" y="8112"/>
                      <a:pt x="18482" y="6245"/>
                    </a:cubicBezTo>
                    <a:cubicBezTo>
                      <a:pt x="18370" y="4321"/>
                      <a:pt x="18036" y="2398"/>
                      <a:pt x="17506" y="558"/>
                    </a:cubicBezTo>
                    <a:cubicBezTo>
                      <a:pt x="16126" y="931"/>
                      <a:pt x="14643" y="1101"/>
                      <a:pt x="13139" y="1101"/>
                    </a:cubicBezTo>
                    <a:cubicBezTo>
                      <a:pt x="10816" y="1101"/>
                      <a:pt x="8444" y="695"/>
                      <a:pt x="6328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4" name="Google Shape;1675;p59"/>
              <p:cNvSpPr/>
              <p:nvPr/>
            </p:nvSpPr>
            <p:spPr>
              <a:xfrm flipH="1">
                <a:off x="7513920" y="2725560"/>
                <a:ext cx="87480" cy="939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2370" h="2541">
                    <a:moveTo>
                      <a:pt x="555" y="0"/>
                    </a:moveTo>
                    <a:cubicBezTo>
                      <a:pt x="337" y="0"/>
                      <a:pt x="133" y="85"/>
                      <a:pt x="0" y="240"/>
                    </a:cubicBezTo>
                    <a:cubicBezTo>
                      <a:pt x="113" y="202"/>
                      <a:pt x="244" y="187"/>
                      <a:pt x="376" y="187"/>
                    </a:cubicBezTo>
                    <a:cubicBezTo>
                      <a:pt x="536" y="187"/>
                      <a:pt x="699" y="209"/>
                      <a:pt x="837" y="240"/>
                    </a:cubicBezTo>
                    <a:cubicBezTo>
                      <a:pt x="1087" y="324"/>
                      <a:pt x="1366" y="491"/>
                      <a:pt x="1506" y="686"/>
                    </a:cubicBezTo>
                    <a:cubicBezTo>
                      <a:pt x="1255" y="686"/>
                      <a:pt x="1087" y="909"/>
                      <a:pt x="1004" y="1104"/>
                    </a:cubicBezTo>
                    <a:cubicBezTo>
                      <a:pt x="948" y="1327"/>
                      <a:pt x="976" y="1578"/>
                      <a:pt x="1060" y="1773"/>
                    </a:cubicBezTo>
                    <a:cubicBezTo>
                      <a:pt x="1143" y="2052"/>
                      <a:pt x="1283" y="2303"/>
                      <a:pt x="1506" y="2442"/>
                    </a:cubicBezTo>
                    <a:cubicBezTo>
                      <a:pt x="1620" y="2506"/>
                      <a:pt x="1747" y="2541"/>
                      <a:pt x="1867" y="2541"/>
                    </a:cubicBezTo>
                    <a:cubicBezTo>
                      <a:pt x="2008" y="2541"/>
                      <a:pt x="2140" y="2492"/>
                      <a:pt x="2230" y="2386"/>
                    </a:cubicBezTo>
                    <a:cubicBezTo>
                      <a:pt x="2370" y="2191"/>
                      <a:pt x="2370" y="1996"/>
                      <a:pt x="2342" y="1773"/>
                    </a:cubicBezTo>
                    <a:cubicBezTo>
                      <a:pt x="2230" y="1188"/>
                      <a:pt x="1924" y="658"/>
                      <a:pt x="1478" y="324"/>
                    </a:cubicBezTo>
                    <a:cubicBezTo>
                      <a:pt x="1255" y="156"/>
                      <a:pt x="1004" y="45"/>
                      <a:pt x="725" y="17"/>
                    </a:cubicBezTo>
                    <a:cubicBezTo>
                      <a:pt x="668" y="6"/>
                      <a:pt x="611" y="0"/>
                      <a:pt x="555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5" name="Google Shape;1676;p59"/>
              <p:cNvSpPr/>
              <p:nvPr/>
            </p:nvSpPr>
            <p:spPr>
              <a:xfrm flipH="1">
                <a:off x="7226640" y="2449080"/>
                <a:ext cx="241560" cy="289800"/>
              </a:xfrm>
              <a:custGeom>
                <a:avLst/>
                <a:gdLst>
                  <a:gd name="textAreaLeft" fmla="*/ -360 w 241560"/>
                  <a:gd name="textAreaRight" fmla="*/ 241560 w 241560"/>
                  <a:gd name="textAreaTop" fmla="*/ 0 h 289800"/>
                  <a:gd name="textAreaBottom" fmla="*/ 290160 h 289800"/>
                </a:gdLst>
                <a:ahLst/>
                <a:cxnLst/>
                <a:rect l="textAreaLeft" t="textAreaTop" r="textAreaRight" b="textAreaBottom"/>
                <a:pathLst>
                  <a:path w="6523" h="7829">
                    <a:moveTo>
                      <a:pt x="5436" y="0"/>
                    </a:moveTo>
                    <a:cubicBezTo>
                      <a:pt x="5428" y="2"/>
                      <a:pt x="5419" y="3"/>
                      <a:pt x="5411" y="4"/>
                    </a:cubicBezTo>
                    <a:lnTo>
                      <a:pt x="5411" y="4"/>
                    </a:lnTo>
                    <a:lnTo>
                      <a:pt x="5436" y="0"/>
                    </a:lnTo>
                    <a:close/>
                    <a:moveTo>
                      <a:pt x="5411" y="4"/>
                    </a:moveTo>
                    <a:lnTo>
                      <a:pt x="1868" y="558"/>
                    </a:lnTo>
                    <a:cubicBezTo>
                      <a:pt x="753" y="725"/>
                      <a:pt x="0" y="1784"/>
                      <a:pt x="140" y="2899"/>
                    </a:cubicBezTo>
                    <a:lnTo>
                      <a:pt x="613" y="6077"/>
                    </a:lnTo>
                    <a:cubicBezTo>
                      <a:pt x="790" y="7113"/>
                      <a:pt x="1655" y="7829"/>
                      <a:pt x="2645" y="7829"/>
                    </a:cubicBezTo>
                    <a:cubicBezTo>
                      <a:pt x="2747" y="7829"/>
                      <a:pt x="2851" y="7821"/>
                      <a:pt x="2955" y="7806"/>
                    </a:cubicBezTo>
                    <a:lnTo>
                      <a:pt x="6523" y="7248"/>
                    </a:lnTo>
                    <a:lnTo>
                      <a:pt x="6523" y="7248"/>
                    </a:lnTo>
                    <a:cubicBezTo>
                      <a:pt x="6434" y="7259"/>
                      <a:pt x="6345" y="7265"/>
                      <a:pt x="6257" y="7265"/>
                    </a:cubicBezTo>
                    <a:cubicBezTo>
                      <a:pt x="5244" y="7265"/>
                      <a:pt x="4335" y="6546"/>
                      <a:pt x="4181" y="5520"/>
                    </a:cubicBezTo>
                    <a:lnTo>
                      <a:pt x="3680" y="2342"/>
                    </a:lnTo>
                    <a:cubicBezTo>
                      <a:pt x="3541" y="1235"/>
                      <a:pt x="4309" y="183"/>
                      <a:pt x="5411" y="4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6" name="Google Shape;1677;p59"/>
              <p:cNvSpPr/>
              <p:nvPr/>
            </p:nvSpPr>
            <p:spPr>
              <a:xfrm flipH="1">
                <a:off x="6842880" y="2399400"/>
                <a:ext cx="494640" cy="318960"/>
              </a:xfrm>
              <a:custGeom>
                <a:avLst/>
                <a:gdLst>
                  <a:gd name="textAreaLeft" fmla="*/ 360 w 494640"/>
                  <a:gd name="textAreaRight" fmla="*/ 495360 w 49464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13353" h="8612">
                    <a:moveTo>
                      <a:pt x="10685" y="0"/>
                    </a:moveTo>
                    <a:cubicBezTo>
                      <a:pt x="10572" y="0"/>
                      <a:pt x="10457" y="10"/>
                      <a:pt x="10342" y="30"/>
                    </a:cubicBezTo>
                    <a:lnTo>
                      <a:pt x="6802" y="588"/>
                    </a:lnTo>
                    <a:lnTo>
                      <a:pt x="1896" y="1340"/>
                    </a:lnTo>
                    <a:cubicBezTo>
                      <a:pt x="781" y="1508"/>
                      <a:pt x="0" y="2595"/>
                      <a:pt x="140" y="3682"/>
                    </a:cubicBezTo>
                    <a:lnTo>
                      <a:pt x="641" y="6860"/>
                    </a:lnTo>
                    <a:cubicBezTo>
                      <a:pt x="793" y="7896"/>
                      <a:pt x="1678" y="8611"/>
                      <a:pt x="2673" y="8611"/>
                    </a:cubicBezTo>
                    <a:cubicBezTo>
                      <a:pt x="2775" y="8611"/>
                      <a:pt x="2879" y="8604"/>
                      <a:pt x="2983" y="8588"/>
                    </a:cubicBezTo>
                    <a:lnTo>
                      <a:pt x="7889" y="7835"/>
                    </a:lnTo>
                    <a:lnTo>
                      <a:pt x="11429" y="7278"/>
                    </a:lnTo>
                    <a:cubicBezTo>
                      <a:pt x="12572" y="7083"/>
                      <a:pt x="13353" y="6051"/>
                      <a:pt x="13185" y="4936"/>
                    </a:cubicBezTo>
                    <a:lnTo>
                      <a:pt x="12684" y="1759"/>
                    </a:lnTo>
                    <a:cubicBezTo>
                      <a:pt x="12534" y="734"/>
                      <a:pt x="11667" y="0"/>
                      <a:pt x="106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7" name="Google Shape;1678;p59"/>
              <p:cNvSpPr/>
              <p:nvPr/>
            </p:nvSpPr>
            <p:spPr>
              <a:xfrm flipH="1">
                <a:off x="6914160" y="2438640"/>
                <a:ext cx="72000" cy="67680"/>
              </a:xfrm>
              <a:custGeom>
                <a:avLst/>
                <a:gdLst>
                  <a:gd name="textAreaLeft" fmla="*/ 360 w 72000"/>
                  <a:gd name="textAreaRight" fmla="*/ 72720 w 7200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1953" h="1831">
                    <a:moveTo>
                      <a:pt x="952" y="1"/>
                    </a:moveTo>
                    <a:cubicBezTo>
                      <a:pt x="914" y="1"/>
                      <a:pt x="876" y="3"/>
                      <a:pt x="837" y="7"/>
                    </a:cubicBezTo>
                    <a:cubicBezTo>
                      <a:pt x="363" y="90"/>
                      <a:pt x="1" y="536"/>
                      <a:pt x="85" y="1066"/>
                    </a:cubicBezTo>
                    <a:cubicBezTo>
                      <a:pt x="185" y="1494"/>
                      <a:pt x="558" y="1831"/>
                      <a:pt x="979" y="1831"/>
                    </a:cubicBezTo>
                    <a:cubicBezTo>
                      <a:pt x="1024" y="1831"/>
                      <a:pt x="1070" y="1827"/>
                      <a:pt x="1116" y="1819"/>
                    </a:cubicBezTo>
                    <a:cubicBezTo>
                      <a:pt x="1618" y="1763"/>
                      <a:pt x="1952" y="1289"/>
                      <a:pt x="1896" y="787"/>
                    </a:cubicBezTo>
                    <a:cubicBezTo>
                      <a:pt x="1819" y="322"/>
                      <a:pt x="1430" y="1"/>
                      <a:pt x="9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1679;p59"/>
              <p:cNvSpPr/>
              <p:nvPr/>
            </p:nvSpPr>
            <p:spPr>
              <a:xfrm flipH="1">
                <a:off x="6892920" y="2530440"/>
                <a:ext cx="78120" cy="11016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2119" h="2980">
                    <a:moveTo>
                      <a:pt x="988" y="1"/>
                    </a:moveTo>
                    <a:cubicBezTo>
                      <a:pt x="939" y="1"/>
                      <a:pt x="888" y="4"/>
                      <a:pt x="836" y="13"/>
                    </a:cubicBezTo>
                    <a:cubicBezTo>
                      <a:pt x="363" y="68"/>
                      <a:pt x="0" y="542"/>
                      <a:pt x="84" y="1044"/>
                    </a:cubicBezTo>
                    <a:lnTo>
                      <a:pt x="251" y="2215"/>
                    </a:lnTo>
                    <a:cubicBezTo>
                      <a:pt x="301" y="2643"/>
                      <a:pt x="715" y="2979"/>
                      <a:pt x="1144" y="2979"/>
                    </a:cubicBezTo>
                    <a:cubicBezTo>
                      <a:pt x="1190" y="2979"/>
                      <a:pt x="1236" y="2976"/>
                      <a:pt x="1282" y="2967"/>
                    </a:cubicBezTo>
                    <a:cubicBezTo>
                      <a:pt x="1784" y="2912"/>
                      <a:pt x="2119" y="2438"/>
                      <a:pt x="2063" y="1936"/>
                    </a:cubicBezTo>
                    <a:lnTo>
                      <a:pt x="1896" y="765"/>
                    </a:lnTo>
                    <a:cubicBezTo>
                      <a:pt x="1820" y="337"/>
                      <a:pt x="1449" y="1"/>
                      <a:pt x="9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5080" bIns="55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1680;p59"/>
              <p:cNvSpPr/>
              <p:nvPr/>
            </p:nvSpPr>
            <p:spPr>
              <a:xfrm flipH="1">
                <a:off x="7408440" y="2571120"/>
                <a:ext cx="318960" cy="114480"/>
              </a:xfrm>
              <a:custGeom>
                <a:avLst/>
                <a:gdLst>
                  <a:gd name="textAreaLeft" fmla="*/ 360 w 318960"/>
                  <a:gd name="textAreaRight" fmla="*/ 319680 w 31896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8614" h="3095">
                    <a:moveTo>
                      <a:pt x="8335" y="1"/>
                    </a:moveTo>
                    <a:lnTo>
                      <a:pt x="0" y="1199"/>
                    </a:lnTo>
                    <a:lnTo>
                      <a:pt x="1506" y="3095"/>
                    </a:lnTo>
                    <a:lnTo>
                      <a:pt x="8614" y="1952"/>
                    </a:lnTo>
                    <a:lnTo>
                      <a:pt x="8335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1681;p59"/>
              <p:cNvSpPr/>
              <p:nvPr/>
            </p:nvSpPr>
            <p:spPr>
              <a:xfrm flipH="1">
                <a:off x="7061400" y="2748960"/>
                <a:ext cx="234360" cy="118800"/>
              </a:xfrm>
              <a:custGeom>
                <a:avLst/>
                <a:gdLst>
                  <a:gd name="textAreaLeft" fmla="*/ -360 w 234360"/>
                  <a:gd name="textAreaRight" fmla="*/ 234360 w 234360"/>
                  <a:gd name="textAreaTop" fmla="*/ 0 h 118800"/>
                  <a:gd name="textAreaBottom" fmla="*/ 119160 h 118800"/>
                </a:gdLst>
                <a:ahLst/>
                <a:cxnLst/>
                <a:rect l="textAreaLeft" t="textAreaTop" r="textAreaRight" b="textAreaBottom"/>
                <a:pathLst>
                  <a:path w="6329" h="3213">
                    <a:moveTo>
                      <a:pt x="6244" y="0"/>
                    </a:moveTo>
                    <a:lnTo>
                      <a:pt x="6244" y="0"/>
                    </a:lnTo>
                    <a:cubicBezTo>
                      <a:pt x="4237" y="669"/>
                      <a:pt x="2147" y="1227"/>
                      <a:pt x="0" y="1617"/>
                    </a:cubicBezTo>
                    <a:cubicBezTo>
                      <a:pt x="781" y="2314"/>
                      <a:pt x="2007" y="3067"/>
                      <a:pt x="3011" y="3206"/>
                    </a:cubicBezTo>
                    <a:cubicBezTo>
                      <a:pt x="3078" y="3210"/>
                      <a:pt x="3145" y="3212"/>
                      <a:pt x="3212" y="3212"/>
                    </a:cubicBezTo>
                    <a:cubicBezTo>
                      <a:pt x="4015" y="3212"/>
                      <a:pt x="4840" y="2908"/>
                      <a:pt x="5380" y="2342"/>
                    </a:cubicBezTo>
                    <a:cubicBezTo>
                      <a:pt x="5966" y="1701"/>
                      <a:pt x="6328" y="864"/>
                      <a:pt x="62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9400" bIns="59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1682;p59"/>
              <p:cNvSpPr/>
              <p:nvPr/>
            </p:nvSpPr>
            <p:spPr>
              <a:xfrm flipH="1">
                <a:off x="7798320" y="3823920"/>
                <a:ext cx="657000" cy="427680"/>
              </a:xfrm>
              <a:custGeom>
                <a:avLst/>
                <a:gdLst>
                  <a:gd name="textAreaLeft" fmla="*/ -360 w 657000"/>
                  <a:gd name="textAreaRight" fmla="*/ 657000 w 6570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17729" h="11541">
                    <a:moveTo>
                      <a:pt x="1645" y="1"/>
                    </a:moveTo>
                    <a:cubicBezTo>
                      <a:pt x="725" y="1"/>
                      <a:pt x="28" y="725"/>
                      <a:pt x="28" y="1617"/>
                    </a:cubicBezTo>
                    <a:lnTo>
                      <a:pt x="28" y="9924"/>
                    </a:lnTo>
                    <a:cubicBezTo>
                      <a:pt x="0" y="10844"/>
                      <a:pt x="725" y="11541"/>
                      <a:pt x="1645" y="11541"/>
                    </a:cubicBezTo>
                    <a:lnTo>
                      <a:pt x="16140" y="11541"/>
                    </a:lnTo>
                    <a:cubicBezTo>
                      <a:pt x="17032" y="11541"/>
                      <a:pt x="17729" y="10816"/>
                      <a:pt x="17729" y="9924"/>
                    </a:cubicBezTo>
                    <a:lnTo>
                      <a:pt x="17729" y="1617"/>
                    </a:lnTo>
                    <a:cubicBezTo>
                      <a:pt x="17729" y="697"/>
                      <a:pt x="17004" y="1"/>
                      <a:pt x="16140" y="1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2" name="Google Shape;1683;p59"/>
              <p:cNvSpPr/>
              <p:nvPr/>
            </p:nvSpPr>
            <p:spPr>
              <a:xfrm flipH="1">
                <a:off x="7792200" y="3817440"/>
                <a:ext cx="669240" cy="439920"/>
              </a:xfrm>
              <a:custGeom>
                <a:avLst/>
                <a:gdLst>
                  <a:gd name="textAreaLeft" fmla="*/ -360 w 669240"/>
                  <a:gd name="textAreaRight" fmla="*/ 669240 w 669240"/>
                  <a:gd name="textAreaTop" fmla="*/ 0 h 439920"/>
                  <a:gd name="textAreaBottom" fmla="*/ 440280 h 439920"/>
                </a:gdLst>
                <a:ahLst/>
                <a:cxnLst/>
                <a:rect l="textAreaLeft" t="textAreaTop" r="textAreaRight" b="textAreaBottom"/>
                <a:pathLst>
                  <a:path w="18065" h="11876">
                    <a:moveTo>
                      <a:pt x="16308" y="307"/>
                    </a:moveTo>
                    <a:cubicBezTo>
                      <a:pt x="17089" y="307"/>
                      <a:pt x="17758" y="976"/>
                      <a:pt x="17758" y="1784"/>
                    </a:cubicBezTo>
                    <a:lnTo>
                      <a:pt x="17758" y="10091"/>
                    </a:lnTo>
                    <a:cubicBezTo>
                      <a:pt x="17758" y="10900"/>
                      <a:pt x="17089" y="11569"/>
                      <a:pt x="16308" y="11569"/>
                    </a:cubicBezTo>
                    <a:lnTo>
                      <a:pt x="1813" y="11569"/>
                    </a:lnTo>
                    <a:cubicBezTo>
                      <a:pt x="1004" y="11569"/>
                      <a:pt x="335" y="10900"/>
                      <a:pt x="335" y="10091"/>
                    </a:cubicBezTo>
                    <a:lnTo>
                      <a:pt x="335" y="1784"/>
                    </a:lnTo>
                    <a:cubicBezTo>
                      <a:pt x="335" y="976"/>
                      <a:pt x="1004" y="307"/>
                      <a:pt x="1813" y="307"/>
                    </a:cubicBezTo>
                    <a:close/>
                    <a:moveTo>
                      <a:pt x="1757" y="0"/>
                    </a:moveTo>
                    <a:cubicBezTo>
                      <a:pt x="781" y="0"/>
                      <a:pt x="1" y="781"/>
                      <a:pt x="1" y="1784"/>
                    </a:cubicBezTo>
                    <a:lnTo>
                      <a:pt x="1" y="10091"/>
                    </a:lnTo>
                    <a:cubicBezTo>
                      <a:pt x="1" y="11067"/>
                      <a:pt x="781" y="11875"/>
                      <a:pt x="1813" y="11875"/>
                    </a:cubicBezTo>
                    <a:lnTo>
                      <a:pt x="16308" y="11875"/>
                    </a:lnTo>
                    <a:cubicBezTo>
                      <a:pt x="17256" y="11875"/>
                      <a:pt x="18064" y="11067"/>
                      <a:pt x="18064" y="10091"/>
                    </a:cubicBezTo>
                    <a:lnTo>
                      <a:pt x="18064" y="1784"/>
                    </a:lnTo>
                    <a:cubicBezTo>
                      <a:pt x="18064" y="809"/>
                      <a:pt x="17284" y="0"/>
                      <a:pt x="16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3" name="Google Shape;1684;p59"/>
              <p:cNvSpPr/>
              <p:nvPr/>
            </p:nvSpPr>
            <p:spPr>
              <a:xfrm flipH="1">
                <a:off x="7869600" y="3875400"/>
                <a:ext cx="170280" cy="47160"/>
              </a:xfrm>
              <a:custGeom>
                <a:avLst/>
                <a:gdLst>
                  <a:gd name="textAreaLeft" fmla="*/ -360 w 170280"/>
                  <a:gd name="textAreaRight" fmla="*/ 170280 w 1702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600" h="1283">
                    <a:moveTo>
                      <a:pt x="0" y="0"/>
                    </a:moveTo>
                    <a:lnTo>
                      <a:pt x="0" y="1283"/>
                    </a:lnTo>
                    <a:lnTo>
                      <a:pt x="4600" y="1283"/>
                    </a:lnTo>
                    <a:lnTo>
                      <a:pt x="4600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4" name="Google Shape;1685;p59"/>
              <p:cNvSpPr/>
              <p:nvPr/>
            </p:nvSpPr>
            <p:spPr>
              <a:xfrm flipH="1">
                <a:off x="8040960" y="3875400"/>
                <a:ext cx="343800" cy="47160"/>
              </a:xfrm>
              <a:custGeom>
                <a:avLst/>
                <a:gdLst>
                  <a:gd name="textAreaLeft" fmla="*/ -360 w 343800"/>
                  <a:gd name="textAreaRight" fmla="*/ 343800 w 3438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284" h="1283">
                    <a:moveTo>
                      <a:pt x="1" y="0"/>
                    </a:moveTo>
                    <a:lnTo>
                      <a:pt x="1" y="1283"/>
                    </a:lnTo>
                    <a:lnTo>
                      <a:pt x="9283" y="1283"/>
                    </a:lnTo>
                    <a:lnTo>
                      <a:pt x="928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5" name="Google Shape;1686;p59"/>
              <p:cNvSpPr/>
              <p:nvPr/>
            </p:nvSpPr>
            <p:spPr>
              <a:xfrm flipH="1">
                <a:off x="7870320" y="3967560"/>
                <a:ext cx="356400" cy="47160"/>
              </a:xfrm>
              <a:custGeom>
                <a:avLst/>
                <a:gdLst>
                  <a:gd name="textAreaLeft" fmla="*/ 360 w 356400"/>
                  <a:gd name="textAreaRight" fmla="*/ 357120 w 356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618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9618" y="1282"/>
                    </a:lnTo>
                    <a:lnTo>
                      <a:pt x="961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6" name="Google Shape;1687;p59"/>
              <p:cNvSpPr/>
              <p:nvPr/>
            </p:nvSpPr>
            <p:spPr>
              <a:xfrm flipH="1">
                <a:off x="8227800" y="3967560"/>
                <a:ext cx="157680" cy="47160"/>
              </a:xfrm>
              <a:custGeom>
                <a:avLst/>
                <a:gdLst>
                  <a:gd name="textAreaLeft" fmla="*/ 360 w 157680"/>
                  <a:gd name="textAreaRight" fmla="*/ 158400 w 157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266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4266" y="1282"/>
                    </a:lnTo>
                    <a:lnTo>
                      <a:pt x="426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7" name="Google Shape;1688;p59"/>
              <p:cNvSpPr/>
              <p:nvPr/>
            </p:nvSpPr>
            <p:spPr>
              <a:xfrm flipH="1">
                <a:off x="787032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1689;p59"/>
              <p:cNvSpPr/>
              <p:nvPr/>
            </p:nvSpPr>
            <p:spPr>
              <a:xfrm flipH="1">
                <a:off x="812880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1690;p59"/>
              <p:cNvSpPr/>
              <p:nvPr/>
            </p:nvSpPr>
            <p:spPr>
              <a:xfrm flipH="1">
                <a:off x="7869600" y="4152240"/>
                <a:ext cx="419400" cy="47160"/>
              </a:xfrm>
              <a:custGeom>
                <a:avLst/>
                <a:gdLst>
                  <a:gd name="textAreaLeft" fmla="*/ -360 w 419400"/>
                  <a:gd name="textAreaRight" fmla="*/ 419400 w 419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11318" h="1284">
                    <a:moveTo>
                      <a:pt x="0" y="1"/>
                    </a:moveTo>
                    <a:lnTo>
                      <a:pt x="0" y="1283"/>
                    </a:lnTo>
                    <a:lnTo>
                      <a:pt x="11318" y="1283"/>
                    </a:lnTo>
                    <a:lnTo>
                      <a:pt x="1131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1691;p59"/>
              <p:cNvSpPr/>
              <p:nvPr/>
            </p:nvSpPr>
            <p:spPr>
              <a:xfrm flipH="1">
                <a:off x="8290080" y="4152240"/>
                <a:ext cx="94680" cy="4716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2566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2565" y="1283"/>
                    </a:lnTo>
                    <a:lnTo>
                      <a:pt x="2565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3760" bIns="23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1692;p59"/>
              <p:cNvSpPr/>
              <p:nvPr/>
            </p:nvSpPr>
            <p:spPr>
              <a:xfrm flipH="1">
                <a:off x="8563680" y="3927960"/>
                <a:ext cx="218880" cy="219960"/>
              </a:xfrm>
              <a:custGeom>
                <a:avLst/>
                <a:gdLst>
                  <a:gd name="textAreaLeft" fmla="*/ 360 w 218880"/>
                  <a:gd name="textAreaRight" fmla="*/ 219600 w 21888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5911" h="5939">
                    <a:moveTo>
                      <a:pt x="2955" y="335"/>
                    </a:moveTo>
                    <a:cubicBezTo>
                      <a:pt x="4405" y="335"/>
                      <a:pt x="5604" y="1506"/>
                      <a:pt x="5604" y="2984"/>
                    </a:cubicBezTo>
                    <a:cubicBezTo>
                      <a:pt x="5604" y="4433"/>
                      <a:pt x="4405" y="5632"/>
                      <a:pt x="2955" y="5632"/>
                    </a:cubicBezTo>
                    <a:cubicBezTo>
                      <a:pt x="1478" y="5632"/>
                      <a:pt x="307" y="4433"/>
                      <a:pt x="307" y="2984"/>
                    </a:cubicBezTo>
                    <a:cubicBezTo>
                      <a:pt x="307" y="1506"/>
                      <a:pt x="1478" y="335"/>
                      <a:pt x="2955" y="335"/>
                    </a:cubicBezTo>
                    <a:close/>
                    <a:moveTo>
                      <a:pt x="2955" y="1"/>
                    </a:moveTo>
                    <a:cubicBezTo>
                      <a:pt x="1311" y="1"/>
                      <a:pt x="1" y="1339"/>
                      <a:pt x="1" y="2984"/>
                    </a:cubicBezTo>
                    <a:cubicBezTo>
                      <a:pt x="1" y="4600"/>
                      <a:pt x="1311" y="5938"/>
                      <a:pt x="2955" y="5938"/>
                    </a:cubicBezTo>
                    <a:cubicBezTo>
                      <a:pt x="4600" y="5938"/>
                      <a:pt x="5910" y="4600"/>
                      <a:pt x="5910" y="2984"/>
                    </a:cubicBezTo>
                    <a:cubicBezTo>
                      <a:pt x="5910" y="1339"/>
                      <a:pt x="4600" y="1"/>
                      <a:pt x="29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1693;p59"/>
              <p:cNvSpPr/>
              <p:nvPr/>
            </p:nvSpPr>
            <p:spPr>
              <a:xfrm flipH="1">
                <a:off x="8632440" y="3976920"/>
                <a:ext cx="108360" cy="12456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2928" h="3373">
                    <a:moveTo>
                      <a:pt x="2593" y="502"/>
                    </a:moveTo>
                    <a:lnTo>
                      <a:pt x="2593" y="2788"/>
                    </a:lnTo>
                    <a:lnTo>
                      <a:pt x="642" y="1673"/>
                    </a:lnTo>
                    <a:lnTo>
                      <a:pt x="2593" y="502"/>
                    </a:lnTo>
                    <a:close/>
                    <a:moveTo>
                      <a:pt x="2928" y="0"/>
                    </a:moveTo>
                    <a:lnTo>
                      <a:pt x="1" y="1673"/>
                    </a:lnTo>
                    <a:lnTo>
                      <a:pt x="2928" y="3373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62280" bIns="62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1694;p59"/>
              <p:cNvSpPr/>
              <p:nvPr/>
            </p:nvSpPr>
            <p:spPr>
              <a:xfrm flipH="1">
                <a:off x="79560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199" y="0"/>
                    </a:moveTo>
                    <a:cubicBezTo>
                      <a:pt x="530" y="0"/>
                      <a:pt x="1" y="502"/>
                      <a:pt x="1" y="1171"/>
                    </a:cubicBezTo>
                    <a:lnTo>
                      <a:pt x="1" y="5380"/>
                    </a:lnTo>
                    <a:cubicBezTo>
                      <a:pt x="29" y="6049"/>
                      <a:pt x="530" y="6579"/>
                      <a:pt x="1199" y="6579"/>
                    </a:cubicBezTo>
                    <a:lnTo>
                      <a:pt x="9701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1695;p59"/>
              <p:cNvSpPr/>
              <p:nvPr/>
            </p:nvSpPr>
            <p:spPr>
              <a:xfrm flipH="1">
                <a:off x="7950240" y="269640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79"/>
                    </a:moveTo>
                    <a:cubicBezTo>
                      <a:pt x="10370" y="279"/>
                      <a:pt x="10871" y="753"/>
                      <a:pt x="10871" y="1367"/>
                    </a:cubicBezTo>
                    <a:lnTo>
                      <a:pt x="10871" y="5576"/>
                    </a:lnTo>
                    <a:cubicBezTo>
                      <a:pt x="10871" y="6161"/>
                      <a:pt x="10370" y="6663"/>
                      <a:pt x="9784" y="6663"/>
                    </a:cubicBezTo>
                    <a:lnTo>
                      <a:pt x="1282" y="6663"/>
                    </a:lnTo>
                    <a:cubicBezTo>
                      <a:pt x="697" y="6663"/>
                      <a:pt x="195" y="6161"/>
                      <a:pt x="195" y="5576"/>
                    </a:cubicBezTo>
                    <a:lnTo>
                      <a:pt x="195" y="1367"/>
                    </a:lnTo>
                    <a:cubicBezTo>
                      <a:pt x="195" y="753"/>
                      <a:pt x="697" y="279"/>
                      <a:pt x="1282" y="279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58" y="6858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1696;p59"/>
              <p:cNvSpPr/>
              <p:nvPr/>
            </p:nvSpPr>
            <p:spPr>
              <a:xfrm flipH="1">
                <a:off x="84294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227" y="0"/>
                    </a:moveTo>
                    <a:cubicBezTo>
                      <a:pt x="558" y="0"/>
                      <a:pt x="29" y="502"/>
                      <a:pt x="29" y="1171"/>
                    </a:cubicBezTo>
                    <a:lnTo>
                      <a:pt x="29" y="5380"/>
                    </a:lnTo>
                    <a:cubicBezTo>
                      <a:pt x="1" y="6049"/>
                      <a:pt x="558" y="6579"/>
                      <a:pt x="1227" y="6579"/>
                    </a:cubicBezTo>
                    <a:lnTo>
                      <a:pt x="9729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1697;p59"/>
              <p:cNvSpPr/>
              <p:nvPr/>
            </p:nvSpPr>
            <p:spPr>
              <a:xfrm flipH="1">
                <a:off x="8423640" y="269640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79"/>
                    </a:moveTo>
                    <a:cubicBezTo>
                      <a:pt x="10426" y="279"/>
                      <a:pt x="10899" y="753"/>
                      <a:pt x="10899" y="1367"/>
                    </a:cubicBezTo>
                    <a:lnTo>
                      <a:pt x="10899" y="5576"/>
                    </a:lnTo>
                    <a:cubicBezTo>
                      <a:pt x="10899" y="6161"/>
                      <a:pt x="10426" y="6663"/>
                      <a:pt x="9840" y="6663"/>
                    </a:cubicBezTo>
                    <a:lnTo>
                      <a:pt x="1338" y="6663"/>
                    </a:lnTo>
                    <a:cubicBezTo>
                      <a:pt x="725" y="6663"/>
                      <a:pt x="251" y="6161"/>
                      <a:pt x="251" y="5576"/>
                    </a:cubicBezTo>
                    <a:lnTo>
                      <a:pt x="251" y="1367"/>
                    </a:lnTo>
                    <a:cubicBezTo>
                      <a:pt x="251" y="753"/>
                      <a:pt x="725" y="279"/>
                      <a:pt x="1338" y="279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86" y="6858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1698;p59"/>
              <p:cNvSpPr/>
              <p:nvPr/>
            </p:nvSpPr>
            <p:spPr>
              <a:xfrm flipH="1">
                <a:off x="79560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199" y="1"/>
                    </a:moveTo>
                    <a:cubicBezTo>
                      <a:pt x="530" y="1"/>
                      <a:pt x="1" y="531"/>
                      <a:pt x="1" y="1200"/>
                    </a:cubicBezTo>
                    <a:lnTo>
                      <a:pt x="1" y="5409"/>
                    </a:lnTo>
                    <a:cubicBezTo>
                      <a:pt x="29" y="6078"/>
                      <a:pt x="530" y="6580"/>
                      <a:pt x="1199" y="6580"/>
                    </a:cubicBezTo>
                    <a:lnTo>
                      <a:pt x="9701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1699;p59"/>
              <p:cNvSpPr/>
              <p:nvPr/>
            </p:nvSpPr>
            <p:spPr>
              <a:xfrm flipH="1">
                <a:off x="7950240" y="238212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51"/>
                    </a:moveTo>
                    <a:cubicBezTo>
                      <a:pt x="10370" y="251"/>
                      <a:pt x="10871" y="725"/>
                      <a:pt x="10871" y="1339"/>
                    </a:cubicBezTo>
                    <a:lnTo>
                      <a:pt x="10871" y="5548"/>
                    </a:lnTo>
                    <a:cubicBezTo>
                      <a:pt x="10871" y="6133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33"/>
                      <a:pt x="195" y="5548"/>
                    </a:cubicBezTo>
                    <a:lnTo>
                      <a:pt x="195" y="1339"/>
                    </a:lnTo>
                    <a:cubicBezTo>
                      <a:pt x="195" y="725"/>
                      <a:pt x="697" y="251"/>
                      <a:pt x="1282" y="251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39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9" name="Google Shape;1700;p59"/>
              <p:cNvSpPr/>
              <p:nvPr/>
            </p:nvSpPr>
            <p:spPr>
              <a:xfrm flipH="1">
                <a:off x="84294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227" y="1"/>
                    </a:moveTo>
                    <a:cubicBezTo>
                      <a:pt x="558" y="1"/>
                      <a:pt x="29" y="531"/>
                      <a:pt x="29" y="1200"/>
                    </a:cubicBezTo>
                    <a:lnTo>
                      <a:pt x="29" y="5409"/>
                    </a:lnTo>
                    <a:cubicBezTo>
                      <a:pt x="1" y="6078"/>
                      <a:pt x="558" y="6580"/>
                      <a:pt x="1227" y="6580"/>
                    </a:cubicBezTo>
                    <a:lnTo>
                      <a:pt x="9729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" name="Google Shape;1701;p59"/>
              <p:cNvSpPr/>
              <p:nvPr/>
            </p:nvSpPr>
            <p:spPr>
              <a:xfrm flipH="1">
                <a:off x="8423640" y="238212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51"/>
                    </a:moveTo>
                    <a:cubicBezTo>
                      <a:pt x="10426" y="251"/>
                      <a:pt x="10899" y="725"/>
                      <a:pt x="10899" y="1339"/>
                    </a:cubicBezTo>
                    <a:lnTo>
                      <a:pt x="10899" y="5548"/>
                    </a:lnTo>
                    <a:cubicBezTo>
                      <a:pt x="10899" y="6133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33"/>
                      <a:pt x="251" y="5548"/>
                    </a:cubicBezTo>
                    <a:lnTo>
                      <a:pt x="251" y="1339"/>
                    </a:lnTo>
                    <a:cubicBezTo>
                      <a:pt x="251" y="725"/>
                      <a:pt x="725" y="251"/>
                      <a:pt x="1338" y="251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39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" name="Google Shape;1702;p59"/>
              <p:cNvSpPr/>
              <p:nvPr/>
            </p:nvSpPr>
            <p:spPr>
              <a:xfrm flipH="1">
                <a:off x="79560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199" y="0"/>
                    </a:moveTo>
                    <a:cubicBezTo>
                      <a:pt x="530" y="0"/>
                      <a:pt x="1" y="530"/>
                      <a:pt x="1" y="1199"/>
                    </a:cubicBezTo>
                    <a:lnTo>
                      <a:pt x="1" y="5408"/>
                    </a:lnTo>
                    <a:cubicBezTo>
                      <a:pt x="29" y="6077"/>
                      <a:pt x="530" y="6607"/>
                      <a:pt x="1199" y="6607"/>
                    </a:cubicBezTo>
                    <a:lnTo>
                      <a:pt x="9701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" name="Google Shape;1703;p59"/>
              <p:cNvSpPr/>
              <p:nvPr/>
            </p:nvSpPr>
            <p:spPr>
              <a:xfrm flipH="1">
                <a:off x="7950240" y="300024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9">
                    <a:moveTo>
                      <a:pt x="9784" y="224"/>
                    </a:moveTo>
                    <a:cubicBezTo>
                      <a:pt x="10370" y="224"/>
                      <a:pt x="10871" y="726"/>
                      <a:pt x="10871" y="1311"/>
                    </a:cubicBezTo>
                    <a:lnTo>
                      <a:pt x="10871" y="5520"/>
                    </a:lnTo>
                    <a:cubicBezTo>
                      <a:pt x="10871" y="6106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06"/>
                      <a:pt x="195" y="5520"/>
                    </a:cubicBezTo>
                    <a:lnTo>
                      <a:pt x="195" y="1311"/>
                    </a:lnTo>
                    <a:cubicBezTo>
                      <a:pt x="195" y="726"/>
                      <a:pt x="697" y="224"/>
                      <a:pt x="1282" y="224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20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" name="Google Shape;1704;p59"/>
              <p:cNvSpPr/>
              <p:nvPr/>
            </p:nvSpPr>
            <p:spPr>
              <a:xfrm flipH="1">
                <a:off x="84294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227" y="0"/>
                    </a:moveTo>
                    <a:cubicBezTo>
                      <a:pt x="558" y="0"/>
                      <a:pt x="29" y="530"/>
                      <a:pt x="29" y="1199"/>
                    </a:cubicBezTo>
                    <a:lnTo>
                      <a:pt x="29" y="5408"/>
                    </a:lnTo>
                    <a:cubicBezTo>
                      <a:pt x="1" y="6077"/>
                      <a:pt x="558" y="6607"/>
                      <a:pt x="1227" y="6607"/>
                    </a:cubicBezTo>
                    <a:lnTo>
                      <a:pt x="9729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1705;p59"/>
              <p:cNvSpPr/>
              <p:nvPr/>
            </p:nvSpPr>
            <p:spPr>
              <a:xfrm flipH="1">
                <a:off x="8423640" y="300024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9">
                    <a:moveTo>
                      <a:pt x="9840" y="224"/>
                    </a:moveTo>
                    <a:cubicBezTo>
                      <a:pt x="10426" y="224"/>
                      <a:pt x="10899" y="726"/>
                      <a:pt x="10899" y="1311"/>
                    </a:cubicBezTo>
                    <a:lnTo>
                      <a:pt x="10899" y="5520"/>
                    </a:lnTo>
                    <a:cubicBezTo>
                      <a:pt x="10899" y="6106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06"/>
                      <a:pt x="251" y="5520"/>
                    </a:cubicBezTo>
                    <a:lnTo>
                      <a:pt x="251" y="1311"/>
                    </a:lnTo>
                    <a:cubicBezTo>
                      <a:pt x="251" y="726"/>
                      <a:pt x="725" y="224"/>
                      <a:pt x="1338" y="224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20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1706;p59"/>
              <p:cNvSpPr/>
              <p:nvPr/>
            </p:nvSpPr>
            <p:spPr>
              <a:xfrm flipH="1">
                <a:off x="851976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1" y="1"/>
                    </a:moveTo>
                    <a:lnTo>
                      <a:pt x="1" y="809"/>
                    </a:lnTo>
                    <a:lnTo>
                      <a:pt x="10426" y="809"/>
                    </a:lnTo>
                    <a:lnTo>
                      <a:pt x="10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1707;p59"/>
              <p:cNvSpPr/>
              <p:nvPr/>
            </p:nvSpPr>
            <p:spPr>
              <a:xfrm flipH="1">
                <a:off x="8519760" y="3520080"/>
                <a:ext cx="277560" cy="29520"/>
              </a:xfrm>
              <a:custGeom>
                <a:avLst/>
                <a:gdLst>
                  <a:gd name="textAreaLeft" fmla="*/ -360 w 277560"/>
                  <a:gd name="textAreaRight" fmla="*/ 277560 w 2775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7499" h="809">
                    <a:moveTo>
                      <a:pt x="0" y="0"/>
                    </a:moveTo>
                    <a:lnTo>
                      <a:pt x="0" y="809"/>
                    </a:lnTo>
                    <a:lnTo>
                      <a:pt x="7499" y="809"/>
                    </a:lnTo>
                    <a:lnTo>
                      <a:pt x="749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" name="Google Shape;1708;p59"/>
              <p:cNvSpPr/>
              <p:nvPr/>
            </p:nvSpPr>
            <p:spPr>
              <a:xfrm flipH="1">
                <a:off x="8841960" y="3520080"/>
                <a:ext cx="63720" cy="29520"/>
              </a:xfrm>
              <a:custGeom>
                <a:avLst/>
                <a:gdLst>
                  <a:gd name="textAreaLeft" fmla="*/ -360 w 63720"/>
                  <a:gd name="textAreaRight" fmla="*/ 63720 w 63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729" h="809">
                    <a:moveTo>
                      <a:pt x="1" y="0"/>
                    </a:moveTo>
                    <a:lnTo>
                      <a:pt x="1" y="809"/>
                    </a:lnTo>
                    <a:lnTo>
                      <a:pt x="1729" y="809"/>
                    </a:lnTo>
                    <a:lnTo>
                      <a:pt x="17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" name="Google Shape;1709;p59"/>
              <p:cNvSpPr/>
              <p:nvPr/>
            </p:nvSpPr>
            <p:spPr>
              <a:xfrm flipH="1">
                <a:off x="794304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0425" y="809"/>
                    </a:lnTo>
                    <a:lnTo>
                      <a:pt x="104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9" name="Google Shape;1710;p59"/>
              <p:cNvSpPr/>
              <p:nvPr/>
            </p:nvSpPr>
            <p:spPr>
              <a:xfrm flipH="1">
                <a:off x="7943040" y="3520080"/>
                <a:ext cx="201240" cy="29520"/>
              </a:xfrm>
              <a:custGeom>
                <a:avLst/>
                <a:gdLst>
                  <a:gd name="textAreaLeft" fmla="*/ -360 w 201240"/>
                  <a:gd name="textAreaRight" fmla="*/ 201240 w 20124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5437" h="809">
                    <a:moveTo>
                      <a:pt x="1" y="0"/>
                    </a:moveTo>
                    <a:lnTo>
                      <a:pt x="1" y="809"/>
                    </a:lnTo>
                    <a:lnTo>
                      <a:pt x="5436" y="809"/>
                    </a:lnTo>
                    <a:lnTo>
                      <a:pt x="5436" y="0"/>
                    </a:ln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0" name="Google Shape;1711;p59"/>
              <p:cNvSpPr/>
              <p:nvPr/>
            </p:nvSpPr>
            <p:spPr>
              <a:xfrm flipH="1">
                <a:off x="7942680" y="3597480"/>
                <a:ext cx="439920" cy="29520"/>
              </a:xfrm>
              <a:custGeom>
                <a:avLst/>
                <a:gdLst>
                  <a:gd name="textAreaLeft" fmla="*/ 360 w 439920"/>
                  <a:gd name="textAreaRight" fmla="*/ 440640 w 4399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187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1875" y="809"/>
                    </a:lnTo>
                    <a:lnTo>
                      <a:pt x="1187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1" name="Google Shape;1712;p59"/>
              <p:cNvSpPr/>
              <p:nvPr/>
            </p:nvSpPr>
            <p:spPr>
              <a:xfrm flipH="1">
                <a:off x="7941960" y="3675960"/>
                <a:ext cx="227160" cy="28440"/>
              </a:xfrm>
              <a:custGeom>
                <a:avLst/>
                <a:gdLst>
                  <a:gd name="textAreaLeft" fmla="*/ -360 w 227160"/>
                  <a:gd name="textAreaRight" fmla="*/ 227160 w 2271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6134" h="781">
                    <a:moveTo>
                      <a:pt x="1" y="0"/>
                    </a:moveTo>
                    <a:lnTo>
                      <a:pt x="1" y="781"/>
                    </a:lnTo>
                    <a:lnTo>
                      <a:pt x="6133" y="781"/>
                    </a:lnTo>
                    <a:lnTo>
                      <a:pt x="61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" name="Google Shape;1713;p59"/>
              <p:cNvSpPr/>
              <p:nvPr/>
            </p:nvSpPr>
            <p:spPr>
              <a:xfrm flipH="1">
                <a:off x="8214480" y="3675960"/>
                <a:ext cx="66960" cy="2844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1813" h="781">
                    <a:moveTo>
                      <a:pt x="0" y="0"/>
                    </a:moveTo>
                    <a:lnTo>
                      <a:pt x="0" y="781"/>
                    </a:lnTo>
                    <a:lnTo>
                      <a:pt x="1812" y="781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" name="Google Shape;1714;p59"/>
              <p:cNvSpPr/>
              <p:nvPr/>
            </p:nvSpPr>
            <p:spPr>
              <a:xfrm flipH="1">
                <a:off x="5518440" y="3492000"/>
                <a:ext cx="654840" cy="957600"/>
              </a:xfrm>
              <a:custGeom>
                <a:avLst/>
                <a:gdLst>
                  <a:gd name="textAreaLeft" fmla="*/ -360 w 654840"/>
                  <a:gd name="textAreaRight" fmla="*/ 654840 w 654840"/>
                  <a:gd name="textAreaTop" fmla="*/ 0 h 957600"/>
                  <a:gd name="textAreaBottom" fmla="*/ 957960 h 957600"/>
                </a:gdLst>
                <a:ahLst/>
                <a:cxnLst/>
                <a:rect l="textAreaLeft" t="textAreaTop" r="textAreaRight" b="textAreaBottom"/>
                <a:pathLst>
                  <a:path w="17674" h="25841">
                    <a:moveTo>
                      <a:pt x="1618" y="1"/>
                    </a:moveTo>
                    <a:cubicBezTo>
                      <a:pt x="698" y="1"/>
                      <a:pt x="1" y="725"/>
                      <a:pt x="1" y="1589"/>
                    </a:cubicBezTo>
                    <a:lnTo>
                      <a:pt x="1" y="24252"/>
                    </a:lnTo>
                    <a:cubicBezTo>
                      <a:pt x="1" y="25116"/>
                      <a:pt x="754" y="25841"/>
                      <a:pt x="1618" y="25841"/>
                    </a:cubicBezTo>
                    <a:lnTo>
                      <a:pt x="16085" y="25841"/>
                    </a:lnTo>
                    <a:cubicBezTo>
                      <a:pt x="16977" y="25841"/>
                      <a:pt x="17674" y="25116"/>
                      <a:pt x="17674" y="24252"/>
                    </a:cubicBezTo>
                    <a:lnTo>
                      <a:pt x="17674" y="1589"/>
                    </a:lnTo>
                    <a:cubicBezTo>
                      <a:pt x="17674" y="697"/>
                      <a:pt x="16949" y="1"/>
                      <a:pt x="160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1715;p59"/>
              <p:cNvSpPr/>
              <p:nvPr/>
            </p:nvSpPr>
            <p:spPr>
              <a:xfrm flipH="1">
                <a:off x="5511240" y="3483720"/>
                <a:ext cx="668520" cy="971280"/>
              </a:xfrm>
              <a:custGeom>
                <a:avLst/>
                <a:gdLst>
                  <a:gd name="textAreaLeft" fmla="*/ -360 w 668520"/>
                  <a:gd name="textAreaRight" fmla="*/ 668520 w 668520"/>
                  <a:gd name="textAreaTop" fmla="*/ 0 h 971280"/>
                  <a:gd name="textAreaBottom" fmla="*/ 971640 h 971280"/>
                </a:gdLst>
                <a:ahLst/>
                <a:cxnLst/>
                <a:rect l="textAreaLeft" t="textAreaTop" r="textAreaRight" b="textAreaBottom"/>
                <a:pathLst>
                  <a:path w="18037" h="26204">
                    <a:moveTo>
                      <a:pt x="16252" y="335"/>
                    </a:moveTo>
                    <a:cubicBezTo>
                      <a:pt x="17060" y="335"/>
                      <a:pt x="17702" y="976"/>
                      <a:pt x="17702" y="1785"/>
                    </a:cubicBezTo>
                    <a:lnTo>
                      <a:pt x="17702" y="24447"/>
                    </a:lnTo>
                    <a:cubicBezTo>
                      <a:pt x="17702" y="25228"/>
                      <a:pt x="17060" y="25897"/>
                      <a:pt x="16252" y="25897"/>
                    </a:cubicBezTo>
                    <a:lnTo>
                      <a:pt x="1785" y="25897"/>
                    </a:lnTo>
                    <a:cubicBezTo>
                      <a:pt x="976" y="25897"/>
                      <a:pt x="335" y="25228"/>
                      <a:pt x="335" y="24447"/>
                    </a:cubicBezTo>
                    <a:lnTo>
                      <a:pt x="335" y="1785"/>
                    </a:lnTo>
                    <a:cubicBezTo>
                      <a:pt x="335" y="976"/>
                      <a:pt x="976" y="335"/>
                      <a:pt x="1785" y="335"/>
                    </a:cubicBezTo>
                    <a:close/>
                    <a:moveTo>
                      <a:pt x="1785" y="1"/>
                    </a:moveTo>
                    <a:cubicBezTo>
                      <a:pt x="809" y="1"/>
                      <a:pt x="1" y="809"/>
                      <a:pt x="1" y="1785"/>
                    </a:cubicBezTo>
                    <a:lnTo>
                      <a:pt x="1" y="24447"/>
                    </a:lnTo>
                    <a:cubicBezTo>
                      <a:pt x="1" y="25423"/>
                      <a:pt x="809" y="26203"/>
                      <a:pt x="1785" y="26203"/>
                    </a:cubicBezTo>
                    <a:lnTo>
                      <a:pt x="16252" y="26203"/>
                    </a:lnTo>
                    <a:cubicBezTo>
                      <a:pt x="17228" y="26203"/>
                      <a:pt x="18036" y="25423"/>
                      <a:pt x="18036" y="24447"/>
                    </a:cubicBezTo>
                    <a:lnTo>
                      <a:pt x="18036" y="1785"/>
                    </a:lnTo>
                    <a:cubicBezTo>
                      <a:pt x="18036" y="809"/>
                      <a:pt x="17228" y="1"/>
                      <a:pt x="162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5" name="Google Shape;1716;p59"/>
              <p:cNvSpPr/>
              <p:nvPr/>
            </p:nvSpPr>
            <p:spPr>
              <a:xfrm flipH="1">
                <a:off x="5620320" y="3595320"/>
                <a:ext cx="306720" cy="29520"/>
              </a:xfrm>
              <a:custGeom>
                <a:avLst/>
                <a:gdLst>
                  <a:gd name="textAreaLeft" fmla="*/ 360 w 306720"/>
                  <a:gd name="textAreaRight" fmla="*/ 307440 w 306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8280" h="809">
                    <a:moveTo>
                      <a:pt x="0" y="0"/>
                    </a:moveTo>
                    <a:lnTo>
                      <a:pt x="0" y="809"/>
                    </a:lnTo>
                    <a:lnTo>
                      <a:pt x="8279" y="809"/>
                    </a:lnTo>
                    <a:lnTo>
                      <a:pt x="8279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6" name="Google Shape;1717;p59"/>
              <p:cNvSpPr/>
              <p:nvPr/>
            </p:nvSpPr>
            <p:spPr>
              <a:xfrm flipH="1">
                <a:off x="5620320" y="3672720"/>
                <a:ext cx="375840" cy="28800"/>
              </a:xfrm>
              <a:custGeom>
                <a:avLst/>
                <a:gdLst>
                  <a:gd name="textAreaLeft" fmla="*/ 360 w 375840"/>
                  <a:gd name="textAreaRight" fmla="*/ 376560 w 37584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10148" h="782">
                    <a:moveTo>
                      <a:pt x="1" y="1"/>
                    </a:moveTo>
                    <a:lnTo>
                      <a:pt x="1" y="781"/>
                    </a:lnTo>
                    <a:lnTo>
                      <a:pt x="10147" y="781"/>
                    </a:lnTo>
                    <a:lnTo>
                      <a:pt x="10147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7" name="Google Shape;1718;p59"/>
              <p:cNvSpPr/>
              <p:nvPr/>
            </p:nvSpPr>
            <p:spPr>
              <a:xfrm flipH="1">
                <a:off x="5621400" y="37504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9"/>
                    </a:lnTo>
                    <a:lnTo>
                      <a:pt x="6997" y="809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" name="Google Shape;1719;p59"/>
              <p:cNvSpPr/>
              <p:nvPr/>
            </p:nvSpPr>
            <p:spPr>
              <a:xfrm flipH="1">
                <a:off x="5621400" y="38278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8"/>
                    </a:lnTo>
                    <a:lnTo>
                      <a:pt x="6997" y="808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" name="Google Shape;1720;p59"/>
              <p:cNvSpPr/>
              <p:nvPr/>
            </p:nvSpPr>
            <p:spPr>
              <a:xfrm flipH="1">
                <a:off x="5925240" y="3827880"/>
                <a:ext cx="66960" cy="2952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812" h="809">
                    <a:moveTo>
                      <a:pt x="0" y="0"/>
                    </a:moveTo>
                    <a:lnTo>
                      <a:pt x="0" y="808"/>
                    </a:lnTo>
                    <a:lnTo>
                      <a:pt x="1812" y="808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4760" bIns="14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" name="Google Shape;1721;p59"/>
              <p:cNvSpPr/>
              <p:nvPr/>
            </p:nvSpPr>
            <p:spPr>
              <a:xfrm flipH="1">
                <a:off x="5612040" y="4023360"/>
                <a:ext cx="458640" cy="325080"/>
              </a:xfrm>
              <a:custGeom>
                <a:avLst/>
                <a:gdLst>
                  <a:gd name="textAreaLeft" fmla="*/ 360 w 458640"/>
                  <a:gd name="textAreaRight" fmla="*/ 459360 w 458640"/>
                  <a:gd name="textAreaTop" fmla="*/ 0 h 325080"/>
                  <a:gd name="textAreaBottom" fmla="*/ 325440 h 325080"/>
                </a:gdLst>
                <a:ahLst/>
                <a:cxnLst/>
                <a:rect l="textAreaLeft" t="textAreaTop" r="textAreaRight" b="textAreaBottom"/>
                <a:pathLst>
                  <a:path w="12378" h="8782">
                    <a:moveTo>
                      <a:pt x="809" y="0"/>
                    </a:moveTo>
                    <a:cubicBezTo>
                      <a:pt x="363" y="0"/>
                      <a:pt x="0" y="335"/>
                      <a:pt x="0" y="781"/>
                    </a:cubicBezTo>
                    <a:lnTo>
                      <a:pt x="0" y="7973"/>
                    </a:lnTo>
                    <a:cubicBezTo>
                      <a:pt x="0" y="8419"/>
                      <a:pt x="363" y="8781"/>
                      <a:pt x="809" y="8781"/>
                    </a:cubicBezTo>
                    <a:lnTo>
                      <a:pt x="11597" y="8781"/>
                    </a:lnTo>
                    <a:cubicBezTo>
                      <a:pt x="12043" y="8781"/>
                      <a:pt x="12377" y="8419"/>
                      <a:pt x="12377" y="7973"/>
                    </a:cubicBezTo>
                    <a:lnTo>
                      <a:pt x="12377" y="781"/>
                    </a:lnTo>
                    <a:cubicBezTo>
                      <a:pt x="12377" y="335"/>
                      <a:pt x="12043" y="0"/>
                      <a:pt x="11597" y="0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1" name="Google Shape;1722;p59"/>
              <p:cNvSpPr/>
              <p:nvPr/>
            </p:nvSpPr>
            <p:spPr>
              <a:xfrm flipH="1">
                <a:off x="5604120" y="4016160"/>
                <a:ext cx="471960" cy="338760"/>
              </a:xfrm>
              <a:custGeom>
                <a:avLst/>
                <a:gdLst>
                  <a:gd name="textAreaLeft" fmla="*/ -360 w 471960"/>
                  <a:gd name="textAreaRight" fmla="*/ 471960 w 471960"/>
                  <a:gd name="textAreaTop" fmla="*/ 0 h 338760"/>
                  <a:gd name="textAreaBottom" fmla="*/ 339120 h 338760"/>
                </a:gdLst>
                <a:ahLst/>
                <a:cxnLst/>
                <a:rect l="textAreaLeft" t="textAreaTop" r="textAreaRight" b="textAreaBottom"/>
                <a:pathLst>
                  <a:path w="12740" h="9144">
                    <a:moveTo>
                      <a:pt x="11764" y="335"/>
                    </a:moveTo>
                    <a:cubicBezTo>
                      <a:pt x="12126" y="335"/>
                      <a:pt x="12405" y="641"/>
                      <a:pt x="12405" y="976"/>
                    </a:cubicBezTo>
                    <a:lnTo>
                      <a:pt x="12405" y="8168"/>
                    </a:lnTo>
                    <a:cubicBezTo>
                      <a:pt x="12405" y="8558"/>
                      <a:pt x="12098" y="8837"/>
                      <a:pt x="11764" y="8837"/>
                    </a:cubicBezTo>
                    <a:lnTo>
                      <a:pt x="976" y="8837"/>
                    </a:lnTo>
                    <a:cubicBezTo>
                      <a:pt x="613" y="8837"/>
                      <a:pt x="335" y="8502"/>
                      <a:pt x="335" y="8168"/>
                    </a:cubicBezTo>
                    <a:lnTo>
                      <a:pt x="335" y="976"/>
                    </a:lnTo>
                    <a:cubicBezTo>
                      <a:pt x="335" y="614"/>
                      <a:pt x="641" y="335"/>
                      <a:pt x="976" y="335"/>
                    </a:cubicBezTo>
                    <a:close/>
                    <a:moveTo>
                      <a:pt x="976" y="0"/>
                    </a:moveTo>
                    <a:cubicBezTo>
                      <a:pt x="418" y="0"/>
                      <a:pt x="0" y="474"/>
                      <a:pt x="0" y="976"/>
                    </a:cubicBezTo>
                    <a:lnTo>
                      <a:pt x="0" y="8168"/>
                    </a:lnTo>
                    <a:cubicBezTo>
                      <a:pt x="0" y="8725"/>
                      <a:pt x="474" y="9143"/>
                      <a:pt x="976" y="9143"/>
                    </a:cubicBezTo>
                    <a:lnTo>
                      <a:pt x="11764" y="9143"/>
                    </a:lnTo>
                    <a:cubicBezTo>
                      <a:pt x="12321" y="9143"/>
                      <a:pt x="12739" y="8697"/>
                      <a:pt x="12739" y="8168"/>
                    </a:cubicBezTo>
                    <a:lnTo>
                      <a:pt x="12739" y="976"/>
                    </a:lnTo>
                    <a:cubicBezTo>
                      <a:pt x="12739" y="418"/>
                      <a:pt x="12265" y="0"/>
                      <a:pt x="117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1723;p59"/>
              <p:cNvSpPr/>
              <p:nvPr/>
            </p:nvSpPr>
            <p:spPr>
              <a:xfrm flipH="1">
                <a:off x="5661720" y="4114080"/>
                <a:ext cx="354240" cy="152640"/>
              </a:xfrm>
              <a:custGeom>
                <a:avLst/>
                <a:gdLst>
                  <a:gd name="textAreaLeft" fmla="*/ 360 w 354240"/>
                  <a:gd name="textAreaRight" fmla="*/ 354960 w 354240"/>
                  <a:gd name="textAreaTop" fmla="*/ 0 h 152640"/>
                  <a:gd name="textAreaBottom" fmla="*/ 153000 h 152640"/>
                </a:gdLst>
                <a:ahLst/>
                <a:cxnLst/>
                <a:rect l="textAreaLeft" t="textAreaTop" r="textAreaRight" b="textAreaBottom"/>
                <a:pathLst>
                  <a:path w="9563" h="4127">
                    <a:moveTo>
                      <a:pt x="6301" y="1"/>
                    </a:moveTo>
                    <a:lnTo>
                      <a:pt x="3736" y="3318"/>
                    </a:lnTo>
                    <a:lnTo>
                      <a:pt x="2175" y="1366"/>
                    </a:lnTo>
                    <a:lnTo>
                      <a:pt x="1" y="4126"/>
                    </a:lnTo>
                    <a:lnTo>
                      <a:pt x="9562" y="4126"/>
                    </a:lnTo>
                    <a:lnTo>
                      <a:pt x="6301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76320" bIns="76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1724;p59"/>
              <p:cNvSpPr/>
              <p:nvPr/>
            </p:nvSpPr>
            <p:spPr>
              <a:xfrm flipH="1">
                <a:off x="5841720" y="4096440"/>
                <a:ext cx="59760" cy="58680"/>
              </a:xfrm>
              <a:custGeom>
                <a:avLst/>
                <a:gdLst>
                  <a:gd name="textAreaLeft" fmla="*/ 360 w 59760"/>
                  <a:gd name="textAreaRight" fmla="*/ 60480 w 5976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1617" h="1590">
                    <a:moveTo>
                      <a:pt x="808" y="1"/>
                    </a:moveTo>
                    <a:cubicBezTo>
                      <a:pt x="362" y="1"/>
                      <a:pt x="0" y="363"/>
                      <a:pt x="0" y="809"/>
                    </a:cubicBezTo>
                    <a:cubicBezTo>
                      <a:pt x="0" y="1227"/>
                      <a:pt x="362" y="1590"/>
                      <a:pt x="808" y="1590"/>
                    </a:cubicBezTo>
                    <a:cubicBezTo>
                      <a:pt x="1254" y="1590"/>
                      <a:pt x="1617" y="1227"/>
                      <a:pt x="1617" y="809"/>
                    </a:cubicBezTo>
                    <a:cubicBezTo>
                      <a:pt x="1617" y="363"/>
                      <a:pt x="1254" y="1"/>
                      <a:pt x="8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1725;p59"/>
              <p:cNvSpPr/>
              <p:nvPr/>
            </p:nvSpPr>
            <p:spPr>
              <a:xfrm flipH="1">
                <a:off x="5283720" y="2148480"/>
                <a:ext cx="1186200" cy="1185120"/>
              </a:xfrm>
              <a:custGeom>
                <a:avLst/>
                <a:gdLst>
                  <a:gd name="textAreaLeft" fmla="*/ -360 w 1186200"/>
                  <a:gd name="textAreaRight" fmla="*/ 1186200 w 1186200"/>
                  <a:gd name="textAreaTop" fmla="*/ 0 h 1185120"/>
                  <a:gd name="textAreaBottom" fmla="*/ 1185480 h 1185120"/>
                </a:gdLst>
                <a:ahLst/>
                <a:cxnLst/>
                <a:rect l="textAreaLeft" t="textAreaTop" r="textAreaRight" b="textAreaBottom"/>
                <a:pathLst>
                  <a:path w="32002" h="31974">
                    <a:moveTo>
                      <a:pt x="16001" y="1"/>
                    </a:moveTo>
                    <a:lnTo>
                      <a:pt x="16001" y="2565"/>
                    </a:lnTo>
                    <a:cubicBezTo>
                      <a:pt x="23416" y="2565"/>
                      <a:pt x="29437" y="8614"/>
                      <a:pt x="29437" y="16029"/>
                    </a:cubicBezTo>
                    <a:cubicBezTo>
                      <a:pt x="29437" y="23444"/>
                      <a:pt x="23416" y="29465"/>
                      <a:pt x="16001" y="29465"/>
                    </a:cubicBezTo>
                    <a:cubicBezTo>
                      <a:pt x="8586" y="29465"/>
                      <a:pt x="2537" y="23444"/>
                      <a:pt x="2537" y="16029"/>
                    </a:cubicBezTo>
                    <a:cubicBezTo>
                      <a:pt x="2537" y="13855"/>
                      <a:pt x="3067" y="11848"/>
                      <a:pt x="3987" y="10036"/>
                    </a:cubicBezTo>
                    <a:lnTo>
                      <a:pt x="1673" y="8893"/>
                    </a:lnTo>
                    <a:cubicBezTo>
                      <a:pt x="586" y="11011"/>
                      <a:pt x="1" y="13437"/>
                      <a:pt x="1" y="16001"/>
                    </a:cubicBezTo>
                    <a:cubicBezTo>
                      <a:pt x="1" y="24810"/>
                      <a:pt x="7193" y="31974"/>
                      <a:pt x="16001" y="31974"/>
                    </a:cubicBezTo>
                    <a:cubicBezTo>
                      <a:pt x="24810" y="31974"/>
                      <a:pt x="32002" y="24810"/>
                      <a:pt x="32002" y="16001"/>
                    </a:cubicBezTo>
                    <a:cubicBezTo>
                      <a:pt x="32002" y="7165"/>
                      <a:pt x="24810" y="1"/>
                      <a:pt x="160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1726;p59"/>
              <p:cNvSpPr/>
              <p:nvPr/>
            </p:nvSpPr>
            <p:spPr>
              <a:xfrm flipH="1">
                <a:off x="5877000" y="2149560"/>
                <a:ext cx="531000" cy="370800"/>
              </a:xfrm>
              <a:custGeom>
                <a:avLst/>
                <a:gdLst>
                  <a:gd name="textAreaLeft" fmla="*/ -360 w 531000"/>
                  <a:gd name="textAreaRight" fmla="*/ 531000 w 531000"/>
                  <a:gd name="textAreaTop" fmla="*/ 0 h 370800"/>
                  <a:gd name="textAreaBottom" fmla="*/ 371160 h 370800"/>
                </a:gdLst>
                <a:ahLst/>
                <a:cxnLst/>
                <a:rect l="textAreaLeft" t="textAreaTop" r="textAreaRight" b="textAreaBottom"/>
                <a:pathLst>
                  <a:path w="14329" h="10008">
                    <a:moveTo>
                      <a:pt x="14328" y="1"/>
                    </a:moveTo>
                    <a:cubicBezTo>
                      <a:pt x="8056" y="1"/>
                      <a:pt x="2621" y="3624"/>
                      <a:pt x="0" y="8893"/>
                    </a:cubicBezTo>
                    <a:lnTo>
                      <a:pt x="2314" y="10008"/>
                    </a:lnTo>
                    <a:cubicBezTo>
                      <a:pt x="4488" y="5576"/>
                      <a:pt x="9060" y="2537"/>
                      <a:pt x="14328" y="2537"/>
                    </a:cubicBezTo>
                    <a:lnTo>
                      <a:pt x="1432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1727;p59"/>
              <p:cNvSpPr/>
              <p:nvPr/>
            </p:nvSpPr>
            <p:spPr>
              <a:xfrm flipH="1">
                <a:off x="5877000" y="2299320"/>
                <a:ext cx="443160" cy="836640"/>
              </a:xfrm>
              <a:custGeom>
                <a:avLst/>
                <a:gdLst>
                  <a:gd name="textAreaLeft" fmla="*/ -360 w 443160"/>
                  <a:gd name="textAreaRight" fmla="*/ 443160 w 443160"/>
                  <a:gd name="textAreaTop" fmla="*/ 0 h 836640"/>
                  <a:gd name="textAreaBottom" fmla="*/ 837000 h 836640"/>
                </a:gdLst>
                <a:ahLst/>
                <a:cxnLst/>
                <a:rect l="textAreaLeft" t="textAreaTop" r="textAreaRight" b="textAreaBottom"/>
                <a:pathLst>
                  <a:path w="11960" h="22580">
                    <a:moveTo>
                      <a:pt x="11959" y="1"/>
                    </a:moveTo>
                    <a:cubicBezTo>
                      <a:pt x="5353" y="1"/>
                      <a:pt x="1" y="5380"/>
                      <a:pt x="1" y="11959"/>
                    </a:cubicBezTo>
                    <a:cubicBezTo>
                      <a:pt x="1" y="16558"/>
                      <a:pt x="2649" y="20545"/>
                      <a:pt x="6523" y="22580"/>
                    </a:cubicBezTo>
                    <a:lnTo>
                      <a:pt x="7666" y="20294"/>
                    </a:lnTo>
                    <a:cubicBezTo>
                      <a:pt x="4628" y="18705"/>
                      <a:pt x="2593" y="15583"/>
                      <a:pt x="2593" y="11959"/>
                    </a:cubicBezTo>
                    <a:cubicBezTo>
                      <a:pt x="2593" y="6802"/>
                      <a:pt x="6802" y="2593"/>
                      <a:pt x="11959" y="2593"/>
                    </a:cubicBezTo>
                    <a:lnTo>
                      <a:pt x="1195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1728;p59"/>
              <p:cNvSpPr/>
              <p:nvPr/>
            </p:nvSpPr>
            <p:spPr>
              <a:xfrm flipH="1">
                <a:off x="5433480" y="2299320"/>
                <a:ext cx="645480" cy="886320"/>
              </a:xfrm>
              <a:custGeom>
                <a:avLst/>
                <a:gdLst>
                  <a:gd name="textAreaLeft" fmla="*/ -360 w 645480"/>
                  <a:gd name="textAreaRight" fmla="*/ 645480 w 645480"/>
                  <a:gd name="textAreaTop" fmla="*/ 0 h 886320"/>
                  <a:gd name="textAreaBottom" fmla="*/ 886680 h 886320"/>
                </a:gdLst>
                <a:ahLst/>
                <a:cxnLst/>
                <a:rect l="textAreaLeft" t="textAreaTop" r="textAreaRight" b="textAreaBottom"/>
                <a:pathLst>
                  <a:path w="17423" h="23918">
                    <a:moveTo>
                      <a:pt x="5464" y="1"/>
                    </a:moveTo>
                    <a:lnTo>
                      <a:pt x="5464" y="2593"/>
                    </a:lnTo>
                    <a:cubicBezTo>
                      <a:pt x="10621" y="2593"/>
                      <a:pt x="14830" y="6802"/>
                      <a:pt x="14830" y="11959"/>
                    </a:cubicBezTo>
                    <a:cubicBezTo>
                      <a:pt x="14830" y="17116"/>
                      <a:pt x="10621" y="21325"/>
                      <a:pt x="5464" y="21325"/>
                    </a:cubicBezTo>
                    <a:cubicBezTo>
                      <a:pt x="3931" y="21325"/>
                      <a:pt x="2426" y="20935"/>
                      <a:pt x="1143" y="20294"/>
                    </a:cubicBezTo>
                    <a:lnTo>
                      <a:pt x="1" y="22580"/>
                    </a:lnTo>
                    <a:cubicBezTo>
                      <a:pt x="1617" y="23416"/>
                      <a:pt x="3485" y="23918"/>
                      <a:pt x="5464" y="23918"/>
                    </a:cubicBezTo>
                    <a:cubicBezTo>
                      <a:pt x="12043" y="23918"/>
                      <a:pt x="17423" y="18538"/>
                      <a:pt x="17423" y="11959"/>
                    </a:cubicBezTo>
                    <a:cubicBezTo>
                      <a:pt x="17423" y="5380"/>
                      <a:pt x="12043" y="1"/>
                      <a:pt x="54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1729;p59"/>
              <p:cNvSpPr/>
              <p:nvPr/>
            </p:nvSpPr>
            <p:spPr>
              <a:xfrm flipH="1">
                <a:off x="5633280" y="2447280"/>
                <a:ext cx="540360" cy="591840"/>
              </a:xfrm>
              <a:custGeom>
                <a:avLst/>
                <a:gdLst>
                  <a:gd name="textAreaLeft" fmla="*/ -360 w 540360"/>
                  <a:gd name="textAreaRight" fmla="*/ 540360 w 540360"/>
                  <a:gd name="textAreaTop" fmla="*/ 0 h 591840"/>
                  <a:gd name="textAreaBottom" fmla="*/ 592200 h 591840"/>
                </a:gdLst>
                <a:ahLst/>
                <a:cxnLst/>
                <a:rect l="textAreaLeft" t="textAreaTop" r="textAreaRight" b="textAreaBottom"/>
                <a:pathLst>
                  <a:path w="14580" h="15974">
                    <a:moveTo>
                      <a:pt x="8001" y="1"/>
                    </a:moveTo>
                    <a:cubicBezTo>
                      <a:pt x="3597" y="1"/>
                      <a:pt x="1" y="3541"/>
                      <a:pt x="29" y="8001"/>
                    </a:cubicBezTo>
                    <a:cubicBezTo>
                      <a:pt x="29" y="12377"/>
                      <a:pt x="3597" y="15973"/>
                      <a:pt x="8001" y="15973"/>
                    </a:cubicBezTo>
                    <a:cubicBezTo>
                      <a:pt x="10705" y="15973"/>
                      <a:pt x="13158" y="14579"/>
                      <a:pt x="14580" y="12489"/>
                    </a:cubicBezTo>
                    <a:lnTo>
                      <a:pt x="12489" y="11039"/>
                    </a:lnTo>
                    <a:cubicBezTo>
                      <a:pt x="11513" y="12489"/>
                      <a:pt x="9869" y="13437"/>
                      <a:pt x="8001" y="13437"/>
                    </a:cubicBezTo>
                    <a:cubicBezTo>
                      <a:pt x="4991" y="13437"/>
                      <a:pt x="2565" y="10984"/>
                      <a:pt x="2565" y="8001"/>
                    </a:cubicBezTo>
                    <a:cubicBezTo>
                      <a:pt x="2565" y="5018"/>
                      <a:pt x="4991" y="2565"/>
                      <a:pt x="8001" y="2565"/>
                    </a:cubicBezTo>
                    <a:lnTo>
                      <a:pt x="8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1730;p59"/>
              <p:cNvSpPr/>
              <p:nvPr/>
            </p:nvSpPr>
            <p:spPr>
              <a:xfrm flipH="1">
                <a:off x="5582160" y="2445120"/>
                <a:ext cx="295200" cy="462600"/>
              </a:xfrm>
              <a:custGeom>
                <a:avLst/>
                <a:gdLst>
                  <a:gd name="textAreaLeft" fmla="*/ 360 w 295200"/>
                  <a:gd name="textAreaRight" fmla="*/ 295920 w 295200"/>
                  <a:gd name="textAreaTop" fmla="*/ 0 h 462600"/>
                  <a:gd name="textAreaBottom" fmla="*/ 462960 h 462600"/>
                </a:gdLst>
                <a:ahLst/>
                <a:cxnLst/>
                <a:rect l="textAreaLeft" t="textAreaTop" r="textAreaRight" b="textAreaBottom"/>
                <a:pathLst>
                  <a:path w="7973" h="12490">
                    <a:moveTo>
                      <a:pt x="0" y="1"/>
                    </a:moveTo>
                    <a:lnTo>
                      <a:pt x="0" y="2593"/>
                    </a:lnTo>
                    <a:cubicBezTo>
                      <a:pt x="2983" y="2593"/>
                      <a:pt x="5436" y="5019"/>
                      <a:pt x="5436" y="8029"/>
                    </a:cubicBezTo>
                    <a:cubicBezTo>
                      <a:pt x="5436" y="9144"/>
                      <a:pt x="5073" y="10175"/>
                      <a:pt x="4488" y="11012"/>
                    </a:cubicBezTo>
                    <a:lnTo>
                      <a:pt x="6579" y="12489"/>
                    </a:lnTo>
                    <a:cubicBezTo>
                      <a:pt x="7443" y="11207"/>
                      <a:pt x="7973" y="9674"/>
                      <a:pt x="7973" y="8001"/>
                    </a:cubicBezTo>
                    <a:cubicBezTo>
                      <a:pt x="7973" y="3597"/>
                      <a:pt x="4377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1731;p59"/>
              <p:cNvSpPr/>
              <p:nvPr/>
            </p:nvSpPr>
            <p:spPr>
              <a:xfrm flipH="1">
                <a:off x="5382720" y="3287520"/>
                <a:ext cx="74160" cy="613440"/>
              </a:xfrm>
              <a:custGeom>
                <a:avLst/>
                <a:gdLst>
                  <a:gd name="textAreaLeft" fmla="*/ 360 w 74160"/>
                  <a:gd name="textAreaRight" fmla="*/ 74880 w 74160"/>
                  <a:gd name="textAreaTop" fmla="*/ 0 h 613440"/>
                  <a:gd name="textAreaBottom" fmla="*/ 613800 h 613440"/>
                </a:gdLst>
                <a:ahLst/>
                <a:cxnLst/>
                <a:rect l="textAreaLeft" t="textAreaTop" r="textAreaRight" b="textAreaBottom"/>
                <a:pathLst>
                  <a:path w="2008" h="16559">
                    <a:moveTo>
                      <a:pt x="0" y="0"/>
                    </a:moveTo>
                    <a:lnTo>
                      <a:pt x="0" y="335"/>
                    </a:lnTo>
                    <a:lnTo>
                      <a:pt x="1673" y="335"/>
                    </a:lnTo>
                    <a:lnTo>
                      <a:pt x="1673" y="16252"/>
                    </a:lnTo>
                    <a:lnTo>
                      <a:pt x="0" y="16252"/>
                    </a:lnTo>
                    <a:lnTo>
                      <a:pt x="0" y="16558"/>
                    </a:lnTo>
                    <a:lnTo>
                      <a:pt x="2007" y="16558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1" name="Google Shape;1732;p59"/>
              <p:cNvSpPr/>
              <p:nvPr/>
            </p:nvSpPr>
            <p:spPr>
              <a:xfrm flipH="1">
                <a:off x="6241680" y="1989360"/>
                <a:ext cx="2157480" cy="274680"/>
              </a:xfrm>
              <a:custGeom>
                <a:avLst/>
                <a:gdLst>
                  <a:gd name="textAreaLeft" fmla="*/ -360 w 2157480"/>
                  <a:gd name="textAreaRight" fmla="*/ 2157480 w 2157480"/>
                  <a:gd name="textAreaTop" fmla="*/ 0 h 274680"/>
                  <a:gd name="textAreaBottom" fmla="*/ 275040 h 274680"/>
                </a:gdLst>
                <a:ahLst/>
                <a:cxnLst/>
                <a:rect l="textAreaLeft" t="textAreaTop" r="textAreaRight" b="textAreaBottom"/>
                <a:pathLst>
                  <a:path w="58205" h="7416">
                    <a:moveTo>
                      <a:pt x="0" y="1"/>
                    </a:moveTo>
                    <a:lnTo>
                      <a:pt x="0" y="7416"/>
                    </a:lnTo>
                    <a:lnTo>
                      <a:pt x="335" y="7416"/>
                    </a:lnTo>
                    <a:lnTo>
                      <a:pt x="335" y="308"/>
                    </a:lnTo>
                    <a:lnTo>
                      <a:pt x="57898" y="308"/>
                    </a:lnTo>
                    <a:lnTo>
                      <a:pt x="57898" y="4600"/>
                    </a:lnTo>
                    <a:lnTo>
                      <a:pt x="58204" y="4600"/>
                    </a:lnTo>
                    <a:lnTo>
                      <a:pt x="58204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2" name="Google Shape;1733;p59"/>
              <p:cNvSpPr/>
              <p:nvPr/>
            </p:nvSpPr>
            <p:spPr>
              <a:xfrm flipH="1">
                <a:off x="5929560" y="1286280"/>
                <a:ext cx="132840" cy="13212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32120"/>
                  <a:gd name="textAreaBottom" fmla="*/ 132480 h 132120"/>
                </a:gdLst>
                <a:ahLst/>
                <a:cxnLst/>
                <a:rect l="textAreaLeft" t="textAreaTop" r="textAreaRight" b="textAreaBottom"/>
                <a:pathLst>
                  <a:path w="3597" h="3569">
                    <a:moveTo>
                      <a:pt x="1" y="1"/>
                    </a:moveTo>
                    <a:lnTo>
                      <a:pt x="1" y="3569"/>
                    </a:lnTo>
                    <a:lnTo>
                      <a:pt x="3597" y="3569"/>
                    </a:lnTo>
                    <a:lnTo>
                      <a:pt x="35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66240" bIns="66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" name="Google Shape;1734;p59"/>
              <p:cNvSpPr/>
              <p:nvPr/>
            </p:nvSpPr>
            <p:spPr>
              <a:xfrm flipH="1">
                <a:off x="6006960" y="1361520"/>
                <a:ext cx="93600" cy="93600"/>
              </a:xfrm>
              <a:custGeom>
                <a:avLst/>
                <a:gdLst>
                  <a:gd name="textAreaLeft" fmla="*/ 360 w 93600"/>
                  <a:gd name="textAreaRight" fmla="*/ 94320 w 93600"/>
                  <a:gd name="textAreaTop" fmla="*/ 0 h 93600"/>
                  <a:gd name="textAreaBottom" fmla="*/ 93960 h 93600"/>
                </a:gdLst>
                <a:ahLst/>
                <a:cxnLst/>
                <a:rect l="textAreaLeft" t="textAreaTop" r="textAreaRight" b="textAreaBottom"/>
                <a:pathLst>
                  <a:path w="2537" h="2538">
                    <a:moveTo>
                      <a:pt x="0" y="1"/>
                    </a:moveTo>
                    <a:lnTo>
                      <a:pt x="0" y="2537"/>
                    </a:lnTo>
                    <a:lnTo>
                      <a:pt x="2537" y="2537"/>
                    </a:lnTo>
                    <a:lnTo>
                      <a:pt x="253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46800" bIns="46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" name="Google Shape;1735;p59"/>
              <p:cNvSpPr/>
              <p:nvPr/>
            </p:nvSpPr>
            <p:spPr>
              <a:xfrm flipH="1">
                <a:off x="6238800" y="1362600"/>
                <a:ext cx="56520" cy="56520"/>
              </a:xfrm>
              <a:custGeom>
                <a:avLst/>
                <a:gdLst>
                  <a:gd name="textAreaLeft" fmla="*/ -360 w 56520"/>
                  <a:gd name="textAreaRight" fmla="*/ 56520 w 56520"/>
                  <a:gd name="textAreaTop" fmla="*/ 0 h 56520"/>
                  <a:gd name="textAreaBottom" fmla="*/ 56880 h 56520"/>
                </a:gdLst>
                <a:ahLst/>
                <a:cxnLst/>
                <a:rect l="textAreaLeft" t="textAreaTop" r="textAreaRight" b="textAreaBottom"/>
                <a:pathLst>
                  <a:path w="1534" h="1534">
                    <a:moveTo>
                      <a:pt x="1" y="0"/>
                    </a:moveTo>
                    <a:lnTo>
                      <a:pt x="1" y="1534"/>
                    </a:lnTo>
                    <a:lnTo>
                      <a:pt x="1534" y="1534"/>
                    </a:lnTo>
                    <a:lnTo>
                      <a:pt x="153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8440" bIns="28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5" name="Google Shape;1736;p59"/>
              <p:cNvSpPr/>
              <p:nvPr/>
            </p:nvSpPr>
            <p:spPr>
              <a:xfrm flipH="1">
                <a:off x="6082560" y="18021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119" h="2120">
                    <a:moveTo>
                      <a:pt x="0" y="1"/>
                    </a:moveTo>
                    <a:lnTo>
                      <a:pt x="0" y="2120"/>
                    </a:lnTo>
                    <a:lnTo>
                      <a:pt x="2119" y="2120"/>
                    </a:lnTo>
                    <a:lnTo>
                      <a:pt x="2119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9240" bIns="39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6" name="Google Shape;1737;p59"/>
              <p:cNvSpPr/>
              <p:nvPr/>
            </p:nvSpPr>
            <p:spPr>
              <a:xfrm flipH="1">
                <a:off x="7074000" y="165744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1" y="1"/>
                    </a:moveTo>
                    <a:lnTo>
                      <a:pt x="1" y="2091"/>
                    </a:lnTo>
                    <a:lnTo>
                      <a:pt x="2092" y="2091"/>
                    </a:lnTo>
                    <a:lnTo>
                      <a:pt x="2092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8520" bIns="38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7" name="Google Shape;1738;p59"/>
              <p:cNvSpPr/>
              <p:nvPr/>
            </p:nvSpPr>
            <p:spPr>
              <a:xfrm flipH="1">
                <a:off x="7028640" y="1695600"/>
                <a:ext cx="86400" cy="86400"/>
              </a:xfrm>
              <a:custGeom>
                <a:avLst/>
                <a:gdLst>
                  <a:gd name="textAreaLeft" fmla="*/ 360 w 86400"/>
                  <a:gd name="textAreaRight" fmla="*/ 87120 w 86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2343" h="2342">
                    <a:moveTo>
                      <a:pt x="1" y="0"/>
                    </a:moveTo>
                    <a:lnTo>
                      <a:pt x="1" y="2342"/>
                    </a:lnTo>
                    <a:lnTo>
                      <a:pt x="2342" y="2342"/>
                    </a:lnTo>
                    <a:lnTo>
                      <a:pt x="234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43200" bIns="43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" name="Google Shape;1739;p59"/>
              <p:cNvSpPr/>
              <p:nvPr/>
            </p:nvSpPr>
            <p:spPr>
              <a:xfrm flipH="1">
                <a:off x="6927840" y="170496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3" h="1144">
                    <a:moveTo>
                      <a:pt x="0" y="1"/>
                    </a:moveTo>
                    <a:lnTo>
                      <a:pt x="0" y="1144"/>
                    </a:lnTo>
                    <a:lnTo>
                      <a:pt x="1143" y="1144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1240" bIns="21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" name="Google Shape;1740;p59"/>
              <p:cNvSpPr/>
              <p:nvPr/>
            </p:nvSpPr>
            <p:spPr>
              <a:xfrm flipH="1">
                <a:off x="6684120" y="2846160"/>
                <a:ext cx="70920" cy="7092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920"/>
                  <a:gd name="textAreaBottom" fmla="*/ 71280 h 70920"/>
                </a:gdLst>
                <a:ahLst/>
                <a:cxnLst/>
                <a:rect l="textAreaLeft" t="textAreaTop" r="textAreaRight" b="textAreaBottom"/>
                <a:pathLst>
                  <a:path w="1924" h="1924">
                    <a:moveTo>
                      <a:pt x="0" y="1"/>
                    </a:moveTo>
                    <a:lnTo>
                      <a:pt x="0" y="1924"/>
                    </a:lnTo>
                    <a:lnTo>
                      <a:pt x="1924" y="1924"/>
                    </a:lnTo>
                    <a:lnTo>
                      <a:pt x="1924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5640" bIns="35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0" name="Google Shape;1741;p59"/>
              <p:cNvSpPr/>
              <p:nvPr/>
            </p:nvSpPr>
            <p:spPr>
              <a:xfrm flipH="1">
                <a:off x="6671520" y="2731320"/>
                <a:ext cx="36000" cy="36000"/>
              </a:xfrm>
              <a:custGeom>
                <a:avLst/>
                <a:gdLst>
                  <a:gd name="textAreaLeft" fmla="*/ 360 w 36000"/>
                  <a:gd name="textAreaRight" fmla="*/ 36720 w 3600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976" h="977">
                    <a:moveTo>
                      <a:pt x="0" y="0"/>
                    </a:moveTo>
                    <a:lnTo>
                      <a:pt x="0" y="976"/>
                    </a:lnTo>
                    <a:lnTo>
                      <a:pt x="976" y="976"/>
                    </a:lnTo>
                    <a:lnTo>
                      <a:pt x="97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1" name="Google Shape;1742;p59"/>
              <p:cNvSpPr/>
              <p:nvPr/>
            </p:nvSpPr>
            <p:spPr>
              <a:xfrm flipH="1">
                <a:off x="6538320" y="280080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837" h="837">
                    <a:moveTo>
                      <a:pt x="1" y="0"/>
                    </a:moveTo>
                    <a:lnTo>
                      <a:pt x="1" y="836"/>
                    </a:lnTo>
                    <a:lnTo>
                      <a:pt x="837" y="8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5480" bIns="15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2" name="Google Shape;1743;p59"/>
              <p:cNvSpPr/>
              <p:nvPr/>
            </p:nvSpPr>
            <p:spPr>
              <a:xfrm flipH="1">
                <a:off x="7645320" y="2640600"/>
                <a:ext cx="54360" cy="53280"/>
              </a:xfrm>
              <a:custGeom>
                <a:avLst/>
                <a:gdLst>
                  <a:gd name="textAreaLeft" fmla="*/ -360 w 54360"/>
                  <a:gd name="textAreaRight" fmla="*/ 54360 w 5436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478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477" y="145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6640" bIns="26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3" name="Google Shape;1744;p59"/>
              <p:cNvSpPr/>
              <p:nvPr/>
            </p:nvSpPr>
            <p:spPr>
              <a:xfrm flipH="1">
                <a:off x="8548560" y="1644120"/>
                <a:ext cx="120600" cy="120600"/>
              </a:xfrm>
              <a:custGeom>
                <a:avLst/>
                <a:gdLst>
                  <a:gd name="textAreaLeft" fmla="*/ -360 w 120600"/>
                  <a:gd name="textAreaRight" fmla="*/ 120600 w 12060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3262" h="3263">
                    <a:moveTo>
                      <a:pt x="0" y="1"/>
                    </a:moveTo>
                    <a:lnTo>
                      <a:pt x="0" y="3262"/>
                    </a:lnTo>
                    <a:lnTo>
                      <a:pt x="3261" y="3262"/>
                    </a:lnTo>
                    <a:lnTo>
                      <a:pt x="326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60480" bIns="60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4" name="Google Shape;1745;p59"/>
              <p:cNvSpPr/>
              <p:nvPr/>
            </p:nvSpPr>
            <p:spPr>
              <a:xfrm flipH="1">
                <a:off x="8626680" y="1720800"/>
                <a:ext cx="81360" cy="8028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80280"/>
                  <a:gd name="textAreaBottom" fmla="*/ 80640 h 80280"/>
                </a:gdLst>
                <a:ahLst/>
                <a:cxnLst/>
                <a:rect l="textAreaLeft" t="textAreaTop" r="textAreaRight" b="textAreaBottom"/>
                <a:pathLst>
                  <a:path w="2203" h="2175">
                    <a:moveTo>
                      <a:pt x="1" y="1"/>
                    </a:moveTo>
                    <a:lnTo>
                      <a:pt x="1" y="2175"/>
                    </a:lnTo>
                    <a:lnTo>
                      <a:pt x="2203" y="2175"/>
                    </a:lnTo>
                    <a:lnTo>
                      <a:pt x="220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40320" bIns="40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5" name="Google Shape;1746;p59"/>
              <p:cNvSpPr/>
              <p:nvPr/>
            </p:nvSpPr>
            <p:spPr>
              <a:xfrm flipH="1">
                <a:off x="8726400" y="1596600"/>
                <a:ext cx="75240" cy="7416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2036" h="2008">
                    <a:moveTo>
                      <a:pt x="1" y="1"/>
                    </a:moveTo>
                    <a:lnTo>
                      <a:pt x="1" y="2008"/>
                    </a:lnTo>
                    <a:lnTo>
                      <a:pt x="2036" y="2008"/>
                    </a:lnTo>
                    <a:lnTo>
                      <a:pt x="203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7080" bIns="37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6" name="Google Shape;1747;p59"/>
              <p:cNvSpPr/>
              <p:nvPr/>
            </p:nvSpPr>
            <p:spPr>
              <a:xfrm flipH="1">
                <a:off x="8521560" y="1531440"/>
                <a:ext cx="37800" cy="37800"/>
              </a:xfrm>
              <a:custGeom>
                <a:avLst/>
                <a:gdLst>
                  <a:gd name="textAreaLeft" fmla="*/ -360 w 37800"/>
                  <a:gd name="textAreaRight" fmla="*/ 37800 w 37800"/>
                  <a:gd name="textAreaTop" fmla="*/ 0 h 37800"/>
                  <a:gd name="textAreaBottom" fmla="*/ 38160 h 37800"/>
                </a:gdLst>
                <a:ahLst/>
                <a:cxnLst/>
                <a:rect l="textAreaLeft" t="textAreaTop" r="textAreaRight" b="textAreaBottom"/>
                <a:pathLst>
                  <a:path w="1033" h="1032">
                    <a:moveTo>
                      <a:pt x="1" y="0"/>
                    </a:moveTo>
                    <a:lnTo>
                      <a:pt x="1" y="1032"/>
                    </a:lnTo>
                    <a:lnTo>
                      <a:pt x="1032" y="1032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9080" bIns="19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7" name="Google Shape;1748;p59"/>
              <p:cNvSpPr/>
              <p:nvPr/>
            </p:nvSpPr>
            <p:spPr>
              <a:xfrm flipH="1">
                <a:off x="7479720" y="99144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9" h="2789">
                    <a:moveTo>
                      <a:pt x="1" y="1"/>
                    </a:moveTo>
                    <a:lnTo>
                      <a:pt x="1" y="2788"/>
                    </a:lnTo>
                    <a:lnTo>
                      <a:pt x="2788" y="2788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1480" bIns="51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8" name="Google Shape;1749;p59"/>
              <p:cNvSpPr/>
              <p:nvPr/>
            </p:nvSpPr>
            <p:spPr>
              <a:xfrm flipH="1">
                <a:off x="7399080" y="1052280"/>
                <a:ext cx="117360" cy="11736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3179" h="3179">
                    <a:moveTo>
                      <a:pt x="1" y="0"/>
                    </a:moveTo>
                    <a:lnTo>
                      <a:pt x="1" y="3178"/>
                    </a:lnTo>
                    <a:lnTo>
                      <a:pt x="3179" y="3178"/>
                    </a:lnTo>
                    <a:lnTo>
                      <a:pt x="3179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" name="Google Shape;1750;p59"/>
              <p:cNvSpPr/>
              <p:nvPr/>
            </p:nvSpPr>
            <p:spPr>
              <a:xfrm flipH="1">
                <a:off x="7280640" y="101844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" name="Google Shape;1751;p59"/>
              <p:cNvSpPr/>
              <p:nvPr/>
            </p:nvSpPr>
            <p:spPr>
              <a:xfrm flipH="1">
                <a:off x="7078680" y="131328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" name="Google Shape;1752;p59"/>
              <p:cNvSpPr/>
              <p:nvPr/>
            </p:nvSpPr>
            <p:spPr>
              <a:xfrm flipH="1">
                <a:off x="8536320" y="3642840"/>
                <a:ext cx="89640" cy="90720"/>
              </a:xfrm>
              <a:custGeom>
                <a:avLst/>
                <a:gdLst>
                  <a:gd name="textAreaLeft" fmla="*/ -360 w 89640"/>
                  <a:gd name="textAreaRight" fmla="*/ 89640 w 8964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2426" h="2454">
                    <a:moveTo>
                      <a:pt x="1" y="0"/>
                    </a:moveTo>
                    <a:lnTo>
                      <a:pt x="1" y="2453"/>
                    </a:lnTo>
                    <a:lnTo>
                      <a:pt x="2426" y="2453"/>
                    </a:lnTo>
                    <a:lnTo>
                      <a:pt x="242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" name="Google Shape;1753;p59"/>
              <p:cNvSpPr/>
              <p:nvPr/>
            </p:nvSpPr>
            <p:spPr>
              <a:xfrm flipH="1">
                <a:off x="8591040" y="3697560"/>
                <a:ext cx="104040" cy="104040"/>
              </a:xfrm>
              <a:custGeom>
                <a:avLst/>
                <a:gdLst>
                  <a:gd name="textAreaLeft" fmla="*/ -360 w 104040"/>
                  <a:gd name="textAreaRight" fmla="*/ 104040 w 104040"/>
                  <a:gd name="textAreaTop" fmla="*/ 0 h 104040"/>
                  <a:gd name="textAreaBottom" fmla="*/ 104400 h 104040"/>
                </a:gdLst>
                <a:ahLst/>
                <a:cxnLst/>
                <a:rect l="textAreaLeft" t="textAreaTop" r="textAreaRight" b="textAreaBottom"/>
                <a:pathLst>
                  <a:path w="2816" h="2817">
                    <a:moveTo>
                      <a:pt x="0" y="1"/>
                    </a:moveTo>
                    <a:lnTo>
                      <a:pt x="0" y="2816"/>
                    </a:lnTo>
                    <a:lnTo>
                      <a:pt x="2816" y="2816"/>
                    </a:lnTo>
                    <a:lnTo>
                      <a:pt x="281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" name="Google Shape;1754;p59"/>
              <p:cNvSpPr/>
              <p:nvPr/>
            </p:nvSpPr>
            <p:spPr>
              <a:xfrm flipH="1">
                <a:off x="8683920" y="3612960"/>
                <a:ext cx="108360" cy="10800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08000"/>
                  <a:gd name="textAreaBottom" fmla="*/ 108360 h 108000"/>
                </a:gdLst>
                <a:ahLst/>
                <a:cxnLst/>
                <a:rect l="textAreaLeft" t="textAreaTop" r="textAreaRight" b="textAreaBottom"/>
                <a:pathLst>
                  <a:path w="2928" h="2927">
                    <a:moveTo>
                      <a:pt x="1" y="0"/>
                    </a:moveTo>
                    <a:lnTo>
                      <a:pt x="1" y="2927"/>
                    </a:lnTo>
                    <a:lnTo>
                      <a:pt x="2928" y="2927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4000" bIns="54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" name="Google Shape;1755;p59"/>
              <p:cNvSpPr/>
              <p:nvPr/>
            </p:nvSpPr>
            <p:spPr>
              <a:xfrm flipH="1">
                <a:off x="8841600" y="3656520"/>
                <a:ext cx="38880" cy="39960"/>
              </a:xfrm>
              <a:custGeom>
                <a:avLst/>
                <a:gdLst>
                  <a:gd name="textAreaLeft" fmla="*/ 360 w 38880"/>
                  <a:gd name="textAreaRight" fmla="*/ 39600 w 3888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60" h="1088">
                    <a:moveTo>
                      <a:pt x="0" y="1"/>
                    </a:moveTo>
                    <a:lnTo>
                      <a:pt x="0" y="1088"/>
                    </a:lnTo>
                    <a:lnTo>
                      <a:pt x="1060" y="1088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" name="Google Shape;1756;p59"/>
              <p:cNvSpPr/>
              <p:nvPr/>
            </p:nvSpPr>
            <p:spPr>
              <a:xfrm flipH="1">
                <a:off x="8772840" y="3846600"/>
                <a:ext cx="60840" cy="60840"/>
              </a:xfrm>
              <a:custGeom>
                <a:avLst/>
                <a:gdLst>
                  <a:gd name="textAreaLeft" fmla="*/ -360 w 60840"/>
                  <a:gd name="textAreaRight" fmla="*/ 60840 w 60840"/>
                  <a:gd name="textAreaTop" fmla="*/ 0 h 60840"/>
                  <a:gd name="textAreaBottom" fmla="*/ 61200 h 60840"/>
                </a:gdLst>
                <a:ahLst/>
                <a:cxnLst/>
                <a:rect l="textAreaLeft" t="textAreaTop" r="textAreaRight" b="textAreaBottom"/>
                <a:pathLst>
                  <a:path w="1646" h="1646">
                    <a:moveTo>
                      <a:pt x="1" y="1"/>
                    </a:moveTo>
                    <a:lnTo>
                      <a:pt x="1" y="1645"/>
                    </a:lnTo>
                    <a:lnTo>
                      <a:pt x="1645" y="1645"/>
                    </a:lnTo>
                    <a:lnTo>
                      <a:pt x="1645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0600" bIns="30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" name="Google Shape;1757;p59"/>
              <p:cNvSpPr/>
              <p:nvPr/>
            </p:nvSpPr>
            <p:spPr>
              <a:xfrm flipH="1">
                <a:off x="8126640" y="1551240"/>
                <a:ext cx="62640" cy="62640"/>
              </a:xfrm>
              <a:custGeom>
                <a:avLst/>
                <a:gdLst>
                  <a:gd name="textAreaLeft" fmla="*/ 360 w 62640"/>
                  <a:gd name="textAreaRight" fmla="*/ 63360 w 62640"/>
                  <a:gd name="textAreaTop" fmla="*/ 0 h 62640"/>
                  <a:gd name="textAreaBottom" fmla="*/ 63000 h 62640"/>
                </a:gdLst>
                <a:ahLst/>
                <a:cxnLst/>
                <a:rect l="textAreaLeft" t="textAreaTop" r="textAreaRight" b="textAreaBottom"/>
                <a:pathLst>
                  <a:path w="1701" h="1701">
                    <a:moveTo>
                      <a:pt x="0" y="0"/>
                    </a:moveTo>
                    <a:lnTo>
                      <a:pt x="0" y="1700"/>
                    </a:lnTo>
                    <a:lnTo>
                      <a:pt x="1700" y="1700"/>
                    </a:lnTo>
                    <a:lnTo>
                      <a:pt x="1700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1320" bIns="31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" name="Google Shape;1758;p59"/>
              <p:cNvSpPr/>
              <p:nvPr/>
            </p:nvSpPr>
            <p:spPr>
              <a:xfrm flipH="1">
                <a:off x="5668200" y="1684440"/>
                <a:ext cx="113400" cy="113400"/>
              </a:xfrm>
              <a:custGeom>
                <a:avLst/>
                <a:gdLst>
                  <a:gd name="textAreaLeft" fmla="*/ -360 w 113400"/>
                  <a:gd name="textAreaRight" fmla="*/ 113400 w 11340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3067" h="3067">
                    <a:moveTo>
                      <a:pt x="1" y="0"/>
                    </a:moveTo>
                    <a:lnTo>
                      <a:pt x="1" y="3066"/>
                    </a:lnTo>
                    <a:lnTo>
                      <a:pt x="3067" y="3066"/>
                    </a:lnTo>
                    <a:lnTo>
                      <a:pt x="306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6880" bIns="56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" name="Google Shape;1759;p59"/>
              <p:cNvSpPr/>
              <p:nvPr/>
            </p:nvSpPr>
            <p:spPr>
              <a:xfrm flipH="1">
                <a:off x="5736240" y="175248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0" y="1"/>
                    </a:moveTo>
                    <a:lnTo>
                      <a:pt x="0" y="2092"/>
                    </a:lnTo>
                    <a:lnTo>
                      <a:pt x="2091" y="2092"/>
                    </a:lnTo>
                    <a:lnTo>
                      <a:pt x="209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8520" bIns="38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" name="Google Shape;1760;p59"/>
              <p:cNvSpPr/>
              <p:nvPr/>
            </p:nvSpPr>
            <p:spPr>
              <a:xfrm flipH="1">
                <a:off x="6239520" y="403560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8" h="2789">
                    <a:moveTo>
                      <a:pt x="0" y="1"/>
                    </a:moveTo>
                    <a:lnTo>
                      <a:pt x="0" y="2789"/>
                    </a:lnTo>
                    <a:lnTo>
                      <a:pt x="2788" y="2789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51480" bIns="51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0" name="Google Shape;1761;p59"/>
              <p:cNvSpPr/>
              <p:nvPr/>
            </p:nvSpPr>
            <p:spPr>
              <a:xfrm flipH="1">
                <a:off x="6438240" y="415044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4" h="1144">
                    <a:moveTo>
                      <a:pt x="1" y="0"/>
                    </a:moveTo>
                    <a:lnTo>
                      <a:pt x="1" y="1143"/>
                    </a:lnTo>
                    <a:lnTo>
                      <a:pt x="1144" y="1143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1240" bIns="21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" name="Google Shape;1762;p59"/>
              <p:cNvSpPr/>
              <p:nvPr/>
            </p:nvSpPr>
            <p:spPr>
              <a:xfrm flipH="1">
                <a:off x="6464880" y="390960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1" h="2091">
                    <a:moveTo>
                      <a:pt x="0" y="0"/>
                    </a:moveTo>
                    <a:lnTo>
                      <a:pt x="0" y="2091"/>
                    </a:lnTo>
                    <a:lnTo>
                      <a:pt x="2091" y="2091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8520" bIns="38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" name="Google Shape;1763;p59"/>
              <p:cNvSpPr/>
              <p:nvPr/>
            </p:nvSpPr>
            <p:spPr>
              <a:xfrm flipH="1">
                <a:off x="6521040" y="396756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3" h="1673">
                    <a:moveTo>
                      <a:pt x="0" y="0"/>
                    </a:moveTo>
                    <a:lnTo>
                      <a:pt x="0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" name="Google Shape;1764;p59"/>
              <p:cNvSpPr/>
              <p:nvPr/>
            </p:nvSpPr>
            <p:spPr>
              <a:xfrm flipH="1">
                <a:off x="6606720" y="3915720"/>
                <a:ext cx="39960" cy="39960"/>
              </a:xfrm>
              <a:custGeom>
                <a:avLst/>
                <a:gdLst>
                  <a:gd name="textAreaLeft" fmla="*/ -360 w 39960"/>
                  <a:gd name="textAreaRight" fmla="*/ 39960 w 3996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88" h="1088">
                    <a:moveTo>
                      <a:pt x="0" y="0"/>
                    </a:moveTo>
                    <a:lnTo>
                      <a:pt x="0" y="1088"/>
                    </a:lnTo>
                    <a:lnTo>
                      <a:pt x="1087" y="1088"/>
                    </a:lnTo>
                    <a:lnTo>
                      <a:pt x="108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" name="Google Shape;1765;p59"/>
              <p:cNvSpPr/>
              <p:nvPr/>
            </p:nvSpPr>
            <p:spPr>
              <a:xfrm flipH="1">
                <a:off x="6431040" y="3863160"/>
                <a:ext cx="25560" cy="25560"/>
              </a:xfrm>
              <a:custGeom>
                <a:avLst/>
                <a:gdLst>
                  <a:gd name="textAreaLeft" fmla="*/ -360 w 25560"/>
                  <a:gd name="textAreaRight" fmla="*/ 25560 w 25560"/>
                  <a:gd name="textAreaTop" fmla="*/ 0 h 25560"/>
                  <a:gd name="textAreaBottom" fmla="*/ 25920 h 25560"/>
                </a:gdLst>
                <a:ahLst/>
                <a:cxnLst/>
                <a:rect l="textAreaLeft" t="textAreaTop" r="textAreaRight" b="textAreaBottom"/>
                <a:pathLst>
                  <a:path w="697" h="698">
                    <a:moveTo>
                      <a:pt x="0" y="1"/>
                    </a:moveTo>
                    <a:lnTo>
                      <a:pt x="0" y="698"/>
                    </a:lnTo>
                    <a:lnTo>
                      <a:pt x="697" y="698"/>
                    </a:lnTo>
                    <a:lnTo>
                      <a:pt x="6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12960" bIns="12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2634</Words>
  <Application>WPS Presentation</Application>
  <PresentationFormat/>
  <Paragraphs>74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Symbol</vt:lpstr>
      <vt:lpstr>Archivo</vt:lpstr>
      <vt:lpstr>Segoe Print</vt:lpstr>
      <vt:lpstr>OpenSymbol</vt:lpstr>
      <vt:lpstr>Archivo Light</vt:lpstr>
      <vt:lpstr>Orbitron</vt:lpstr>
      <vt:lpstr>Microsoft YaHei</vt:lpstr>
      <vt:lpstr>Arial Unicode MS</vt:lpstr>
      <vt:lpstr>Calibri</vt:lpstr>
      <vt:lpstr>Virtual Metaverse Project Proposal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DELL</cp:lastModifiedBy>
  <cp:revision>1</cp:revision>
  <dcterms:created xsi:type="dcterms:W3CDTF">2026-06-01T07:44:11Z</dcterms:created>
  <dcterms:modified xsi:type="dcterms:W3CDTF">2026-06-01T07:44:11Z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D86DAC8740AA4CDAA8B30A190B45638E_12</vt:lpwstr>
  </property>
  <property fmtid="{D5CDD505-2E9C-101B-9397-08002B2CF9AE}" pid="4" name="KSOProductBuildVer">
    <vt:lpwstr>1033-12.1.0.26880</vt:lpwstr>
  </property>
</Properties>
</file>