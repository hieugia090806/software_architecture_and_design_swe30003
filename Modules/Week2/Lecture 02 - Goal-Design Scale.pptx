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9"/>
  </p:notesMasterIdLst>
  <p:handoutMasterIdLst>
    <p:handoutMasterId r:id="rId50"/>
  </p:handoutMasterIdLst>
  <p:sldIdLst>
    <p:sldId id="256" r:id="rId2"/>
    <p:sldId id="333" r:id="rId3"/>
    <p:sldId id="327" r:id="rId4"/>
    <p:sldId id="328" r:id="rId5"/>
    <p:sldId id="330" r:id="rId6"/>
    <p:sldId id="336" r:id="rId7"/>
    <p:sldId id="277" r:id="rId8"/>
    <p:sldId id="306" r:id="rId9"/>
    <p:sldId id="307" r:id="rId10"/>
    <p:sldId id="309" r:id="rId11"/>
    <p:sldId id="348" r:id="rId12"/>
    <p:sldId id="308" r:id="rId13"/>
    <p:sldId id="350" r:id="rId14"/>
    <p:sldId id="310" r:id="rId15"/>
    <p:sldId id="279" r:id="rId16"/>
    <p:sldId id="280" r:id="rId17"/>
    <p:sldId id="337" r:id="rId18"/>
    <p:sldId id="314" r:id="rId19"/>
    <p:sldId id="311" r:id="rId20"/>
    <p:sldId id="312" r:id="rId21"/>
    <p:sldId id="315" r:id="rId22"/>
    <p:sldId id="318" r:id="rId23"/>
    <p:sldId id="319" r:id="rId24"/>
    <p:sldId id="338" r:id="rId25"/>
    <p:sldId id="281" r:id="rId26"/>
    <p:sldId id="302" r:id="rId27"/>
    <p:sldId id="283" r:id="rId28"/>
    <p:sldId id="284" r:id="rId29"/>
    <p:sldId id="343" r:id="rId30"/>
    <p:sldId id="339" r:id="rId31"/>
    <p:sldId id="341" r:id="rId32"/>
    <p:sldId id="285" r:id="rId33"/>
    <p:sldId id="322" r:id="rId34"/>
    <p:sldId id="340" r:id="rId35"/>
    <p:sldId id="286" r:id="rId36"/>
    <p:sldId id="288" r:id="rId37"/>
    <p:sldId id="292" r:id="rId38"/>
    <p:sldId id="352" r:id="rId39"/>
    <p:sldId id="293" r:id="rId40"/>
    <p:sldId id="290" r:id="rId41"/>
    <p:sldId id="323" r:id="rId42"/>
    <p:sldId id="291" r:id="rId43"/>
    <p:sldId id="295" r:id="rId44"/>
    <p:sldId id="296" r:id="rId45"/>
    <p:sldId id="325" r:id="rId46"/>
    <p:sldId id="303" r:id="rId47"/>
    <p:sldId id="345" r:id="rId48"/>
  </p:sldIdLst>
  <p:sldSz cx="9144000" cy="6858000" type="screen4x3"/>
  <p:notesSz cx="7099300" cy="10234613"/>
  <p:defaultTextStyle>
    <a:defPPr>
      <a:defRPr lang="en-AU"/>
    </a:defPPr>
    <a:lvl1pPr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3" hiddenSlides="1" frameSlides="1"/>
  <p:clrMru>
    <a:srgbClr val="7E0401"/>
    <a:srgbClr val="0C3A80"/>
    <a:srgbClr val="4D4D4D"/>
    <a:srgbClr val="808080"/>
    <a:srgbClr val="FFFFFF"/>
    <a:srgbClr val="00A479"/>
    <a:srgbClr val="C0C0C0"/>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47F1C7-7B1D-4951-BD2F-5507DA1EC328}" v="1" dt="2026-05-13T13:05:05.0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421" autoAdjust="0"/>
  </p:normalViewPr>
  <p:slideViewPr>
    <p:cSldViewPr>
      <p:cViewPr varScale="1">
        <p:scale>
          <a:sx n="72" d="100"/>
          <a:sy n="72" d="100"/>
        </p:scale>
        <p:origin x="87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44"/>
    </p:cViewPr>
  </p:sorterViewPr>
  <p:notesViewPr>
    <p:cSldViewPr>
      <p:cViewPr varScale="1">
        <p:scale>
          <a:sx n="51" d="100"/>
          <a:sy n="51" d="100"/>
        </p:scale>
        <p:origin x="-1848" y="-108"/>
      </p:cViewPr>
      <p:guideLst>
        <p:guide orient="horz" pos="3223"/>
        <p:guide pos="2235"/>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u Vinh Hoang" userId="d9f32479-73df-4f34-96ea-cc69d79b83d5" providerId="ADAL" clId="{BEBF3B63-2D49-4899-950E-89F35426BF77}"/>
    <pc:docChg chg="undo custSel mod addSld delSld modSld sldOrd modMainMaster">
      <pc:chgData name="Nhu Vinh Hoang" userId="d9f32479-73df-4f34-96ea-cc69d79b83d5" providerId="ADAL" clId="{BEBF3B63-2D49-4899-950E-89F35426BF77}" dt="2026-05-13T13:21:29.607" v="206" actId="167"/>
      <pc:docMkLst>
        <pc:docMk/>
      </pc:docMkLst>
      <pc:sldChg chg="del">
        <pc:chgData name="Nhu Vinh Hoang" userId="d9f32479-73df-4f34-96ea-cc69d79b83d5" providerId="ADAL" clId="{BEBF3B63-2D49-4899-950E-89F35426BF77}" dt="2026-05-13T13:04:18.765" v="0" actId="47"/>
        <pc:sldMkLst>
          <pc:docMk/>
          <pc:sldMk cId="0" sldId="342"/>
        </pc:sldMkLst>
      </pc:sldChg>
      <pc:sldChg chg="add del">
        <pc:chgData name="Nhu Vinh Hoang" userId="d9f32479-73df-4f34-96ea-cc69d79b83d5" providerId="ADAL" clId="{BEBF3B63-2D49-4899-950E-89F35426BF77}" dt="2026-05-13T13:05:53.001" v="5"/>
        <pc:sldMkLst>
          <pc:docMk/>
          <pc:sldMk cId="1124917361" sldId="346"/>
        </pc:sldMkLst>
      </pc:sldChg>
      <pc:sldChg chg="add del">
        <pc:chgData name="Nhu Vinh Hoang" userId="d9f32479-73df-4f34-96ea-cc69d79b83d5" providerId="ADAL" clId="{BEBF3B63-2D49-4899-950E-89F35426BF77}" dt="2026-05-13T13:06:09.572" v="7"/>
        <pc:sldMkLst>
          <pc:docMk/>
          <pc:sldMk cId="3363407069" sldId="347"/>
        </pc:sldMkLst>
      </pc:sldChg>
      <pc:sldChg chg="addSp modSp add mod">
        <pc:chgData name="Nhu Vinh Hoang" userId="d9f32479-73df-4f34-96ea-cc69d79b83d5" providerId="ADAL" clId="{BEBF3B63-2D49-4899-950E-89F35426BF77}" dt="2026-05-13T13:08:08" v="155" actId="1076"/>
        <pc:sldMkLst>
          <pc:docMk/>
          <pc:sldMk cId="971920656" sldId="348"/>
        </pc:sldMkLst>
        <pc:spChg chg="mod">
          <ac:chgData name="Nhu Vinh Hoang" userId="d9f32479-73df-4f34-96ea-cc69d79b83d5" providerId="ADAL" clId="{BEBF3B63-2D49-4899-950E-89F35426BF77}" dt="2026-05-13T13:06:47.731" v="150"/>
          <ac:spMkLst>
            <pc:docMk/>
            <pc:sldMk cId="971920656" sldId="348"/>
            <ac:spMk id="24579" creationId="{877093CD-3928-D490-5235-0E9771A8D667}"/>
          </ac:spMkLst>
        </pc:spChg>
        <pc:graphicFrameChg chg="add mod modGraphic">
          <ac:chgData name="Nhu Vinh Hoang" userId="d9f32479-73df-4f34-96ea-cc69d79b83d5" providerId="ADAL" clId="{BEBF3B63-2D49-4899-950E-89F35426BF77}" dt="2026-05-13T13:08:08" v="155" actId="1076"/>
          <ac:graphicFrameMkLst>
            <pc:docMk/>
            <pc:sldMk cId="971920656" sldId="348"/>
            <ac:graphicFrameMk id="3" creationId="{8E155EDE-03A9-45C1-8B34-0DE3CB37F39F}"/>
          </ac:graphicFrameMkLst>
        </pc:graphicFrameChg>
      </pc:sldChg>
      <pc:sldChg chg="new del ord">
        <pc:chgData name="Nhu Vinh Hoang" userId="d9f32479-73df-4f34-96ea-cc69d79b83d5" providerId="ADAL" clId="{BEBF3B63-2D49-4899-950E-89F35426BF77}" dt="2026-05-13T13:15:25.782" v="166"/>
        <pc:sldMkLst>
          <pc:docMk/>
          <pc:sldMk cId="505692711" sldId="349"/>
        </pc:sldMkLst>
      </pc:sldChg>
      <pc:sldChg chg="add del">
        <pc:chgData name="Nhu Vinh Hoang" userId="d9f32479-73df-4f34-96ea-cc69d79b83d5" providerId="ADAL" clId="{BEBF3B63-2D49-4899-950E-89F35426BF77}" dt="2026-05-13T13:10:05.799" v="157"/>
        <pc:sldMkLst>
          <pc:docMk/>
          <pc:sldMk cId="624163822" sldId="349"/>
        </pc:sldMkLst>
      </pc:sldChg>
      <pc:sldChg chg="modSp add mod">
        <pc:chgData name="Nhu Vinh Hoang" userId="d9f32479-73df-4f34-96ea-cc69d79b83d5" providerId="ADAL" clId="{BEBF3B63-2D49-4899-950E-89F35426BF77}" dt="2026-05-13T13:15:25.908" v="181" actId="27636"/>
        <pc:sldMkLst>
          <pc:docMk/>
          <pc:sldMk cId="2759318217" sldId="350"/>
        </pc:sldMkLst>
        <pc:spChg chg="mod">
          <ac:chgData name="Nhu Vinh Hoang" userId="d9f32479-73df-4f34-96ea-cc69d79b83d5" providerId="ADAL" clId="{BEBF3B63-2D49-4899-950E-89F35426BF77}" dt="2026-05-13T13:15:25.908" v="181" actId="27636"/>
          <ac:spMkLst>
            <pc:docMk/>
            <pc:sldMk cId="2759318217" sldId="350"/>
            <ac:spMk id="3" creationId="{00000000-0000-0000-0000-000000000000}"/>
          </ac:spMkLst>
        </pc:spChg>
        <pc:spChg chg="mod">
          <ac:chgData name="Nhu Vinh Hoang" userId="d9f32479-73df-4f34-96ea-cc69d79b83d5" providerId="ADAL" clId="{BEBF3B63-2D49-4899-950E-89F35426BF77}" dt="2026-05-13T13:15:25.845" v="169" actId="27636"/>
          <ac:spMkLst>
            <pc:docMk/>
            <pc:sldMk cId="2759318217" sldId="350"/>
            <ac:spMk id="4" creationId="{00000000-0000-0000-0000-000000000000}"/>
          </ac:spMkLst>
        </pc:spChg>
        <pc:spChg chg="mod">
          <ac:chgData name="Nhu Vinh Hoang" userId="d9f32479-73df-4f34-96ea-cc69d79b83d5" providerId="ADAL" clId="{BEBF3B63-2D49-4899-950E-89F35426BF77}" dt="2026-05-13T13:15:25.847" v="170" actId="27636"/>
          <ac:spMkLst>
            <pc:docMk/>
            <pc:sldMk cId="2759318217" sldId="350"/>
            <ac:spMk id="5" creationId="{00000000-0000-0000-0000-000000000000}"/>
          </ac:spMkLst>
        </pc:spChg>
        <pc:spChg chg="mod">
          <ac:chgData name="Nhu Vinh Hoang" userId="d9f32479-73df-4f34-96ea-cc69d79b83d5" providerId="ADAL" clId="{BEBF3B63-2D49-4899-950E-89F35426BF77}" dt="2026-05-13T13:15:25.850" v="172" actId="27636"/>
          <ac:spMkLst>
            <pc:docMk/>
            <pc:sldMk cId="2759318217" sldId="350"/>
            <ac:spMk id="6" creationId="{00000000-0000-0000-0000-000000000000}"/>
          </ac:spMkLst>
        </pc:spChg>
        <pc:spChg chg="mod">
          <ac:chgData name="Nhu Vinh Hoang" userId="d9f32479-73df-4f34-96ea-cc69d79b83d5" providerId="ADAL" clId="{BEBF3B63-2D49-4899-950E-89F35426BF77}" dt="2026-05-13T13:15:25.906" v="180" actId="27636"/>
          <ac:spMkLst>
            <pc:docMk/>
            <pc:sldMk cId="2759318217" sldId="350"/>
            <ac:spMk id="803" creationId="{00000000-0000-0000-0000-000000000000}"/>
          </ac:spMkLst>
        </pc:spChg>
        <pc:spChg chg="mod">
          <ac:chgData name="Nhu Vinh Hoang" userId="d9f32479-73df-4f34-96ea-cc69d79b83d5" providerId="ADAL" clId="{BEBF3B63-2D49-4899-950E-89F35426BF77}" dt="2026-05-13T13:15:25.894" v="176" actId="27636"/>
          <ac:spMkLst>
            <pc:docMk/>
            <pc:sldMk cId="2759318217" sldId="350"/>
            <ac:spMk id="850" creationId="{00000000-0000-0000-0000-000000000000}"/>
          </ac:spMkLst>
        </pc:spChg>
        <pc:spChg chg="mod">
          <ac:chgData name="Nhu Vinh Hoang" userId="d9f32479-73df-4f34-96ea-cc69d79b83d5" providerId="ADAL" clId="{BEBF3B63-2D49-4899-950E-89F35426BF77}" dt="2026-05-13T13:15:25.892" v="175" actId="27636"/>
          <ac:spMkLst>
            <pc:docMk/>
            <pc:sldMk cId="2759318217" sldId="350"/>
            <ac:spMk id="852" creationId="{00000000-0000-0000-0000-000000000000}"/>
          </ac:spMkLst>
        </pc:spChg>
        <pc:spChg chg="mod">
          <ac:chgData name="Nhu Vinh Hoang" userId="d9f32479-73df-4f34-96ea-cc69d79b83d5" providerId="ADAL" clId="{BEBF3B63-2D49-4899-950E-89F35426BF77}" dt="2026-05-13T13:15:25.900" v="178" actId="27636"/>
          <ac:spMkLst>
            <pc:docMk/>
            <pc:sldMk cId="2759318217" sldId="350"/>
            <ac:spMk id="853" creationId="{00000000-0000-0000-0000-000000000000}"/>
          </ac:spMkLst>
        </pc:spChg>
        <pc:spChg chg="mod">
          <ac:chgData name="Nhu Vinh Hoang" userId="d9f32479-73df-4f34-96ea-cc69d79b83d5" providerId="ADAL" clId="{BEBF3B63-2D49-4899-950E-89F35426BF77}" dt="2026-05-13T13:15:25.903" v="179" actId="27636"/>
          <ac:spMkLst>
            <pc:docMk/>
            <pc:sldMk cId="2759318217" sldId="350"/>
            <ac:spMk id="855" creationId="{00000000-0000-0000-0000-000000000000}"/>
          </ac:spMkLst>
        </pc:spChg>
        <pc:spChg chg="mod">
          <ac:chgData name="Nhu Vinh Hoang" userId="d9f32479-73df-4f34-96ea-cc69d79b83d5" providerId="ADAL" clId="{BEBF3B63-2D49-4899-950E-89F35426BF77}" dt="2026-05-13T13:15:25.897" v="177" actId="27636"/>
          <ac:spMkLst>
            <pc:docMk/>
            <pc:sldMk cId="2759318217" sldId="350"/>
            <ac:spMk id="856" creationId="{00000000-0000-0000-0000-000000000000}"/>
          </ac:spMkLst>
        </pc:spChg>
        <pc:spChg chg="mod">
          <ac:chgData name="Nhu Vinh Hoang" userId="d9f32479-73df-4f34-96ea-cc69d79b83d5" providerId="ADAL" clId="{BEBF3B63-2D49-4899-950E-89F35426BF77}" dt="2026-05-13T13:15:25.869" v="174" actId="27636"/>
          <ac:spMkLst>
            <pc:docMk/>
            <pc:sldMk cId="2759318217" sldId="350"/>
            <ac:spMk id="858" creationId="{00000000-0000-0000-0000-000000000000}"/>
          </ac:spMkLst>
        </pc:spChg>
        <pc:spChg chg="mod">
          <ac:chgData name="Nhu Vinh Hoang" userId="d9f32479-73df-4f34-96ea-cc69d79b83d5" providerId="ADAL" clId="{BEBF3B63-2D49-4899-950E-89F35426BF77}" dt="2026-05-13T13:15:25.863" v="173" actId="27636"/>
          <ac:spMkLst>
            <pc:docMk/>
            <pc:sldMk cId="2759318217" sldId="350"/>
            <ac:spMk id="859" creationId="{00000000-0000-0000-0000-000000000000}"/>
          </ac:spMkLst>
        </pc:spChg>
        <pc:spChg chg="mod">
          <ac:chgData name="Nhu Vinh Hoang" userId="d9f32479-73df-4f34-96ea-cc69d79b83d5" providerId="ADAL" clId="{BEBF3B63-2D49-4899-950E-89F35426BF77}" dt="2026-05-13T13:15:25.818" v="167" actId="27636"/>
          <ac:spMkLst>
            <pc:docMk/>
            <pc:sldMk cId="2759318217" sldId="350"/>
            <ac:spMk id="861" creationId="{00000000-0000-0000-0000-000000000000}"/>
          </ac:spMkLst>
        </pc:spChg>
        <pc:spChg chg="mod">
          <ac:chgData name="Nhu Vinh Hoang" userId="d9f32479-73df-4f34-96ea-cc69d79b83d5" providerId="ADAL" clId="{BEBF3B63-2D49-4899-950E-89F35426BF77}" dt="2026-05-13T13:15:25.842" v="168" actId="27636"/>
          <ac:spMkLst>
            <pc:docMk/>
            <pc:sldMk cId="2759318217" sldId="350"/>
            <ac:spMk id="862" creationId="{00000000-0000-0000-0000-000000000000}"/>
          </ac:spMkLst>
        </pc:spChg>
        <pc:spChg chg="mod">
          <ac:chgData name="Nhu Vinh Hoang" userId="d9f32479-73df-4f34-96ea-cc69d79b83d5" providerId="ADAL" clId="{BEBF3B63-2D49-4899-950E-89F35426BF77}" dt="2026-05-13T13:15:25.849" v="171" actId="27636"/>
          <ac:spMkLst>
            <pc:docMk/>
            <pc:sldMk cId="2759318217" sldId="350"/>
            <ac:spMk id="864" creationId="{00000000-0000-0000-0000-000000000000}"/>
          </ac:spMkLst>
        </pc:spChg>
      </pc:sldChg>
      <pc:sldChg chg="add del">
        <pc:chgData name="Nhu Vinh Hoang" userId="d9f32479-73df-4f34-96ea-cc69d79b83d5" providerId="ADAL" clId="{BEBF3B63-2D49-4899-950E-89F35426BF77}" dt="2026-05-13T13:11:12.258" v="159"/>
        <pc:sldMkLst>
          <pc:docMk/>
          <pc:sldMk cId="3371687416" sldId="350"/>
        </pc:sldMkLst>
      </pc:sldChg>
      <pc:sldChg chg="new del ord">
        <pc:chgData name="Nhu Vinh Hoang" userId="d9f32479-73df-4f34-96ea-cc69d79b83d5" providerId="ADAL" clId="{BEBF3B63-2D49-4899-950E-89F35426BF77}" dt="2026-05-13T13:19:56.560" v="185"/>
        <pc:sldMkLst>
          <pc:docMk/>
          <pc:sldMk cId="1107524159" sldId="351"/>
        </pc:sldMkLst>
      </pc:sldChg>
      <pc:sldChg chg="add del">
        <pc:chgData name="Nhu Vinh Hoang" userId="d9f32479-73df-4f34-96ea-cc69d79b83d5" providerId="ADAL" clId="{BEBF3B63-2D49-4899-950E-89F35426BF77}" dt="2026-05-13T13:12:33.365" v="161"/>
        <pc:sldMkLst>
          <pc:docMk/>
          <pc:sldMk cId="1477063064" sldId="351"/>
        </pc:sldMkLst>
      </pc:sldChg>
      <pc:sldChg chg="add del">
        <pc:chgData name="Nhu Vinh Hoang" userId="d9f32479-73df-4f34-96ea-cc69d79b83d5" providerId="ADAL" clId="{BEBF3B63-2D49-4899-950E-89F35426BF77}" dt="2026-05-13T13:12:56.629" v="162" actId="47"/>
        <pc:sldMkLst>
          <pc:docMk/>
          <pc:sldMk cId="2697969715" sldId="352"/>
        </pc:sldMkLst>
      </pc:sldChg>
      <pc:sldChg chg="addSp delSp modSp add mod">
        <pc:chgData name="Nhu Vinh Hoang" userId="d9f32479-73df-4f34-96ea-cc69d79b83d5" providerId="ADAL" clId="{BEBF3B63-2D49-4899-950E-89F35426BF77}" dt="2026-05-13T13:21:29.607" v="206" actId="167"/>
        <pc:sldMkLst>
          <pc:docMk/>
          <pc:sldMk cId="4283059004" sldId="352"/>
        </pc:sldMkLst>
        <pc:spChg chg="add del ord">
          <ac:chgData name="Nhu Vinh Hoang" userId="d9f32479-73df-4f34-96ea-cc69d79b83d5" providerId="ADAL" clId="{BEBF3B63-2D49-4899-950E-89F35426BF77}" dt="2026-05-13T13:21:29.607" v="206" actId="167"/>
          <ac:spMkLst>
            <pc:docMk/>
            <pc:sldMk cId="4283059004" sldId="352"/>
            <ac:spMk id="801" creationId="{00000000-0000-0000-0000-000000000000}"/>
          </ac:spMkLst>
        </pc:spChg>
        <pc:spChg chg="mod">
          <ac:chgData name="Nhu Vinh Hoang" userId="d9f32479-73df-4f34-96ea-cc69d79b83d5" providerId="ADAL" clId="{BEBF3B63-2D49-4899-950E-89F35426BF77}" dt="2026-05-13T13:20:47.936" v="203" actId="403"/>
          <ac:spMkLst>
            <pc:docMk/>
            <pc:sldMk cId="4283059004" sldId="352"/>
            <ac:spMk id="804" creationId="{00000000-0000-0000-0000-000000000000}"/>
          </ac:spMkLst>
        </pc:spChg>
        <pc:spChg chg="mod">
          <ac:chgData name="Nhu Vinh Hoang" userId="d9f32479-73df-4f34-96ea-cc69d79b83d5" providerId="ADAL" clId="{BEBF3B63-2D49-4899-950E-89F35426BF77}" dt="2026-05-13T13:20:47.936" v="203" actId="403"/>
          <ac:spMkLst>
            <pc:docMk/>
            <pc:sldMk cId="4283059004" sldId="352"/>
            <ac:spMk id="810" creationId="{00000000-0000-0000-0000-000000000000}"/>
          </ac:spMkLst>
        </pc:spChg>
        <pc:spChg chg="mod">
          <ac:chgData name="Nhu Vinh Hoang" userId="d9f32479-73df-4f34-96ea-cc69d79b83d5" providerId="ADAL" clId="{BEBF3B63-2D49-4899-950E-89F35426BF77}" dt="2026-05-13T13:20:47.936" v="203" actId="403"/>
          <ac:spMkLst>
            <pc:docMk/>
            <pc:sldMk cId="4283059004" sldId="352"/>
            <ac:spMk id="822" creationId="{00000000-0000-0000-0000-000000000000}"/>
          </ac:spMkLst>
        </pc:spChg>
        <pc:spChg chg="mod">
          <ac:chgData name="Nhu Vinh Hoang" userId="d9f32479-73df-4f34-96ea-cc69d79b83d5" providerId="ADAL" clId="{BEBF3B63-2D49-4899-950E-89F35426BF77}" dt="2026-05-13T13:20:47.936" v="203" actId="403"/>
          <ac:spMkLst>
            <pc:docMk/>
            <pc:sldMk cId="4283059004" sldId="352"/>
            <ac:spMk id="833" creationId="{00000000-0000-0000-0000-000000000000}"/>
          </ac:spMkLst>
        </pc:spChg>
        <pc:spChg chg="mod">
          <ac:chgData name="Nhu Vinh Hoang" userId="d9f32479-73df-4f34-96ea-cc69d79b83d5" providerId="ADAL" clId="{BEBF3B63-2D49-4899-950E-89F35426BF77}" dt="2026-05-13T13:20:47.936" v="203" actId="403"/>
          <ac:spMkLst>
            <pc:docMk/>
            <pc:sldMk cId="4283059004" sldId="352"/>
            <ac:spMk id="841" creationId="{00000000-0000-0000-0000-000000000000}"/>
          </ac:spMkLst>
        </pc:spChg>
        <pc:spChg chg="mod">
          <ac:chgData name="Nhu Vinh Hoang" userId="d9f32479-73df-4f34-96ea-cc69d79b83d5" providerId="ADAL" clId="{BEBF3B63-2D49-4899-950E-89F35426BF77}" dt="2026-05-13T13:19:56.603" v="186" actId="27636"/>
          <ac:spMkLst>
            <pc:docMk/>
            <pc:sldMk cId="4283059004" sldId="352"/>
            <ac:spMk id="842" creationId="{00000000-0000-0000-0000-000000000000}"/>
          </ac:spMkLst>
        </pc:spChg>
        <pc:spChg chg="mod">
          <ac:chgData name="Nhu Vinh Hoang" userId="d9f32479-73df-4f34-96ea-cc69d79b83d5" providerId="ADAL" clId="{BEBF3B63-2D49-4899-950E-89F35426BF77}" dt="2026-05-13T13:19:56.620" v="190" actId="27636"/>
          <ac:spMkLst>
            <pc:docMk/>
            <pc:sldMk cId="4283059004" sldId="352"/>
            <ac:spMk id="844" creationId="{00000000-0000-0000-0000-000000000000}"/>
          </ac:spMkLst>
        </pc:spChg>
        <pc:spChg chg="mod">
          <ac:chgData name="Nhu Vinh Hoang" userId="d9f32479-73df-4f34-96ea-cc69d79b83d5" providerId="ADAL" clId="{BEBF3B63-2D49-4899-950E-89F35426BF77}" dt="2026-05-13T13:20:47.936" v="203" actId="403"/>
          <ac:spMkLst>
            <pc:docMk/>
            <pc:sldMk cId="4283059004" sldId="352"/>
            <ac:spMk id="845" creationId="{00000000-0000-0000-0000-000000000000}"/>
          </ac:spMkLst>
        </pc:spChg>
        <pc:spChg chg="mod">
          <ac:chgData name="Nhu Vinh Hoang" userId="d9f32479-73df-4f34-96ea-cc69d79b83d5" providerId="ADAL" clId="{BEBF3B63-2D49-4899-950E-89F35426BF77}" dt="2026-05-13T13:20:27.301" v="199" actId="1035"/>
          <ac:spMkLst>
            <pc:docMk/>
            <pc:sldMk cId="4283059004" sldId="352"/>
            <ac:spMk id="870" creationId="{00000000-0000-0000-0000-000000000000}"/>
          </ac:spMkLst>
        </pc:spChg>
        <pc:spChg chg="mod">
          <ac:chgData name="Nhu Vinh Hoang" userId="d9f32479-73df-4f34-96ea-cc69d79b83d5" providerId="ADAL" clId="{BEBF3B63-2D49-4899-950E-89F35426BF77}" dt="2026-05-13T13:20:31.724" v="200" actId="1076"/>
          <ac:spMkLst>
            <pc:docMk/>
            <pc:sldMk cId="4283059004" sldId="352"/>
            <ac:spMk id="871" creationId="{00000000-0000-0000-0000-000000000000}"/>
          </ac:spMkLst>
        </pc:spChg>
        <pc:spChg chg="mod">
          <ac:chgData name="Nhu Vinh Hoang" userId="d9f32479-73df-4f34-96ea-cc69d79b83d5" providerId="ADAL" clId="{BEBF3B63-2D49-4899-950E-89F35426BF77}" dt="2026-05-13T13:20:47.936" v="203" actId="403"/>
          <ac:spMkLst>
            <pc:docMk/>
            <pc:sldMk cId="4283059004" sldId="352"/>
            <ac:spMk id="883" creationId="{00000000-0000-0000-0000-000000000000}"/>
          </ac:spMkLst>
        </pc:spChg>
        <pc:spChg chg="mod">
          <ac:chgData name="Nhu Vinh Hoang" userId="d9f32479-73df-4f34-96ea-cc69d79b83d5" providerId="ADAL" clId="{BEBF3B63-2D49-4899-950E-89F35426BF77}" dt="2026-05-13T13:19:56.613" v="188" actId="27636"/>
          <ac:spMkLst>
            <pc:docMk/>
            <pc:sldMk cId="4283059004" sldId="352"/>
            <ac:spMk id="884" creationId="{00000000-0000-0000-0000-000000000000}"/>
          </ac:spMkLst>
        </pc:spChg>
        <pc:spChg chg="mod">
          <ac:chgData name="Nhu Vinh Hoang" userId="d9f32479-73df-4f34-96ea-cc69d79b83d5" providerId="ADAL" clId="{BEBF3B63-2D49-4899-950E-89F35426BF77}" dt="2026-05-13T13:20:47.936" v="203" actId="403"/>
          <ac:spMkLst>
            <pc:docMk/>
            <pc:sldMk cId="4283059004" sldId="352"/>
            <ac:spMk id="891" creationId="{00000000-0000-0000-0000-000000000000}"/>
          </ac:spMkLst>
        </pc:spChg>
        <pc:spChg chg="mod">
          <ac:chgData name="Nhu Vinh Hoang" userId="d9f32479-73df-4f34-96ea-cc69d79b83d5" providerId="ADAL" clId="{BEBF3B63-2D49-4899-950E-89F35426BF77}" dt="2026-05-13T13:20:27.301" v="199" actId="1035"/>
          <ac:spMkLst>
            <pc:docMk/>
            <pc:sldMk cId="4283059004" sldId="352"/>
            <ac:spMk id="892" creationId="{00000000-0000-0000-0000-000000000000}"/>
          </ac:spMkLst>
        </pc:spChg>
        <pc:spChg chg="mod">
          <ac:chgData name="Nhu Vinh Hoang" userId="d9f32479-73df-4f34-96ea-cc69d79b83d5" providerId="ADAL" clId="{BEBF3B63-2D49-4899-950E-89F35426BF77}" dt="2026-05-13T13:19:56.647" v="192" actId="27636"/>
          <ac:spMkLst>
            <pc:docMk/>
            <pc:sldMk cId="4283059004" sldId="352"/>
            <ac:spMk id="900" creationId="{00000000-0000-0000-0000-000000000000}"/>
          </ac:spMkLst>
        </pc:spChg>
        <pc:spChg chg="mod">
          <ac:chgData name="Nhu Vinh Hoang" userId="d9f32479-73df-4f34-96ea-cc69d79b83d5" providerId="ADAL" clId="{BEBF3B63-2D49-4899-950E-89F35426BF77}" dt="2026-05-13T13:20:47.936" v="203" actId="403"/>
          <ac:spMkLst>
            <pc:docMk/>
            <pc:sldMk cId="4283059004" sldId="352"/>
            <ac:spMk id="904" creationId="{00000000-0000-0000-0000-000000000000}"/>
          </ac:spMkLst>
        </pc:spChg>
        <pc:spChg chg="mod">
          <ac:chgData name="Nhu Vinh Hoang" userId="d9f32479-73df-4f34-96ea-cc69d79b83d5" providerId="ADAL" clId="{BEBF3B63-2D49-4899-950E-89F35426BF77}" dt="2026-05-13T13:20:27.301" v="199" actId="1035"/>
          <ac:spMkLst>
            <pc:docMk/>
            <pc:sldMk cId="4283059004" sldId="352"/>
            <ac:spMk id="911" creationId="{00000000-0000-0000-0000-000000000000}"/>
          </ac:spMkLst>
        </pc:spChg>
        <pc:spChg chg="mod">
          <ac:chgData name="Nhu Vinh Hoang" userId="d9f32479-73df-4f34-96ea-cc69d79b83d5" providerId="ADAL" clId="{BEBF3B63-2D49-4899-950E-89F35426BF77}" dt="2026-05-13T13:20:27.301" v="199" actId="1035"/>
          <ac:spMkLst>
            <pc:docMk/>
            <pc:sldMk cId="4283059004" sldId="352"/>
            <ac:spMk id="913" creationId="{00000000-0000-0000-0000-000000000000}"/>
          </ac:spMkLst>
        </pc:spChg>
        <pc:spChg chg="mod">
          <ac:chgData name="Nhu Vinh Hoang" userId="d9f32479-73df-4f34-96ea-cc69d79b83d5" providerId="ADAL" clId="{BEBF3B63-2D49-4899-950E-89F35426BF77}" dt="2026-05-13T13:20:27.301" v="199" actId="1035"/>
          <ac:spMkLst>
            <pc:docMk/>
            <pc:sldMk cId="4283059004" sldId="352"/>
            <ac:spMk id="914" creationId="{00000000-0000-0000-0000-000000000000}"/>
          </ac:spMkLst>
        </pc:spChg>
        <pc:spChg chg="mod">
          <ac:chgData name="Nhu Vinh Hoang" userId="d9f32479-73df-4f34-96ea-cc69d79b83d5" providerId="ADAL" clId="{BEBF3B63-2D49-4899-950E-89F35426BF77}" dt="2026-05-13T13:20:27.301" v="199" actId="1035"/>
          <ac:spMkLst>
            <pc:docMk/>
            <pc:sldMk cId="4283059004" sldId="352"/>
            <ac:spMk id="915" creationId="{00000000-0000-0000-0000-000000000000}"/>
          </ac:spMkLst>
        </pc:spChg>
        <pc:spChg chg="mod">
          <ac:chgData name="Nhu Vinh Hoang" userId="d9f32479-73df-4f34-96ea-cc69d79b83d5" providerId="ADAL" clId="{BEBF3B63-2D49-4899-950E-89F35426BF77}" dt="2026-05-13T13:20:47.936" v="203" actId="403"/>
          <ac:spMkLst>
            <pc:docMk/>
            <pc:sldMk cId="4283059004" sldId="352"/>
            <ac:spMk id="920" creationId="{00000000-0000-0000-0000-000000000000}"/>
          </ac:spMkLst>
        </pc:spChg>
        <pc:spChg chg="mod">
          <ac:chgData name="Nhu Vinh Hoang" userId="d9f32479-73df-4f34-96ea-cc69d79b83d5" providerId="ADAL" clId="{BEBF3B63-2D49-4899-950E-89F35426BF77}" dt="2026-05-13T13:20:37.612" v="202" actId="27636"/>
          <ac:spMkLst>
            <pc:docMk/>
            <pc:sldMk cId="4283059004" sldId="352"/>
            <ac:spMk id="931" creationId="{00000000-0000-0000-0000-000000000000}"/>
          </ac:spMkLst>
        </pc:spChg>
      </pc:sldChg>
      <pc:sldMasterChg chg="addSp mod">
        <pc:chgData name="Nhu Vinh Hoang" userId="d9f32479-73df-4f34-96ea-cc69d79b83d5" providerId="ADAL" clId="{BEBF3B63-2D49-4899-950E-89F35426BF77}" dt="2026-05-13T13:04:38.396" v="1" actId="33475"/>
        <pc:sldMasterMkLst>
          <pc:docMk/>
          <pc:sldMasterMk cId="0" sldId="2147483648"/>
        </pc:sldMasterMkLst>
        <pc:spChg chg="add">
          <ac:chgData name="Nhu Vinh Hoang" userId="d9f32479-73df-4f34-96ea-cc69d79b83d5" providerId="ADAL" clId="{BEBF3B63-2D49-4899-950E-89F35426BF77}" dt="2026-05-13T13:04:38.396" v="1" actId="33475"/>
          <ac:spMkLst>
            <pc:docMk/>
            <pc:sldMasterMk cId="0" sldId="2147483648"/>
            <ac:spMk id="4" creationId="{595FB306-0186-3501-9BAA-51812D93C6DC}"/>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FF0D4D4-8B5C-9C6F-2FD3-6908158C1D01}"/>
              </a:ext>
            </a:extLst>
          </p:cNvPr>
          <p:cNvSpPr>
            <a:spLocks noGrp="1" noChangeArrowheads="1"/>
          </p:cNvSpPr>
          <p:nvPr>
            <p:ph type="hdr" sz="quarter"/>
          </p:nvPr>
        </p:nvSpPr>
        <p:spPr bwMode="auto">
          <a:xfrm>
            <a:off x="0" y="0"/>
            <a:ext cx="4005263" cy="549275"/>
          </a:xfrm>
          <a:prstGeom prst="rect">
            <a:avLst/>
          </a:prstGeom>
          <a:noFill/>
          <a:ln>
            <a:noFill/>
          </a:ln>
          <a:effectLst/>
        </p:spPr>
        <p:txBody>
          <a:bodyPr vert="horz" wrap="square" lIns="95152" tIns="47576" rIns="95152" bIns="47576" numCol="1" anchor="t" anchorCtr="0" compatLnSpc="1">
            <a:prstTxWarp prst="textNoShape">
              <a:avLst/>
            </a:prstTxWarp>
          </a:bodyPr>
          <a:lstStyle>
            <a:lvl1pPr defTabSz="950913">
              <a:defRPr sz="1200">
                <a:latin typeface="Times New Roman" charset="0"/>
                <a:ea typeface="ＭＳ Ｐゴシック" charset="0"/>
                <a:cs typeface="+mn-cs"/>
              </a:defRPr>
            </a:lvl1pPr>
          </a:lstStyle>
          <a:p>
            <a:pPr>
              <a:defRPr/>
            </a:pPr>
            <a:r>
              <a:rPr lang="en-AU"/>
              <a:t>SWE300003 Software Architectures and Design</a:t>
            </a:r>
          </a:p>
        </p:txBody>
      </p:sp>
      <p:sp>
        <p:nvSpPr>
          <p:cNvPr id="10243" name="Rectangle 3">
            <a:extLst>
              <a:ext uri="{FF2B5EF4-FFF2-40B4-BE49-F238E27FC236}">
                <a16:creationId xmlns:a16="http://schemas.microsoft.com/office/drawing/2014/main" id="{3F972C7C-2F1E-8507-E46E-3C84EEA7E60D}"/>
              </a:ext>
            </a:extLst>
          </p:cNvPr>
          <p:cNvSpPr>
            <a:spLocks noGrp="1" noChangeArrowheads="1"/>
          </p:cNvSpPr>
          <p:nvPr>
            <p:ph type="dt" sz="quarter" idx="1"/>
          </p:nvPr>
        </p:nvSpPr>
        <p:spPr bwMode="auto">
          <a:xfrm>
            <a:off x="4019550" y="0"/>
            <a:ext cx="3054350" cy="549275"/>
          </a:xfrm>
          <a:prstGeom prst="rect">
            <a:avLst/>
          </a:prstGeom>
          <a:noFill/>
          <a:ln>
            <a:noFill/>
          </a:ln>
          <a:effectLst/>
        </p:spPr>
        <p:txBody>
          <a:bodyPr vert="horz" wrap="square" lIns="95152" tIns="47576" rIns="95152" bIns="47576" numCol="1" anchor="t" anchorCtr="0" compatLnSpc="1">
            <a:prstTxWarp prst="textNoShape">
              <a:avLst/>
            </a:prstTxWarp>
          </a:bodyPr>
          <a:lstStyle>
            <a:lvl1pPr algn="r" defTabSz="950913">
              <a:defRPr sz="1200">
                <a:latin typeface="Times New Roman" charset="0"/>
                <a:ea typeface="ＭＳ Ｐゴシック" charset="0"/>
                <a:cs typeface="+mn-cs"/>
              </a:defRPr>
            </a:lvl1pPr>
          </a:lstStyle>
          <a:p>
            <a:pPr>
              <a:defRPr/>
            </a:pPr>
            <a:r>
              <a:rPr lang="en-US"/>
              <a:t>S1 2023</a:t>
            </a:r>
            <a:endParaRPr lang="en-AU"/>
          </a:p>
        </p:txBody>
      </p:sp>
      <p:sp>
        <p:nvSpPr>
          <p:cNvPr id="10244" name="Rectangle 4">
            <a:extLst>
              <a:ext uri="{FF2B5EF4-FFF2-40B4-BE49-F238E27FC236}">
                <a16:creationId xmlns:a16="http://schemas.microsoft.com/office/drawing/2014/main" id="{46A4B338-B2E9-C9CE-5A6F-A1BBE2FA8D72}"/>
              </a:ext>
            </a:extLst>
          </p:cNvPr>
          <p:cNvSpPr>
            <a:spLocks noGrp="1" noChangeArrowheads="1"/>
          </p:cNvSpPr>
          <p:nvPr>
            <p:ph type="ftr" sz="quarter" idx="2"/>
          </p:nvPr>
        </p:nvSpPr>
        <p:spPr bwMode="auto">
          <a:xfrm>
            <a:off x="0" y="9742488"/>
            <a:ext cx="3054350" cy="471487"/>
          </a:xfrm>
          <a:prstGeom prst="rect">
            <a:avLst/>
          </a:prstGeom>
          <a:noFill/>
          <a:ln>
            <a:noFill/>
          </a:ln>
          <a:effectLst/>
        </p:spPr>
        <p:txBody>
          <a:bodyPr vert="horz" wrap="square" lIns="95152" tIns="47576" rIns="95152" bIns="47576" numCol="1" anchor="b" anchorCtr="0" compatLnSpc="1">
            <a:prstTxWarp prst="textNoShape">
              <a:avLst/>
            </a:prstTxWarp>
          </a:bodyPr>
          <a:lstStyle>
            <a:lvl1pPr defTabSz="950913">
              <a:defRPr sz="1200">
                <a:latin typeface="Times New Roman" pitchFamily="18" charset="0"/>
              </a:defRPr>
            </a:lvl1pPr>
          </a:lstStyle>
          <a:p>
            <a:pPr>
              <a:defRPr/>
            </a:pPr>
            <a:r>
              <a:rPr lang="en-AU"/>
              <a:t>© Swinburne University of Technology</a:t>
            </a:r>
          </a:p>
        </p:txBody>
      </p:sp>
      <p:sp>
        <p:nvSpPr>
          <p:cNvPr id="10245" name="Rectangle 5">
            <a:extLst>
              <a:ext uri="{FF2B5EF4-FFF2-40B4-BE49-F238E27FC236}">
                <a16:creationId xmlns:a16="http://schemas.microsoft.com/office/drawing/2014/main" id="{E0ADDE1C-56D6-022E-F09B-BE03D667F40E}"/>
              </a:ext>
            </a:extLst>
          </p:cNvPr>
          <p:cNvSpPr>
            <a:spLocks noGrp="1" noChangeArrowheads="1"/>
          </p:cNvSpPr>
          <p:nvPr>
            <p:ph type="sldNum" sz="quarter" idx="3"/>
          </p:nvPr>
        </p:nvSpPr>
        <p:spPr bwMode="auto">
          <a:xfrm>
            <a:off x="4019550" y="9742488"/>
            <a:ext cx="3054350" cy="471487"/>
          </a:xfrm>
          <a:prstGeom prst="rect">
            <a:avLst/>
          </a:prstGeom>
          <a:noFill/>
          <a:ln>
            <a:noFill/>
          </a:ln>
          <a:effectLst/>
        </p:spPr>
        <p:txBody>
          <a:bodyPr vert="horz" wrap="square" lIns="95152" tIns="47576" rIns="95152" bIns="47576" numCol="1" anchor="b" anchorCtr="0" compatLnSpc="1">
            <a:prstTxWarp prst="textNoShape">
              <a:avLst/>
            </a:prstTxWarp>
          </a:bodyPr>
          <a:lstStyle>
            <a:lvl1pPr algn="r" defTabSz="950913">
              <a:defRPr sz="1200">
                <a:latin typeface="Times New Roman" panose="02020603050405020304" pitchFamily="18" charset="0"/>
              </a:defRPr>
            </a:lvl1pPr>
          </a:lstStyle>
          <a:p>
            <a:pPr>
              <a:defRPr/>
            </a:pPr>
            <a:fld id="{233792BC-23E9-4C1D-984E-48949C4F9C1B}" type="slidenum">
              <a:rPr lang="en-AU" altLang="en-US"/>
              <a:pPr>
                <a:defRPr/>
              </a:pPr>
              <a:t>‹#›</a:t>
            </a:fld>
            <a:endParaRPr lang="en-AU"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64104A5-090B-D34A-8211-423BFE9F3A7C}"/>
              </a:ext>
            </a:extLst>
          </p:cNvPr>
          <p:cNvSpPr>
            <a:spLocks noGrp="1" noChangeArrowheads="1"/>
          </p:cNvSpPr>
          <p:nvPr>
            <p:ph type="hdr" sz="quarter"/>
          </p:nvPr>
        </p:nvSpPr>
        <p:spPr bwMode="auto">
          <a:xfrm>
            <a:off x="0" y="0"/>
            <a:ext cx="3054350" cy="549275"/>
          </a:xfrm>
          <a:prstGeom prst="rect">
            <a:avLst/>
          </a:prstGeom>
          <a:noFill/>
          <a:ln>
            <a:noFill/>
          </a:ln>
          <a:effectLst/>
        </p:spPr>
        <p:txBody>
          <a:bodyPr vert="horz" wrap="square" lIns="95152" tIns="47576" rIns="95152" bIns="47576" numCol="1" anchor="t" anchorCtr="0" compatLnSpc="1">
            <a:prstTxWarp prst="textNoShape">
              <a:avLst/>
            </a:prstTxWarp>
          </a:bodyPr>
          <a:lstStyle>
            <a:lvl1pPr defTabSz="950913">
              <a:defRPr sz="1200">
                <a:latin typeface="Times New Roman" charset="0"/>
                <a:ea typeface="ＭＳ Ｐゴシック" charset="0"/>
                <a:cs typeface="+mn-cs"/>
              </a:defRPr>
            </a:lvl1pPr>
          </a:lstStyle>
          <a:p>
            <a:pPr>
              <a:defRPr/>
            </a:pPr>
            <a:r>
              <a:rPr lang="en-AU"/>
              <a:t>SWE300003 Software Architectures and Design</a:t>
            </a:r>
          </a:p>
        </p:txBody>
      </p:sp>
      <p:sp>
        <p:nvSpPr>
          <p:cNvPr id="9219" name="Rectangle 3">
            <a:extLst>
              <a:ext uri="{FF2B5EF4-FFF2-40B4-BE49-F238E27FC236}">
                <a16:creationId xmlns:a16="http://schemas.microsoft.com/office/drawing/2014/main" id="{83D73A9A-9A24-C9C1-5B03-597615CF8C75}"/>
              </a:ext>
            </a:extLst>
          </p:cNvPr>
          <p:cNvSpPr>
            <a:spLocks noGrp="1" noChangeArrowheads="1"/>
          </p:cNvSpPr>
          <p:nvPr>
            <p:ph type="dt" idx="1"/>
          </p:nvPr>
        </p:nvSpPr>
        <p:spPr bwMode="auto">
          <a:xfrm>
            <a:off x="4019550" y="0"/>
            <a:ext cx="3054350" cy="549275"/>
          </a:xfrm>
          <a:prstGeom prst="rect">
            <a:avLst/>
          </a:prstGeom>
          <a:noFill/>
          <a:ln>
            <a:noFill/>
          </a:ln>
          <a:effectLst/>
        </p:spPr>
        <p:txBody>
          <a:bodyPr vert="horz" wrap="square" lIns="95152" tIns="47576" rIns="95152" bIns="47576" numCol="1" anchor="t" anchorCtr="0" compatLnSpc="1">
            <a:prstTxWarp prst="textNoShape">
              <a:avLst/>
            </a:prstTxWarp>
          </a:bodyPr>
          <a:lstStyle>
            <a:lvl1pPr algn="r" defTabSz="950913">
              <a:defRPr sz="1200">
                <a:latin typeface="Times New Roman" charset="0"/>
                <a:ea typeface="ＭＳ Ｐゴシック" charset="0"/>
                <a:cs typeface="+mn-cs"/>
              </a:defRPr>
            </a:lvl1pPr>
          </a:lstStyle>
          <a:p>
            <a:pPr>
              <a:defRPr/>
            </a:pPr>
            <a:r>
              <a:rPr lang="en-US"/>
              <a:t>S1 2023</a:t>
            </a:r>
            <a:endParaRPr lang="en-AU"/>
          </a:p>
        </p:txBody>
      </p:sp>
      <p:sp>
        <p:nvSpPr>
          <p:cNvPr id="3076" name="Rectangle 4">
            <a:extLst>
              <a:ext uri="{FF2B5EF4-FFF2-40B4-BE49-F238E27FC236}">
                <a16:creationId xmlns:a16="http://schemas.microsoft.com/office/drawing/2014/main" id="{18382F59-CFA4-DE02-5758-4D344AA72B1D}"/>
              </a:ext>
            </a:extLst>
          </p:cNvPr>
          <p:cNvSpPr>
            <a:spLocks noGrp="1" noRot="1" noChangeAspect="1" noChangeArrowheads="1" noTextEdit="1"/>
          </p:cNvSpPr>
          <p:nvPr>
            <p:ph type="sldImg" idx="2"/>
          </p:nvPr>
        </p:nvSpPr>
        <p:spPr bwMode="auto">
          <a:xfrm>
            <a:off x="1011238" y="785813"/>
            <a:ext cx="5132387" cy="3849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a:extLst>
              <a:ext uri="{FF2B5EF4-FFF2-40B4-BE49-F238E27FC236}">
                <a16:creationId xmlns:a16="http://schemas.microsoft.com/office/drawing/2014/main" id="{BAE4F767-5939-7470-7CEA-DAD9A99A3DAF}"/>
              </a:ext>
            </a:extLst>
          </p:cNvPr>
          <p:cNvSpPr>
            <a:spLocks noGrp="1" noChangeArrowheads="1"/>
          </p:cNvSpPr>
          <p:nvPr>
            <p:ph type="body" sz="quarter" idx="3"/>
          </p:nvPr>
        </p:nvSpPr>
        <p:spPr bwMode="auto">
          <a:xfrm>
            <a:off x="965200" y="4870450"/>
            <a:ext cx="5224463" cy="4635500"/>
          </a:xfrm>
          <a:prstGeom prst="rect">
            <a:avLst/>
          </a:prstGeom>
          <a:noFill/>
          <a:ln>
            <a:noFill/>
          </a:ln>
          <a:effectLst/>
        </p:spPr>
        <p:txBody>
          <a:bodyPr vert="horz" wrap="square" lIns="95152" tIns="47576" rIns="95152" bIns="47576"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9222" name="Rectangle 6">
            <a:extLst>
              <a:ext uri="{FF2B5EF4-FFF2-40B4-BE49-F238E27FC236}">
                <a16:creationId xmlns:a16="http://schemas.microsoft.com/office/drawing/2014/main" id="{24C5358F-ADB6-3BEB-023B-CDE3056B5958}"/>
              </a:ext>
            </a:extLst>
          </p:cNvPr>
          <p:cNvSpPr>
            <a:spLocks noGrp="1" noChangeArrowheads="1"/>
          </p:cNvSpPr>
          <p:nvPr>
            <p:ph type="ftr" sz="quarter" idx="4"/>
          </p:nvPr>
        </p:nvSpPr>
        <p:spPr bwMode="auto">
          <a:xfrm>
            <a:off x="0" y="9742488"/>
            <a:ext cx="3054350" cy="471487"/>
          </a:xfrm>
          <a:prstGeom prst="rect">
            <a:avLst/>
          </a:prstGeom>
          <a:noFill/>
          <a:ln>
            <a:noFill/>
          </a:ln>
          <a:effectLst/>
        </p:spPr>
        <p:txBody>
          <a:bodyPr vert="horz" wrap="square" lIns="95152" tIns="47576" rIns="95152" bIns="47576" numCol="1" anchor="b" anchorCtr="0" compatLnSpc="1">
            <a:prstTxWarp prst="textNoShape">
              <a:avLst/>
            </a:prstTxWarp>
          </a:bodyPr>
          <a:lstStyle>
            <a:lvl1pPr defTabSz="950913">
              <a:defRPr sz="1200">
                <a:latin typeface="Times New Roman" pitchFamily="18" charset="0"/>
              </a:defRPr>
            </a:lvl1pPr>
          </a:lstStyle>
          <a:p>
            <a:pPr>
              <a:defRPr/>
            </a:pPr>
            <a:r>
              <a:rPr lang="en-AU"/>
              <a:t>© Swinburne University of Technology</a:t>
            </a:r>
          </a:p>
        </p:txBody>
      </p:sp>
      <p:sp>
        <p:nvSpPr>
          <p:cNvPr id="9223" name="Rectangle 7">
            <a:extLst>
              <a:ext uri="{FF2B5EF4-FFF2-40B4-BE49-F238E27FC236}">
                <a16:creationId xmlns:a16="http://schemas.microsoft.com/office/drawing/2014/main" id="{830E85D4-E0BC-7292-4BC4-317245C528A9}"/>
              </a:ext>
            </a:extLst>
          </p:cNvPr>
          <p:cNvSpPr>
            <a:spLocks noGrp="1" noChangeArrowheads="1"/>
          </p:cNvSpPr>
          <p:nvPr>
            <p:ph type="sldNum" sz="quarter" idx="5"/>
          </p:nvPr>
        </p:nvSpPr>
        <p:spPr bwMode="auto">
          <a:xfrm>
            <a:off x="4019550" y="9742488"/>
            <a:ext cx="3054350" cy="471487"/>
          </a:xfrm>
          <a:prstGeom prst="rect">
            <a:avLst/>
          </a:prstGeom>
          <a:noFill/>
          <a:ln>
            <a:noFill/>
          </a:ln>
          <a:effectLst/>
        </p:spPr>
        <p:txBody>
          <a:bodyPr vert="horz" wrap="square" lIns="95152" tIns="47576" rIns="95152" bIns="47576" numCol="1" anchor="b" anchorCtr="0" compatLnSpc="1">
            <a:prstTxWarp prst="textNoShape">
              <a:avLst/>
            </a:prstTxWarp>
          </a:bodyPr>
          <a:lstStyle>
            <a:lvl1pPr algn="r" defTabSz="950913">
              <a:defRPr sz="1200">
                <a:latin typeface="Times New Roman" panose="02020603050405020304" pitchFamily="18" charset="0"/>
              </a:defRPr>
            </a:lvl1pPr>
          </a:lstStyle>
          <a:p>
            <a:pPr>
              <a:defRPr/>
            </a:pPr>
            <a:fld id="{576E8DA2-7B55-4E54-A6D0-24F6878365DB}"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93F5055-BCF3-F008-249E-B6BA69EE428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6147" name="Rectangle 3">
            <a:extLst>
              <a:ext uri="{FF2B5EF4-FFF2-40B4-BE49-F238E27FC236}">
                <a16:creationId xmlns:a16="http://schemas.microsoft.com/office/drawing/2014/main" id="{FB016877-6FAE-64D6-BD13-4DA277BB3F17}"/>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148" name="Rectangle 6">
            <a:extLst>
              <a:ext uri="{FF2B5EF4-FFF2-40B4-BE49-F238E27FC236}">
                <a16:creationId xmlns:a16="http://schemas.microsoft.com/office/drawing/2014/main" id="{483CFEB4-CA83-2624-8B8A-542B6A9539AB}"/>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149" name="Rectangle 7">
            <a:extLst>
              <a:ext uri="{FF2B5EF4-FFF2-40B4-BE49-F238E27FC236}">
                <a16:creationId xmlns:a16="http://schemas.microsoft.com/office/drawing/2014/main" id="{D987AA26-F184-C8BC-44C6-81C6E769C2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C81E284-6D74-40EB-85B1-7857C0E4D03A}" type="slidenum">
              <a:rPr lang="en-AU" altLang="en-US" sz="1200" smtClean="0">
                <a:latin typeface="Times New Roman" panose="02020603050405020304" pitchFamily="18" charset="0"/>
              </a:rPr>
              <a:pPr/>
              <a:t>1</a:t>
            </a:fld>
            <a:endParaRPr lang="en-AU" altLang="en-US" sz="1200">
              <a:latin typeface="Times New Roman" panose="02020603050405020304" pitchFamily="18" charset="0"/>
            </a:endParaRPr>
          </a:p>
        </p:txBody>
      </p:sp>
      <p:sp>
        <p:nvSpPr>
          <p:cNvPr id="6150" name="Rectangle 2">
            <a:extLst>
              <a:ext uri="{FF2B5EF4-FFF2-40B4-BE49-F238E27FC236}">
                <a16:creationId xmlns:a16="http://schemas.microsoft.com/office/drawing/2014/main" id="{0C6E620D-82B8-524C-DFE1-2803E9F5EBCA}"/>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F7D2FEC8-70F6-6656-2D56-1A5F9F04834E}"/>
              </a:ext>
            </a:extLst>
          </p:cNvPr>
          <p:cNvSpPr>
            <a:spLocks noGrp="1" noChangeArrowheads="1"/>
          </p:cNvSpPr>
          <p:nvPr>
            <p:ph type="body" idx="1"/>
          </p:nvPr>
        </p:nvSpPr>
        <p:spPr/>
        <p:txBody>
          <a:bodyPr/>
          <a:lstStyle/>
          <a:p>
            <a:pPr>
              <a:defRPr/>
            </a:pPr>
            <a:endParaRPr lang="en-US" dirty="0">
              <a:ea typeface="ＭＳ Ｐゴシック"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2FCF3C0-E131-85B7-775F-57D31155EC2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11267" name="Rectangle 3">
            <a:extLst>
              <a:ext uri="{FF2B5EF4-FFF2-40B4-BE49-F238E27FC236}">
                <a16:creationId xmlns:a16="http://schemas.microsoft.com/office/drawing/2014/main" id="{2AF7AD18-12B1-0050-BD55-4846B5697820}"/>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1268" name="Rectangle 6">
            <a:extLst>
              <a:ext uri="{FF2B5EF4-FFF2-40B4-BE49-F238E27FC236}">
                <a16:creationId xmlns:a16="http://schemas.microsoft.com/office/drawing/2014/main" id="{0ED1FFEE-7076-11CB-E7A4-4A1116E9A59A}"/>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1269" name="Rectangle 7">
            <a:extLst>
              <a:ext uri="{FF2B5EF4-FFF2-40B4-BE49-F238E27FC236}">
                <a16:creationId xmlns:a16="http://schemas.microsoft.com/office/drawing/2014/main" id="{12A4033D-4E5A-328E-756C-FBCF26957B8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AD379E47-D0D3-44F6-BD8E-EF6CFA3046BA}" type="slidenum">
              <a:rPr lang="en-AU" altLang="en-US" sz="1200" smtClean="0">
                <a:latin typeface="Times New Roman" panose="02020603050405020304" pitchFamily="18" charset="0"/>
              </a:rPr>
              <a:pPr/>
              <a:t>3</a:t>
            </a:fld>
            <a:endParaRPr lang="en-AU" altLang="en-US" sz="1200">
              <a:latin typeface="Times New Roman" panose="02020603050405020304" pitchFamily="18" charset="0"/>
            </a:endParaRPr>
          </a:p>
        </p:txBody>
      </p:sp>
      <p:sp>
        <p:nvSpPr>
          <p:cNvPr id="11270" name="Rectangle 2">
            <a:extLst>
              <a:ext uri="{FF2B5EF4-FFF2-40B4-BE49-F238E27FC236}">
                <a16:creationId xmlns:a16="http://schemas.microsoft.com/office/drawing/2014/main" id="{8056175D-5423-D8B8-6E8B-6B077E31AE25}"/>
              </a:ext>
            </a:extLst>
          </p:cNvPr>
          <p:cNvSpPr>
            <a:spLocks noGrp="1" noRot="1" noChangeAspect="1" noChangeArrowheads="1" noTextEdit="1"/>
          </p:cNvSpPr>
          <p:nvPr>
            <p:ph type="sldImg"/>
          </p:nvPr>
        </p:nvSpPr>
        <p:spPr>
          <a:ln/>
        </p:spPr>
      </p:sp>
      <p:sp>
        <p:nvSpPr>
          <p:cNvPr id="11271" name="Rectangle 3">
            <a:extLst>
              <a:ext uri="{FF2B5EF4-FFF2-40B4-BE49-F238E27FC236}">
                <a16:creationId xmlns:a16="http://schemas.microsoft.com/office/drawing/2014/main" id="{C5B6D531-314B-DA7C-9BC8-9DD679FF138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I need to talk about this in a bit more detail…</a:t>
            </a:r>
          </a:p>
          <a:p>
            <a:endParaRPr lang="en-US" altLang="en-US">
              <a:latin typeface="Times New Roman" panose="02020603050405020304" pitchFamily="18" charset="0"/>
            </a:endParaRPr>
          </a:p>
          <a:p>
            <a:r>
              <a:rPr lang="en-AU" altLang="en-US">
                <a:latin typeface="Times New Roman" panose="02020603050405020304" pitchFamily="18" charset="0"/>
              </a:rPr>
              <a:t>There was quite a bit of confusion and misconceptions about the SDLC … </a:t>
            </a:r>
            <a:r>
              <a:rPr lang="en-AU" altLang="en-US">
                <a:latin typeface="Times New Roman" panose="02020603050405020304" pitchFamily="18" charset="0"/>
                <a:sym typeface="Wingdings" panose="05000000000000000000" pitchFamily="2" charset="2"/>
              </a:rPr>
              <a:t></a:t>
            </a:r>
            <a:endParaRPr lang="en-AU" altLang="en-US">
              <a:latin typeface="Times New Roman" panose="02020603050405020304" pitchFamily="18" charset="0"/>
            </a:endParaRPr>
          </a:p>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8CA04FF-D856-2B72-AA81-3B198B073B1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HIT3309 - Software Project Practices and Management</a:t>
            </a:r>
          </a:p>
        </p:txBody>
      </p:sp>
      <p:sp>
        <p:nvSpPr>
          <p:cNvPr id="13315" name="Rectangle 3">
            <a:extLst>
              <a:ext uri="{FF2B5EF4-FFF2-40B4-BE49-F238E27FC236}">
                <a16:creationId xmlns:a16="http://schemas.microsoft.com/office/drawing/2014/main" id="{3971FF75-E88F-E861-5191-750B4A0109AE}"/>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3316" name="Rectangle 6">
            <a:extLst>
              <a:ext uri="{FF2B5EF4-FFF2-40B4-BE49-F238E27FC236}">
                <a16:creationId xmlns:a16="http://schemas.microsoft.com/office/drawing/2014/main" id="{074C9077-6093-BEE4-B331-09142E4C9FD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3317" name="Rectangle 7">
            <a:extLst>
              <a:ext uri="{FF2B5EF4-FFF2-40B4-BE49-F238E27FC236}">
                <a16:creationId xmlns:a16="http://schemas.microsoft.com/office/drawing/2014/main" id="{2E8166D7-535C-9850-052D-6C1EEDB0A7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A3D3497E-4B51-4BEC-B2E4-A73963DB7956}" type="slidenum">
              <a:rPr lang="en-AU" altLang="en-US" sz="1200" smtClean="0">
                <a:latin typeface="Times New Roman" panose="02020603050405020304" pitchFamily="18" charset="0"/>
              </a:rPr>
              <a:pPr/>
              <a:t>4</a:t>
            </a:fld>
            <a:endParaRPr lang="en-AU" altLang="en-US" sz="1200">
              <a:latin typeface="Times New Roman" panose="02020603050405020304" pitchFamily="18" charset="0"/>
            </a:endParaRPr>
          </a:p>
        </p:txBody>
      </p:sp>
      <p:sp>
        <p:nvSpPr>
          <p:cNvPr id="13318" name="Rectangle 2">
            <a:extLst>
              <a:ext uri="{FF2B5EF4-FFF2-40B4-BE49-F238E27FC236}">
                <a16:creationId xmlns:a16="http://schemas.microsoft.com/office/drawing/2014/main" id="{A83414D3-8E99-51E1-098E-D8E066450EB6}"/>
              </a:ext>
            </a:extLst>
          </p:cNvPr>
          <p:cNvSpPr>
            <a:spLocks noGrp="1" noRot="1" noChangeAspect="1" noChangeArrowheads="1" noTextEdit="1"/>
          </p:cNvSpPr>
          <p:nvPr>
            <p:ph type="sldImg"/>
          </p:nvPr>
        </p:nvSpPr>
        <p:spPr>
          <a:solidFill>
            <a:srgbClr val="FFFFFF"/>
          </a:solidFill>
          <a:ln/>
        </p:spPr>
      </p:sp>
      <p:sp>
        <p:nvSpPr>
          <p:cNvPr id="13319" name="Rectangle 3">
            <a:extLst>
              <a:ext uri="{FF2B5EF4-FFF2-40B4-BE49-F238E27FC236}">
                <a16:creationId xmlns:a16="http://schemas.microsoft.com/office/drawing/2014/main" id="{DB8ACEA1-D600-B002-FE8A-F9A4D0D3AF2F}"/>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r>
              <a:rPr lang="en-US" altLang="en-US">
                <a:latin typeface="Times New Roman" panose="02020603050405020304" pitchFamily="18" charset="0"/>
              </a:rPr>
              <a:t>Needs some explanation here… this is in essence a software development perspective!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1506F75D-55D7-C07D-2EDE-A2A4FBD6016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15363" name="Rectangle 3">
            <a:extLst>
              <a:ext uri="{FF2B5EF4-FFF2-40B4-BE49-F238E27FC236}">
                <a16:creationId xmlns:a16="http://schemas.microsoft.com/office/drawing/2014/main" id="{3CC64BFB-FAC6-E014-A616-6C9FF4EEEA45}"/>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5364" name="Rectangle 6">
            <a:extLst>
              <a:ext uri="{FF2B5EF4-FFF2-40B4-BE49-F238E27FC236}">
                <a16:creationId xmlns:a16="http://schemas.microsoft.com/office/drawing/2014/main" id="{FBE35A0A-9849-39FE-19DE-D059F49F80C0}"/>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5365" name="Rectangle 7">
            <a:extLst>
              <a:ext uri="{FF2B5EF4-FFF2-40B4-BE49-F238E27FC236}">
                <a16:creationId xmlns:a16="http://schemas.microsoft.com/office/drawing/2014/main" id="{4C9DC8B2-FC53-93CD-DACD-881AB7AC23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45F08D40-AF50-4B88-8CF4-097EFC259FC5}" type="slidenum">
              <a:rPr lang="en-AU" altLang="en-US" sz="1200" smtClean="0">
                <a:latin typeface="Times New Roman" panose="02020603050405020304" pitchFamily="18" charset="0"/>
              </a:rPr>
              <a:pPr/>
              <a:t>5</a:t>
            </a:fld>
            <a:endParaRPr lang="en-AU" altLang="en-US" sz="1200">
              <a:latin typeface="Times New Roman" panose="02020603050405020304" pitchFamily="18" charset="0"/>
            </a:endParaRPr>
          </a:p>
        </p:txBody>
      </p:sp>
      <p:sp>
        <p:nvSpPr>
          <p:cNvPr id="15366" name="Rectangle 2">
            <a:extLst>
              <a:ext uri="{FF2B5EF4-FFF2-40B4-BE49-F238E27FC236}">
                <a16:creationId xmlns:a16="http://schemas.microsoft.com/office/drawing/2014/main" id="{A5EE3D2E-90FC-01BB-0DA5-79734249A8F9}"/>
              </a:ext>
            </a:extLst>
          </p:cNvPr>
          <p:cNvSpPr>
            <a:spLocks noGrp="1" noRot="1" noChangeAspect="1" noChangeArrowheads="1" noTextEdit="1"/>
          </p:cNvSpPr>
          <p:nvPr>
            <p:ph type="sldImg"/>
          </p:nvPr>
        </p:nvSpPr>
        <p:spPr>
          <a:ln/>
        </p:spPr>
      </p:sp>
      <p:sp>
        <p:nvSpPr>
          <p:cNvPr id="143363" name="Rectangle 3">
            <a:extLst>
              <a:ext uri="{FF2B5EF4-FFF2-40B4-BE49-F238E27FC236}">
                <a16:creationId xmlns:a16="http://schemas.microsoft.com/office/drawing/2014/main" id="{D17F9B2E-C87F-03AC-5D3E-B2F1B069BB9E}"/>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EEC6064-1E59-162F-4D9E-876F6441401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17411" name="Rectangle 3">
            <a:extLst>
              <a:ext uri="{FF2B5EF4-FFF2-40B4-BE49-F238E27FC236}">
                <a16:creationId xmlns:a16="http://schemas.microsoft.com/office/drawing/2014/main" id="{1924E942-2FDF-F75D-17B4-9DC1333E608E}"/>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7412" name="Rectangle 6">
            <a:extLst>
              <a:ext uri="{FF2B5EF4-FFF2-40B4-BE49-F238E27FC236}">
                <a16:creationId xmlns:a16="http://schemas.microsoft.com/office/drawing/2014/main" id="{225C3422-D08B-B8CD-BE6B-9E917EA8C325}"/>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3700"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7413" name="Rectangle 7">
            <a:extLst>
              <a:ext uri="{FF2B5EF4-FFF2-40B4-BE49-F238E27FC236}">
                <a16:creationId xmlns:a16="http://schemas.microsoft.com/office/drawing/2014/main" id="{93C18F59-97D2-D7EC-31DB-FC4608389C3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3700"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210BBCF-C6E1-49F2-8D0F-56A06FC1F3C4}" type="slidenum">
              <a:rPr lang="en-AU" altLang="en-US" sz="1200" smtClean="0">
                <a:latin typeface="Times New Roman" panose="02020603050405020304" pitchFamily="18" charset="0"/>
              </a:rPr>
              <a:pPr/>
              <a:t>6</a:t>
            </a:fld>
            <a:endParaRPr lang="en-AU" altLang="en-US" sz="1200">
              <a:latin typeface="Times New Roman" panose="02020603050405020304" pitchFamily="18" charset="0"/>
            </a:endParaRPr>
          </a:p>
        </p:txBody>
      </p:sp>
      <p:sp>
        <p:nvSpPr>
          <p:cNvPr id="17414" name="Rectangle 2">
            <a:extLst>
              <a:ext uri="{FF2B5EF4-FFF2-40B4-BE49-F238E27FC236}">
                <a16:creationId xmlns:a16="http://schemas.microsoft.com/office/drawing/2014/main" id="{17A735CF-F444-5D21-D1A2-0E37F1A3E44C}"/>
              </a:ext>
            </a:extLst>
          </p:cNvPr>
          <p:cNvSpPr>
            <a:spLocks noGrp="1" noRot="1" noChangeAspect="1" noChangeArrowheads="1" noTextEdit="1"/>
          </p:cNvSpPr>
          <p:nvPr>
            <p:ph type="sldImg"/>
          </p:nvPr>
        </p:nvSpPr>
        <p:spPr>
          <a:xfrm>
            <a:off x="992188" y="768350"/>
            <a:ext cx="5116512" cy="3836988"/>
          </a:xfrm>
          <a:solidFill>
            <a:srgbClr val="FFFFFF"/>
          </a:solidFill>
          <a:ln/>
        </p:spPr>
      </p:sp>
      <p:sp>
        <p:nvSpPr>
          <p:cNvPr id="521219" name="Rectangle 3">
            <a:extLst>
              <a:ext uri="{FF2B5EF4-FFF2-40B4-BE49-F238E27FC236}">
                <a16:creationId xmlns:a16="http://schemas.microsoft.com/office/drawing/2014/main" id="{5B986E36-26A7-36F3-DB65-C2AB020559BA}"/>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6" tIns="49523" rIns="99046" bIns="49523"/>
          <a:lstStyle/>
          <a:p>
            <a:pPr eaLnBrk="1" hangingPunct="1">
              <a:defRPr/>
            </a:pPr>
            <a:endParaRPr lang="en-US">
              <a:ea typeface="ＭＳ Ｐゴシック" charset="0"/>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826CE38A-D82D-134C-3527-AA7BAE64A0B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19459" name="Rectangle 3">
            <a:extLst>
              <a:ext uri="{FF2B5EF4-FFF2-40B4-BE49-F238E27FC236}">
                <a16:creationId xmlns:a16="http://schemas.microsoft.com/office/drawing/2014/main" id="{694DCAC1-4DBA-7EC5-0E41-4BDA3F74DDE7}"/>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19460" name="Rectangle 6">
            <a:extLst>
              <a:ext uri="{FF2B5EF4-FFF2-40B4-BE49-F238E27FC236}">
                <a16:creationId xmlns:a16="http://schemas.microsoft.com/office/drawing/2014/main" id="{26A35288-4613-517A-3309-F8F4389A4463}"/>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19461" name="Rectangle 7">
            <a:extLst>
              <a:ext uri="{FF2B5EF4-FFF2-40B4-BE49-F238E27FC236}">
                <a16:creationId xmlns:a16="http://schemas.microsoft.com/office/drawing/2014/main" id="{48921806-6F9E-9EFD-D523-02DF1C24779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A5E59AF-5349-46E6-989E-5B54CA73E0B8}" type="slidenum">
              <a:rPr lang="en-AU" altLang="en-US" sz="1200" smtClean="0">
                <a:latin typeface="Times New Roman" panose="02020603050405020304" pitchFamily="18" charset="0"/>
              </a:rPr>
              <a:pPr/>
              <a:t>7</a:t>
            </a:fld>
            <a:endParaRPr lang="en-AU" altLang="en-US" sz="1200">
              <a:latin typeface="Times New Roman" panose="02020603050405020304" pitchFamily="18" charset="0"/>
            </a:endParaRPr>
          </a:p>
        </p:txBody>
      </p:sp>
      <p:sp>
        <p:nvSpPr>
          <p:cNvPr id="19462" name="Rectangle 2">
            <a:extLst>
              <a:ext uri="{FF2B5EF4-FFF2-40B4-BE49-F238E27FC236}">
                <a16:creationId xmlns:a16="http://schemas.microsoft.com/office/drawing/2014/main" id="{7E02CD67-D035-A089-2B62-CB3B9BAC4A7E}"/>
              </a:ext>
            </a:extLst>
          </p:cNvPr>
          <p:cNvSpPr>
            <a:spLocks noGrp="1" noRot="1" noChangeAspect="1" noChangeArrowheads="1" noTextEdit="1"/>
          </p:cNvSpPr>
          <p:nvPr>
            <p:ph type="sldImg"/>
          </p:nvPr>
        </p:nvSpPr>
        <p:spPr>
          <a:xfrm>
            <a:off x="990600" y="766763"/>
            <a:ext cx="5118100" cy="3838575"/>
          </a:xfrm>
          <a:solidFill>
            <a:srgbClr val="FFFFFF"/>
          </a:solidFill>
          <a:ln/>
        </p:spPr>
      </p:sp>
      <p:sp>
        <p:nvSpPr>
          <p:cNvPr id="19463" name="Rectangle 3">
            <a:extLst>
              <a:ext uri="{FF2B5EF4-FFF2-40B4-BE49-F238E27FC236}">
                <a16:creationId xmlns:a16="http://schemas.microsoft.com/office/drawing/2014/main" id="{8295FCF9-CE54-E5D5-CC64-CA3A092A9833}"/>
              </a:ext>
            </a:extLst>
          </p:cNvPr>
          <p:cNvSpPr>
            <a:spLocks noGrp="1" noChangeArrowheads="1"/>
          </p:cNvSpPr>
          <p:nvPr>
            <p:ph type="body" idx="1"/>
          </p:nvPr>
        </p:nvSpPr>
        <p:spPr>
          <a:xfrm>
            <a:off x="947738" y="4860925"/>
            <a:ext cx="5203825" cy="4606925"/>
          </a:xfrm>
          <a:solidFill>
            <a:srgbClr val="FFFFFF"/>
          </a:solidFill>
          <a:ln>
            <a:solidFill>
              <a:srgbClr val="000000"/>
            </a:solidFill>
            <a:miter lim="800000"/>
            <a:headEnd/>
            <a:tailEnd/>
          </a:ln>
        </p:spPr>
        <p:txBody>
          <a:bodyPr lIns="96460" tIns="48230" rIns="96460" bIns="48230"/>
          <a:lstStyle/>
          <a:p>
            <a:r>
              <a:rPr lang="en-US" altLang="en-US">
                <a:latin typeface="Times New Roman" panose="02020603050405020304" pitchFamily="18" charset="0"/>
              </a:rPr>
              <a:t>This slide needs quite a bit of discussion. Worth mentioning what tacit requirements are…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1A4E4AA-0227-A8DF-AD7B-DAA261C17D5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21507" name="Rectangle 3">
            <a:extLst>
              <a:ext uri="{FF2B5EF4-FFF2-40B4-BE49-F238E27FC236}">
                <a16:creationId xmlns:a16="http://schemas.microsoft.com/office/drawing/2014/main" id="{5139BD5B-1724-3E4A-4BD6-90CBB6B2E368}"/>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21508" name="Rectangle 6">
            <a:extLst>
              <a:ext uri="{FF2B5EF4-FFF2-40B4-BE49-F238E27FC236}">
                <a16:creationId xmlns:a16="http://schemas.microsoft.com/office/drawing/2014/main" id="{E6371E3E-D08D-314A-F832-0A14BDB4BA87}"/>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1509" name="Rectangle 7">
            <a:extLst>
              <a:ext uri="{FF2B5EF4-FFF2-40B4-BE49-F238E27FC236}">
                <a16:creationId xmlns:a16="http://schemas.microsoft.com/office/drawing/2014/main" id="{050E899E-1B44-3277-C90C-2593E94CFCF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B85CE443-63FD-4349-A2C8-AEFC41CB6645}" type="slidenum">
              <a:rPr lang="en-AU" altLang="en-US" sz="1200" smtClean="0">
                <a:latin typeface="Times New Roman" panose="02020603050405020304" pitchFamily="18" charset="0"/>
              </a:rPr>
              <a:pPr/>
              <a:t>8</a:t>
            </a:fld>
            <a:endParaRPr lang="en-AU" altLang="en-US" sz="1200">
              <a:latin typeface="Times New Roman" panose="02020603050405020304" pitchFamily="18" charset="0"/>
            </a:endParaRPr>
          </a:p>
        </p:txBody>
      </p:sp>
      <p:sp>
        <p:nvSpPr>
          <p:cNvPr id="21510" name="Rectangle 2">
            <a:extLst>
              <a:ext uri="{FF2B5EF4-FFF2-40B4-BE49-F238E27FC236}">
                <a16:creationId xmlns:a16="http://schemas.microsoft.com/office/drawing/2014/main" id="{7C8EAD5A-6517-CD55-404A-F12948814883}"/>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192515" name="Rectangle 3">
            <a:extLst>
              <a:ext uri="{FF2B5EF4-FFF2-40B4-BE49-F238E27FC236}">
                <a16:creationId xmlns:a16="http://schemas.microsoft.com/office/drawing/2014/main" id="{1134A590-5859-AC6F-3831-F7264D10B687}"/>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r>
              <a:rPr lang="en-US">
                <a:ea typeface="ＭＳ Ｐゴシック" charset="0"/>
                <a:cs typeface="+mn-cs"/>
              </a:rPr>
              <a:t>Ch6 p 122</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6647992A-C313-9917-989D-FE57C2DC0AF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23555" name="Rectangle 3">
            <a:extLst>
              <a:ext uri="{FF2B5EF4-FFF2-40B4-BE49-F238E27FC236}">
                <a16:creationId xmlns:a16="http://schemas.microsoft.com/office/drawing/2014/main" id="{9E20296D-054F-96E2-A76D-B7DB1BBC5DB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23556" name="Rectangle 6">
            <a:extLst>
              <a:ext uri="{FF2B5EF4-FFF2-40B4-BE49-F238E27FC236}">
                <a16:creationId xmlns:a16="http://schemas.microsoft.com/office/drawing/2014/main" id="{4C3629E3-3176-9FB6-ECE3-9BDE421E0CE9}"/>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3557" name="Rectangle 7">
            <a:extLst>
              <a:ext uri="{FF2B5EF4-FFF2-40B4-BE49-F238E27FC236}">
                <a16:creationId xmlns:a16="http://schemas.microsoft.com/office/drawing/2014/main" id="{BD31AB2D-7EDC-0BDB-1F33-411D23CE06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897FADA2-3DCE-4EF8-A88F-18E43EA53EBB}" type="slidenum">
              <a:rPr lang="en-AU" altLang="en-US" sz="1200" smtClean="0">
                <a:latin typeface="Times New Roman" panose="02020603050405020304" pitchFamily="18" charset="0"/>
              </a:rPr>
              <a:pPr/>
              <a:t>9</a:t>
            </a:fld>
            <a:endParaRPr lang="en-AU" altLang="en-US" sz="1200">
              <a:latin typeface="Times New Roman" panose="02020603050405020304" pitchFamily="18" charset="0"/>
            </a:endParaRPr>
          </a:p>
        </p:txBody>
      </p:sp>
      <p:sp>
        <p:nvSpPr>
          <p:cNvPr id="23558" name="Rectangle 1026">
            <a:extLst>
              <a:ext uri="{FF2B5EF4-FFF2-40B4-BE49-F238E27FC236}">
                <a16:creationId xmlns:a16="http://schemas.microsoft.com/office/drawing/2014/main" id="{E7398899-1840-CD62-AE71-77CE7D19F565}"/>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23559" name="Rectangle 1027">
            <a:extLst>
              <a:ext uri="{FF2B5EF4-FFF2-40B4-BE49-F238E27FC236}">
                <a16:creationId xmlns:a16="http://schemas.microsoft.com/office/drawing/2014/main" id="{EF72588F-85DD-4531-428F-6FC4CD54F297}"/>
              </a:ext>
            </a:extLst>
          </p:cNvPr>
          <p:cNvSpPr>
            <a:spLocks noGrp="1" noChangeArrowheads="1"/>
          </p:cNvSpPr>
          <p:nvPr>
            <p:ph type="body" idx="1"/>
          </p:nvPr>
        </p:nvSpPr>
        <p:spPr>
          <a:xfrm>
            <a:off x="946150" y="4860925"/>
            <a:ext cx="5207000" cy="46053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9048" tIns="49524" rIns="99048" bIns="49524"/>
          <a:lstStyle/>
          <a:p>
            <a:pPr eaLnBrk="1" hangingPunct="1"/>
            <a:r>
              <a:rPr lang="en-US" altLang="en-US">
                <a:latin typeface="Times New Roman" panose="02020603050405020304" pitchFamily="18" charset="0"/>
              </a:rPr>
              <a:t>Requirements analysis is also about “making sense” what the elicitation has uncovered!</a:t>
            </a:r>
          </a:p>
          <a:p>
            <a:pPr eaLnBrk="1" hangingPunct="1"/>
            <a:r>
              <a:rPr lang="en-US" altLang="en-US">
                <a:latin typeface="Times New Roman" panose="02020603050405020304" pitchFamily="18" charset="0"/>
              </a:rPr>
              <a:t>… and then there is the whole legal side of contracts…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C3379318-6D09-F849-EE9F-9C093ADD902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25603" name="Rectangle 3">
            <a:extLst>
              <a:ext uri="{FF2B5EF4-FFF2-40B4-BE49-F238E27FC236}">
                <a16:creationId xmlns:a16="http://schemas.microsoft.com/office/drawing/2014/main" id="{C42E8066-F38D-D353-A69D-C8D0B57CB43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25604" name="Rectangle 6">
            <a:extLst>
              <a:ext uri="{FF2B5EF4-FFF2-40B4-BE49-F238E27FC236}">
                <a16:creationId xmlns:a16="http://schemas.microsoft.com/office/drawing/2014/main" id="{A1FE5F9D-8A27-380A-6D25-35294489CE2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5605" name="Rectangle 7">
            <a:extLst>
              <a:ext uri="{FF2B5EF4-FFF2-40B4-BE49-F238E27FC236}">
                <a16:creationId xmlns:a16="http://schemas.microsoft.com/office/drawing/2014/main" id="{C330E55C-AE6C-2D40-2966-83DB477374D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B9D3914-FBBB-4D9F-A73A-16975708C3BC}" type="slidenum">
              <a:rPr lang="en-AU" altLang="en-US" sz="1200" smtClean="0">
                <a:latin typeface="Times New Roman" panose="02020603050405020304" pitchFamily="18" charset="0"/>
              </a:rPr>
              <a:pPr/>
              <a:t>10</a:t>
            </a:fld>
            <a:endParaRPr lang="en-AU" altLang="en-US" sz="1200">
              <a:latin typeface="Times New Roman" panose="02020603050405020304" pitchFamily="18" charset="0"/>
            </a:endParaRPr>
          </a:p>
        </p:txBody>
      </p:sp>
      <p:sp>
        <p:nvSpPr>
          <p:cNvPr id="25606" name="Rectangle 1026">
            <a:extLst>
              <a:ext uri="{FF2B5EF4-FFF2-40B4-BE49-F238E27FC236}">
                <a16:creationId xmlns:a16="http://schemas.microsoft.com/office/drawing/2014/main" id="{2A5ADFB2-0733-3086-A6FF-5832EDFC8FAC}"/>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25607" name="Rectangle 1027">
            <a:extLst>
              <a:ext uri="{FF2B5EF4-FFF2-40B4-BE49-F238E27FC236}">
                <a16:creationId xmlns:a16="http://schemas.microsoft.com/office/drawing/2014/main" id="{F19E1C24-0884-7563-86EA-CFAFEBEBD6E0}"/>
              </a:ext>
            </a:extLst>
          </p:cNvPr>
          <p:cNvSpPr>
            <a:spLocks noGrp="1" noChangeArrowheads="1"/>
          </p:cNvSpPr>
          <p:nvPr>
            <p:ph type="body" idx="1"/>
          </p:nvPr>
        </p:nvSpPr>
        <p:spPr>
          <a:xfrm>
            <a:off x="946150" y="4860925"/>
            <a:ext cx="5207000" cy="46053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9048" tIns="49524" rIns="99048" bIns="49524"/>
          <a:lstStyle/>
          <a:p>
            <a:pPr eaLnBrk="1" hangingPunct="1"/>
            <a:r>
              <a:rPr lang="en-US" altLang="en-US">
                <a:latin typeface="Times New Roman" panose="02020603050405020304" pitchFamily="18" charset="0"/>
              </a:rPr>
              <a:t>Make a comment about “should” vs. “must”…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C3379318-6D09-F849-EE9F-9C093ADD902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25603" name="Rectangle 3">
            <a:extLst>
              <a:ext uri="{FF2B5EF4-FFF2-40B4-BE49-F238E27FC236}">
                <a16:creationId xmlns:a16="http://schemas.microsoft.com/office/drawing/2014/main" id="{C42E8066-F38D-D353-A69D-C8D0B57CB43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25604" name="Rectangle 6">
            <a:extLst>
              <a:ext uri="{FF2B5EF4-FFF2-40B4-BE49-F238E27FC236}">
                <a16:creationId xmlns:a16="http://schemas.microsoft.com/office/drawing/2014/main" id="{A1FE5F9D-8A27-380A-6D25-35294489CE2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5605" name="Rectangle 7">
            <a:extLst>
              <a:ext uri="{FF2B5EF4-FFF2-40B4-BE49-F238E27FC236}">
                <a16:creationId xmlns:a16="http://schemas.microsoft.com/office/drawing/2014/main" id="{C330E55C-AE6C-2D40-2966-83DB477374D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B9D3914-FBBB-4D9F-A73A-16975708C3BC}" type="slidenum">
              <a:rPr lang="en-AU" altLang="en-US" sz="1200" smtClean="0">
                <a:latin typeface="Times New Roman" panose="02020603050405020304" pitchFamily="18" charset="0"/>
              </a:rPr>
              <a:pPr/>
              <a:t>11</a:t>
            </a:fld>
            <a:endParaRPr lang="en-AU" altLang="en-US" sz="1200">
              <a:latin typeface="Times New Roman" panose="02020603050405020304" pitchFamily="18" charset="0"/>
            </a:endParaRPr>
          </a:p>
        </p:txBody>
      </p:sp>
      <p:sp>
        <p:nvSpPr>
          <p:cNvPr id="25606" name="Rectangle 1026">
            <a:extLst>
              <a:ext uri="{FF2B5EF4-FFF2-40B4-BE49-F238E27FC236}">
                <a16:creationId xmlns:a16="http://schemas.microsoft.com/office/drawing/2014/main" id="{2A5ADFB2-0733-3086-A6FF-5832EDFC8FAC}"/>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25607" name="Rectangle 1027">
            <a:extLst>
              <a:ext uri="{FF2B5EF4-FFF2-40B4-BE49-F238E27FC236}">
                <a16:creationId xmlns:a16="http://schemas.microsoft.com/office/drawing/2014/main" id="{F19E1C24-0884-7563-86EA-CFAFEBEBD6E0}"/>
              </a:ext>
            </a:extLst>
          </p:cNvPr>
          <p:cNvSpPr>
            <a:spLocks noGrp="1" noChangeArrowheads="1"/>
          </p:cNvSpPr>
          <p:nvPr>
            <p:ph type="body" idx="1"/>
          </p:nvPr>
        </p:nvSpPr>
        <p:spPr>
          <a:xfrm>
            <a:off x="946150" y="4860925"/>
            <a:ext cx="5207000" cy="46053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9048" tIns="49524" rIns="99048" bIns="49524"/>
          <a:lstStyle/>
          <a:p>
            <a:pPr eaLnBrk="1" hangingPunct="1"/>
            <a:r>
              <a:rPr lang="en-US" altLang="en-US">
                <a:latin typeface="Times New Roman" panose="02020603050405020304" pitchFamily="18" charset="0"/>
              </a:rPr>
              <a:t>Make a comment about “should” vs. “must”…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83449B8D-CB0A-4C75-C7E7-3947AA8D11F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27651" name="Rectangle 3">
            <a:extLst>
              <a:ext uri="{FF2B5EF4-FFF2-40B4-BE49-F238E27FC236}">
                <a16:creationId xmlns:a16="http://schemas.microsoft.com/office/drawing/2014/main" id="{46179C2E-912D-52E0-765C-66DF303B5B6A}"/>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27652" name="Rectangle 6">
            <a:extLst>
              <a:ext uri="{FF2B5EF4-FFF2-40B4-BE49-F238E27FC236}">
                <a16:creationId xmlns:a16="http://schemas.microsoft.com/office/drawing/2014/main" id="{3D0ECD84-E449-9CAE-D56B-D5BAB7A9D388}"/>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7653" name="Rectangle 7">
            <a:extLst>
              <a:ext uri="{FF2B5EF4-FFF2-40B4-BE49-F238E27FC236}">
                <a16:creationId xmlns:a16="http://schemas.microsoft.com/office/drawing/2014/main" id="{53C05B14-58C6-D476-DFE5-918792FA29D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3F8C67F-19E4-4E72-B544-659D7117D0C0}" type="slidenum">
              <a:rPr lang="en-AU" altLang="en-US" sz="1200" smtClean="0">
                <a:latin typeface="Times New Roman" panose="02020603050405020304" pitchFamily="18" charset="0"/>
              </a:rPr>
              <a:pPr/>
              <a:t>12</a:t>
            </a:fld>
            <a:endParaRPr lang="en-AU" altLang="en-US" sz="1200">
              <a:latin typeface="Times New Roman" panose="02020603050405020304" pitchFamily="18" charset="0"/>
            </a:endParaRPr>
          </a:p>
        </p:txBody>
      </p:sp>
      <p:sp>
        <p:nvSpPr>
          <p:cNvPr id="27654" name="Rectangle 2">
            <a:extLst>
              <a:ext uri="{FF2B5EF4-FFF2-40B4-BE49-F238E27FC236}">
                <a16:creationId xmlns:a16="http://schemas.microsoft.com/office/drawing/2014/main" id="{0B1BDA77-F5FE-01A2-96B0-F330E1FACF9F}"/>
              </a:ext>
            </a:extLst>
          </p:cNvPr>
          <p:cNvSpPr>
            <a:spLocks noGrp="1" noRot="1" noChangeAspect="1" noChangeArrowheads="1" noTextEdit="1"/>
          </p:cNvSpPr>
          <p:nvPr>
            <p:ph type="sldImg"/>
          </p:nvPr>
        </p:nvSpPr>
        <p:spPr>
          <a:solidFill>
            <a:srgbClr val="FFFFFF"/>
          </a:solidFill>
          <a:ln/>
        </p:spPr>
      </p:sp>
      <p:sp>
        <p:nvSpPr>
          <p:cNvPr id="27655" name="Rectangle 3">
            <a:extLst>
              <a:ext uri="{FF2B5EF4-FFF2-40B4-BE49-F238E27FC236}">
                <a16:creationId xmlns:a16="http://schemas.microsoft.com/office/drawing/2014/main" id="{24B3B4C6-67B4-8A3D-50AB-7C1DA58FA0A4}"/>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r>
              <a:rPr lang="en-US" altLang="en-US">
                <a:latin typeface="Times New Roman" panose="02020603050405020304" pitchFamily="18" charset="0"/>
              </a:rPr>
              <a:t>RE is a challenging activity because of need to communicate. The developer will need to learn the jargon of the application domain.</a:t>
            </a:r>
          </a:p>
          <a:p>
            <a:r>
              <a:rPr lang="en-US" altLang="en-US">
                <a:latin typeface="Times New Roman" panose="02020603050405020304" pitchFamily="18" charset="0"/>
              </a:rPr>
              <a:t>Example of domain knowledge – curtain quoting need to know about swags and drops and patterns.</a:t>
            </a:r>
          </a:p>
          <a:p>
            <a:r>
              <a:rPr lang="en-US" altLang="en-US">
                <a:latin typeface="Times New Roman" panose="02020603050405020304" pitchFamily="18" charset="0"/>
              </a:rPr>
              <a:t>Also user may not be able to express a clear idea of what is wanted from the computer.</a:t>
            </a:r>
          </a:p>
          <a:p>
            <a:endParaRPr lang="en-US" altLang="en-US">
              <a:latin typeface="Times New Roman" panose="02020603050405020304" pitchFamily="18" charset="0"/>
            </a:endParaRPr>
          </a:p>
          <a:p>
            <a:r>
              <a:rPr lang="en-US" altLang="en-US">
                <a:latin typeface="Times New Roman" panose="02020603050405020304" pitchFamily="18" charset="0"/>
              </a:rPr>
              <a:t>A scenario is a real-life example of interactions between one or more actors and the system.</a:t>
            </a:r>
          </a:p>
          <a:p>
            <a:r>
              <a:rPr lang="en-US" altLang="en-US">
                <a:latin typeface="Times New Roman" panose="02020603050405020304" pitchFamily="18" charset="0"/>
              </a:rPr>
              <a:t>Bruegge p.108:  A scenario is a concrete, focused, informal description of a single feature of the system from the viewpoint of a single actor. </a:t>
            </a:r>
          </a:p>
          <a:p>
            <a:r>
              <a:rPr lang="en-US" altLang="en-US">
                <a:latin typeface="Times New Roman" panose="02020603050405020304" pitchFamily="18" charset="0"/>
              </a:rPr>
              <a:t>A scenario is an instance of a use case .. abstract from the concrete informal description</a:t>
            </a:r>
          </a:p>
          <a:p>
            <a:r>
              <a:rPr lang="en-US" altLang="en-US">
                <a:latin typeface="Times New Roman" panose="02020603050405020304" pitchFamily="18" charset="0"/>
              </a:rPr>
              <a:t>Example of scenario and use case  </a:t>
            </a:r>
          </a:p>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96918E9-9FCF-C3F9-0F62-225A8C1E0F9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29699" name="Rectangle 3">
            <a:extLst>
              <a:ext uri="{FF2B5EF4-FFF2-40B4-BE49-F238E27FC236}">
                <a16:creationId xmlns:a16="http://schemas.microsoft.com/office/drawing/2014/main" id="{18F4E43E-69BB-CDAE-E516-1FB5C81521B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29700" name="Rectangle 6">
            <a:extLst>
              <a:ext uri="{FF2B5EF4-FFF2-40B4-BE49-F238E27FC236}">
                <a16:creationId xmlns:a16="http://schemas.microsoft.com/office/drawing/2014/main" id="{73E90A40-F55D-448B-6236-2144005065F7}"/>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29701" name="Rectangle 7">
            <a:extLst>
              <a:ext uri="{FF2B5EF4-FFF2-40B4-BE49-F238E27FC236}">
                <a16:creationId xmlns:a16="http://schemas.microsoft.com/office/drawing/2014/main" id="{A3C65E44-BAE2-BC8F-0968-6BB23AB2D53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A940F3E0-D7C2-4A38-80AB-4DE3DB7178B2}" type="slidenum">
              <a:rPr lang="en-AU" altLang="en-US" sz="1200" smtClean="0">
                <a:latin typeface="Times New Roman" panose="02020603050405020304" pitchFamily="18" charset="0"/>
              </a:rPr>
              <a:pPr/>
              <a:t>14</a:t>
            </a:fld>
            <a:endParaRPr lang="en-AU" altLang="en-US" sz="1200">
              <a:latin typeface="Times New Roman" panose="02020603050405020304" pitchFamily="18" charset="0"/>
            </a:endParaRPr>
          </a:p>
        </p:txBody>
      </p:sp>
      <p:sp>
        <p:nvSpPr>
          <p:cNvPr id="29702" name="Rectangle 2">
            <a:extLst>
              <a:ext uri="{FF2B5EF4-FFF2-40B4-BE49-F238E27FC236}">
                <a16:creationId xmlns:a16="http://schemas.microsoft.com/office/drawing/2014/main" id="{8E2A7565-0E64-7BB4-76B9-44DE9A0E753F}"/>
              </a:ext>
            </a:extLst>
          </p:cNvPr>
          <p:cNvSpPr>
            <a:spLocks noGrp="1" noRot="1" noChangeAspect="1" noChangeArrowheads="1" noTextEdit="1"/>
          </p:cNvSpPr>
          <p:nvPr>
            <p:ph type="sldImg"/>
          </p:nvPr>
        </p:nvSpPr>
        <p:spPr>
          <a:ln/>
        </p:spPr>
      </p:sp>
      <p:sp>
        <p:nvSpPr>
          <p:cNvPr id="217091" name="Rectangle 3">
            <a:extLst>
              <a:ext uri="{FF2B5EF4-FFF2-40B4-BE49-F238E27FC236}">
                <a16:creationId xmlns:a16="http://schemas.microsoft.com/office/drawing/2014/main" id="{EE70C98C-B033-4EF9-8B13-6220D7C7CC39}"/>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D7B3396-A03F-1E74-AE61-333EC81A9AC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31747" name="Rectangle 3">
            <a:extLst>
              <a:ext uri="{FF2B5EF4-FFF2-40B4-BE49-F238E27FC236}">
                <a16:creationId xmlns:a16="http://schemas.microsoft.com/office/drawing/2014/main" id="{2F96CEF9-73A1-7A1D-4079-FBADDDACC40F}"/>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31748" name="Rectangle 6">
            <a:extLst>
              <a:ext uri="{FF2B5EF4-FFF2-40B4-BE49-F238E27FC236}">
                <a16:creationId xmlns:a16="http://schemas.microsoft.com/office/drawing/2014/main" id="{79AEA74B-3536-2C92-6719-FA5D1F44CF16}"/>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1749" name="Rectangle 7">
            <a:extLst>
              <a:ext uri="{FF2B5EF4-FFF2-40B4-BE49-F238E27FC236}">
                <a16:creationId xmlns:a16="http://schemas.microsoft.com/office/drawing/2014/main" id="{034972ED-882B-E6F1-F3F8-B2FCCE69756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8C4BE3D1-5067-438B-872A-7637C136AB6C}" type="slidenum">
              <a:rPr lang="en-AU" altLang="en-US" sz="1200" smtClean="0">
                <a:latin typeface="Times New Roman" panose="02020603050405020304" pitchFamily="18" charset="0"/>
              </a:rPr>
              <a:pPr/>
              <a:t>15</a:t>
            </a:fld>
            <a:endParaRPr lang="en-AU" altLang="en-US" sz="1200">
              <a:latin typeface="Times New Roman" panose="02020603050405020304" pitchFamily="18" charset="0"/>
            </a:endParaRPr>
          </a:p>
        </p:txBody>
      </p:sp>
      <p:sp>
        <p:nvSpPr>
          <p:cNvPr id="31750" name="Rectangle 2">
            <a:extLst>
              <a:ext uri="{FF2B5EF4-FFF2-40B4-BE49-F238E27FC236}">
                <a16:creationId xmlns:a16="http://schemas.microsoft.com/office/drawing/2014/main" id="{B5DF7F85-FE93-5201-140B-20C49E7857C1}"/>
              </a:ext>
            </a:extLst>
          </p:cNvPr>
          <p:cNvSpPr>
            <a:spLocks noGrp="1" noRot="1" noChangeAspect="1" noChangeArrowheads="1" noTextEdit="1"/>
          </p:cNvSpPr>
          <p:nvPr>
            <p:ph type="sldImg"/>
          </p:nvPr>
        </p:nvSpPr>
        <p:spPr>
          <a:xfrm>
            <a:off x="990600" y="766763"/>
            <a:ext cx="5118100" cy="3838575"/>
          </a:xfrm>
          <a:solidFill>
            <a:srgbClr val="FFFFFF"/>
          </a:solidFill>
          <a:ln/>
        </p:spPr>
      </p:sp>
      <p:sp>
        <p:nvSpPr>
          <p:cNvPr id="31751" name="Rectangle 3">
            <a:extLst>
              <a:ext uri="{FF2B5EF4-FFF2-40B4-BE49-F238E27FC236}">
                <a16:creationId xmlns:a16="http://schemas.microsoft.com/office/drawing/2014/main" id="{8191C9CA-D3B7-AE00-B58A-D29EFEFF6637}"/>
              </a:ext>
            </a:extLst>
          </p:cNvPr>
          <p:cNvSpPr>
            <a:spLocks noGrp="1" noChangeArrowheads="1"/>
          </p:cNvSpPr>
          <p:nvPr>
            <p:ph type="body" idx="1"/>
          </p:nvPr>
        </p:nvSpPr>
        <p:spPr>
          <a:xfrm>
            <a:off x="947738" y="4860925"/>
            <a:ext cx="5203825" cy="4606925"/>
          </a:xfrm>
          <a:solidFill>
            <a:srgbClr val="FFFFFF"/>
          </a:solidFill>
          <a:ln>
            <a:solidFill>
              <a:srgbClr val="000000"/>
            </a:solidFill>
            <a:miter lim="800000"/>
            <a:headEnd/>
            <a:tailEnd/>
          </a:ln>
        </p:spPr>
        <p:txBody>
          <a:bodyPr lIns="96460" tIns="48230" rIns="96460" bIns="48230"/>
          <a:lstStyle/>
          <a:p>
            <a:r>
              <a:rPr lang="en-US" altLang="en-US">
                <a:latin typeface="Times New Roman" panose="02020603050405020304" pitchFamily="18" charset="0"/>
              </a:rPr>
              <a:t>This slide probably needs quite a bit of explanation…</a:t>
            </a:r>
          </a:p>
          <a:p>
            <a:r>
              <a:rPr lang="en-US" altLang="en-US">
                <a:latin typeface="Times New Roman" panose="02020603050405020304" pitchFamily="18" charset="0"/>
              </a:rPr>
              <a:t>Data requirements should remain as abstract as possible… otherwise, we are specifying a solution already…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94231FE-87EA-AEA7-4C7C-BB608EBEA28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33795" name="Rectangle 3">
            <a:extLst>
              <a:ext uri="{FF2B5EF4-FFF2-40B4-BE49-F238E27FC236}">
                <a16:creationId xmlns:a16="http://schemas.microsoft.com/office/drawing/2014/main" id="{94268910-8D12-7CEC-80DF-A39AA7E6470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33796" name="Rectangle 6">
            <a:extLst>
              <a:ext uri="{FF2B5EF4-FFF2-40B4-BE49-F238E27FC236}">
                <a16:creationId xmlns:a16="http://schemas.microsoft.com/office/drawing/2014/main" id="{49AFF443-A13D-B330-3943-658559A0DB40}"/>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3797" name="Rectangle 7">
            <a:extLst>
              <a:ext uri="{FF2B5EF4-FFF2-40B4-BE49-F238E27FC236}">
                <a16:creationId xmlns:a16="http://schemas.microsoft.com/office/drawing/2014/main" id="{F3B5EB88-5E58-B0ED-CD2D-0F258614FE5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B02D5CA3-F57D-45F6-B968-2FDB0B5EE3CA}" type="slidenum">
              <a:rPr lang="en-AU" altLang="en-US" sz="1200" smtClean="0">
                <a:latin typeface="Times New Roman" panose="02020603050405020304" pitchFamily="18" charset="0"/>
              </a:rPr>
              <a:pPr/>
              <a:t>16</a:t>
            </a:fld>
            <a:endParaRPr lang="en-AU" altLang="en-US" sz="1200">
              <a:latin typeface="Times New Roman" panose="02020603050405020304" pitchFamily="18" charset="0"/>
            </a:endParaRPr>
          </a:p>
        </p:txBody>
      </p:sp>
      <p:sp>
        <p:nvSpPr>
          <p:cNvPr id="33798" name="Rectangle 2">
            <a:extLst>
              <a:ext uri="{FF2B5EF4-FFF2-40B4-BE49-F238E27FC236}">
                <a16:creationId xmlns:a16="http://schemas.microsoft.com/office/drawing/2014/main" id="{12C3DE44-478B-1C5B-6ECC-77B3EEF350DC}"/>
              </a:ext>
            </a:extLst>
          </p:cNvPr>
          <p:cNvSpPr>
            <a:spLocks noGrp="1" noRot="1" noChangeAspect="1" noChangeArrowheads="1" noTextEdit="1"/>
          </p:cNvSpPr>
          <p:nvPr>
            <p:ph type="sldImg"/>
          </p:nvPr>
        </p:nvSpPr>
        <p:spPr>
          <a:xfrm>
            <a:off x="990600" y="766763"/>
            <a:ext cx="5118100" cy="3838575"/>
          </a:xfrm>
          <a:solidFill>
            <a:srgbClr val="FFFFFF"/>
          </a:solidFill>
          <a:ln/>
        </p:spPr>
      </p:sp>
      <p:sp>
        <p:nvSpPr>
          <p:cNvPr id="33799" name="Rectangle 3">
            <a:extLst>
              <a:ext uri="{FF2B5EF4-FFF2-40B4-BE49-F238E27FC236}">
                <a16:creationId xmlns:a16="http://schemas.microsoft.com/office/drawing/2014/main" id="{F5EC6D53-BAFC-6089-5D33-92E7B91015DC}"/>
              </a:ext>
            </a:extLst>
          </p:cNvPr>
          <p:cNvSpPr>
            <a:spLocks noGrp="1" noChangeArrowheads="1"/>
          </p:cNvSpPr>
          <p:nvPr>
            <p:ph type="body" idx="1"/>
          </p:nvPr>
        </p:nvSpPr>
        <p:spPr>
          <a:xfrm>
            <a:off x="947738" y="4860925"/>
            <a:ext cx="5203825" cy="4606925"/>
          </a:xfrm>
          <a:solidFill>
            <a:srgbClr val="FFFFFF"/>
          </a:solidFill>
          <a:ln>
            <a:solidFill>
              <a:srgbClr val="000000"/>
            </a:solidFill>
            <a:miter lim="800000"/>
            <a:headEnd/>
            <a:tailEnd/>
          </a:ln>
        </p:spPr>
        <p:txBody>
          <a:bodyPr lIns="96460" tIns="48230" rIns="96460" bIns="48230"/>
          <a:lstStyle/>
          <a:p>
            <a:r>
              <a:rPr lang="en-US" altLang="en-US">
                <a:latin typeface="Times New Roman" panose="02020603050405020304" pitchFamily="18" charset="0"/>
              </a:rPr>
              <a:t>We can discuss these requirements in quite some detail… task for the ‘user’ to write them up in a better way…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6645DBB-7A39-3702-91AB-B61F97BE8C9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35843" name="Rectangle 3">
            <a:extLst>
              <a:ext uri="{FF2B5EF4-FFF2-40B4-BE49-F238E27FC236}">
                <a16:creationId xmlns:a16="http://schemas.microsoft.com/office/drawing/2014/main" id="{B077EFC0-F8DB-4B02-5FB2-2D6302EFA6A8}"/>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35844" name="Rectangle 6">
            <a:extLst>
              <a:ext uri="{FF2B5EF4-FFF2-40B4-BE49-F238E27FC236}">
                <a16:creationId xmlns:a16="http://schemas.microsoft.com/office/drawing/2014/main" id="{85D9AF9B-CA88-E3F2-9E85-7E694A08593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3700"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5845" name="Rectangle 7">
            <a:extLst>
              <a:ext uri="{FF2B5EF4-FFF2-40B4-BE49-F238E27FC236}">
                <a16:creationId xmlns:a16="http://schemas.microsoft.com/office/drawing/2014/main" id="{20C314DC-00C3-5400-3FA3-9D6BE2F8D6D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3700"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0650929-C7FE-4E0D-B897-13DB8BA7C38C}" type="slidenum">
              <a:rPr lang="en-AU" altLang="en-US" sz="1200" smtClean="0">
                <a:latin typeface="Times New Roman" panose="02020603050405020304" pitchFamily="18" charset="0"/>
              </a:rPr>
              <a:pPr/>
              <a:t>17</a:t>
            </a:fld>
            <a:endParaRPr lang="en-AU" altLang="en-US" sz="1200">
              <a:latin typeface="Times New Roman" panose="02020603050405020304" pitchFamily="18" charset="0"/>
            </a:endParaRPr>
          </a:p>
        </p:txBody>
      </p:sp>
      <p:sp>
        <p:nvSpPr>
          <p:cNvPr id="35846" name="Rectangle 2">
            <a:extLst>
              <a:ext uri="{FF2B5EF4-FFF2-40B4-BE49-F238E27FC236}">
                <a16:creationId xmlns:a16="http://schemas.microsoft.com/office/drawing/2014/main" id="{372CDD27-B2B0-974A-6B67-8343A51652F4}"/>
              </a:ext>
            </a:extLst>
          </p:cNvPr>
          <p:cNvSpPr>
            <a:spLocks noGrp="1" noRot="1" noChangeAspect="1" noChangeArrowheads="1" noTextEdit="1"/>
          </p:cNvSpPr>
          <p:nvPr>
            <p:ph type="sldImg"/>
          </p:nvPr>
        </p:nvSpPr>
        <p:spPr>
          <a:xfrm>
            <a:off x="992188" y="768350"/>
            <a:ext cx="5116512" cy="3836988"/>
          </a:xfrm>
          <a:solidFill>
            <a:srgbClr val="FFFFFF"/>
          </a:solidFill>
          <a:ln/>
        </p:spPr>
      </p:sp>
      <p:sp>
        <p:nvSpPr>
          <p:cNvPr id="521219" name="Rectangle 3">
            <a:extLst>
              <a:ext uri="{FF2B5EF4-FFF2-40B4-BE49-F238E27FC236}">
                <a16:creationId xmlns:a16="http://schemas.microsoft.com/office/drawing/2014/main" id="{36AEC4E8-8E98-F983-1A99-6C3A543E5B43}"/>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6" tIns="49523" rIns="99046" bIns="49523"/>
          <a:lstStyle/>
          <a:p>
            <a:pPr eaLnBrk="1" hangingPunct="1">
              <a:defRPr/>
            </a:pPr>
            <a:endParaRPr lang="en-US">
              <a:ea typeface="ＭＳ Ｐゴシック" charset="0"/>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99107911-DA48-0568-7DA1-EA45B696314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37891" name="Rectangle 3">
            <a:extLst>
              <a:ext uri="{FF2B5EF4-FFF2-40B4-BE49-F238E27FC236}">
                <a16:creationId xmlns:a16="http://schemas.microsoft.com/office/drawing/2014/main" id="{55FBBECD-D7FC-82AB-17F2-4FACA5E6B4B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37892" name="Rectangle 6">
            <a:extLst>
              <a:ext uri="{FF2B5EF4-FFF2-40B4-BE49-F238E27FC236}">
                <a16:creationId xmlns:a16="http://schemas.microsoft.com/office/drawing/2014/main" id="{E94014AA-DF36-3EF7-765A-36ABA0D00094}"/>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7893" name="Rectangle 7">
            <a:extLst>
              <a:ext uri="{FF2B5EF4-FFF2-40B4-BE49-F238E27FC236}">
                <a16:creationId xmlns:a16="http://schemas.microsoft.com/office/drawing/2014/main" id="{EBA37280-C764-6243-4B1D-B1BE38C8960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AC76238A-FFBE-4CC3-9D77-7D38EC4922A2}" type="slidenum">
              <a:rPr lang="en-AU" altLang="en-US" sz="1200" smtClean="0">
                <a:latin typeface="Times New Roman" panose="02020603050405020304" pitchFamily="18" charset="0"/>
              </a:rPr>
              <a:pPr/>
              <a:t>18</a:t>
            </a:fld>
            <a:endParaRPr lang="en-AU" altLang="en-US" sz="1200">
              <a:latin typeface="Times New Roman" panose="02020603050405020304" pitchFamily="18" charset="0"/>
            </a:endParaRPr>
          </a:p>
        </p:txBody>
      </p:sp>
      <p:sp>
        <p:nvSpPr>
          <p:cNvPr id="37894" name="Rectangle 2">
            <a:extLst>
              <a:ext uri="{FF2B5EF4-FFF2-40B4-BE49-F238E27FC236}">
                <a16:creationId xmlns:a16="http://schemas.microsoft.com/office/drawing/2014/main" id="{D23DD0C6-DE30-A89A-CD53-4ABA89DB92EF}"/>
              </a:ext>
            </a:extLst>
          </p:cNvPr>
          <p:cNvSpPr>
            <a:spLocks noGrp="1" noRot="1" noChangeAspect="1" noChangeArrowheads="1" noTextEdit="1"/>
          </p:cNvSpPr>
          <p:nvPr>
            <p:ph type="sldImg"/>
          </p:nvPr>
        </p:nvSpPr>
        <p:spPr>
          <a:ln/>
        </p:spPr>
      </p:sp>
      <p:sp>
        <p:nvSpPr>
          <p:cNvPr id="218115" name="Rectangle 3">
            <a:extLst>
              <a:ext uri="{FF2B5EF4-FFF2-40B4-BE49-F238E27FC236}">
                <a16:creationId xmlns:a16="http://schemas.microsoft.com/office/drawing/2014/main" id="{D882722E-033F-6C30-348C-DC45F77EAA6F}"/>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075B0B57-B4DD-7BD5-4701-7F5E6E06F08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39939" name="Rectangle 3">
            <a:extLst>
              <a:ext uri="{FF2B5EF4-FFF2-40B4-BE49-F238E27FC236}">
                <a16:creationId xmlns:a16="http://schemas.microsoft.com/office/drawing/2014/main" id="{A9685FCB-42C0-3385-E690-2AF366C16710}"/>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39940" name="Footer Placeholder 6">
            <a:extLst>
              <a:ext uri="{FF2B5EF4-FFF2-40B4-BE49-F238E27FC236}">
                <a16:creationId xmlns:a16="http://schemas.microsoft.com/office/drawing/2014/main" id="{25687339-F365-D686-E48C-A286B34EAF2A}"/>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39941" name="Slide Number Placeholder 7">
            <a:extLst>
              <a:ext uri="{FF2B5EF4-FFF2-40B4-BE49-F238E27FC236}">
                <a16:creationId xmlns:a16="http://schemas.microsoft.com/office/drawing/2014/main" id="{F1519312-822D-15B5-254E-38DCC1D35A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40C4FC7-8F4C-45C8-B624-A27E36B800D9}" type="slidenum">
              <a:rPr lang="en-AU" altLang="en-US" sz="1200" smtClean="0">
                <a:latin typeface="Times New Roman" panose="02020603050405020304" pitchFamily="18" charset="0"/>
              </a:rPr>
              <a:pPr/>
              <a:t>19</a:t>
            </a:fld>
            <a:endParaRPr lang="en-AU" altLang="en-US" sz="1200">
              <a:latin typeface="Times New Roman" panose="02020603050405020304" pitchFamily="18" charset="0"/>
            </a:endParaRPr>
          </a:p>
        </p:txBody>
      </p:sp>
      <p:sp>
        <p:nvSpPr>
          <p:cNvPr id="39942" name="Rectangle 7">
            <a:extLst>
              <a:ext uri="{FF2B5EF4-FFF2-40B4-BE49-F238E27FC236}">
                <a16:creationId xmlns:a16="http://schemas.microsoft.com/office/drawing/2014/main" id="{A0E8DE1B-6B78-1C1A-1C49-BFE993BA8DE5}"/>
              </a:ext>
            </a:extLst>
          </p:cNvPr>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sz="2400">
                <a:solidFill>
                  <a:schemeClr val="tx1"/>
                </a:solidFill>
                <a:latin typeface="Arial Narrow" panose="020B0606020202030204" pitchFamily="34" charset="0"/>
                <a:ea typeface="MS PGothic" panose="020B0600070205080204" pitchFamily="34" charset="-128"/>
              </a:defRPr>
            </a:lvl1pPr>
            <a:lvl2pPr marL="742950" indent="-285750" defTabSz="990600">
              <a:defRPr sz="2400">
                <a:solidFill>
                  <a:schemeClr val="tx1"/>
                </a:solidFill>
                <a:latin typeface="Arial Narrow" panose="020B0606020202030204" pitchFamily="34" charset="0"/>
                <a:ea typeface="MS PGothic" panose="020B0600070205080204" pitchFamily="34" charset="-128"/>
              </a:defRPr>
            </a:lvl2pPr>
            <a:lvl3pPr marL="1143000" indent="-228600" defTabSz="990600">
              <a:defRPr sz="2400">
                <a:solidFill>
                  <a:schemeClr val="tx1"/>
                </a:solidFill>
                <a:latin typeface="Arial Narrow" panose="020B0606020202030204" pitchFamily="34" charset="0"/>
                <a:ea typeface="MS PGothic" panose="020B0600070205080204" pitchFamily="34" charset="-128"/>
              </a:defRPr>
            </a:lvl3pPr>
            <a:lvl4pPr marL="1600200" indent="-228600" defTabSz="990600">
              <a:defRPr sz="2400">
                <a:solidFill>
                  <a:schemeClr val="tx1"/>
                </a:solidFill>
                <a:latin typeface="Arial Narrow" panose="020B0606020202030204" pitchFamily="34" charset="0"/>
                <a:ea typeface="MS PGothic" panose="020B0600070205080204" pitchFamily="34" charset="-128"/>
              </a:defRPr>
            </a:lvl4pPr>
            <a:lvl5pPr marL="2057400" indent="-228600" defTabSz="990600">
              <a:defRPr sz="2400">
                <a:solidFill>
                  <a:schemeClr val="tx1"/>
                </a:solidFill>
                <a:latin typeface="Arial Narrow" panose="020B0606020202030204" pitchFamily="34" charset="0"/>
                <a:ea typeface="MS PGothic" panose="020B0600070205080204" pitchFamily="34" charset="-128"/>
              </a:defRPr>
            </a:lvl5pPr>
            <a:lvl6pPr marL="25146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r"/>
            <a:fld id="{813C5725-08ED-4DE7-8A38-68511FF483B4}" type="slidenum">
              <a:rPr lang="en-US" altLang="en-US" sz="1300"/>
              <a:pPr algn="r"/>
              <a:t>19</a:t>
            </a:fld>
            <a:endParaRPr lang="en-US" altLang="en-US" sz="1300"/>
          </a:p>
        </p:txBody>
      </p:sp>
      <p:sp>
        <p:nvSpPr>
          <p:cNvPr id="39943" name="Rectangle 2">
            <a:extLst>
              <a:ext uri="{FF2B5EF4-FFF2-40B4-BE49-F238E27FC236}">
                <a16:creationId xmlns:a16="http://schemas.microsoft.com/office/drawing/2014/main" id="{E6DA128C-C055-59E0-B2F1-25CBE2D08A70}"/>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39944" name="Rectangle 3">
            <a:extLst>
              <a:ext uri="{FF2B5EF4-FFF2-40B4-BE49-F238E27FC236}">
                <a16:creationId xmlns:a16="http://schemas.microsoft.com/office/drawing/2014/main" id="{04F5A537-1836-9026-D54D-A433C5475057}"/>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r>
              <a:rPr lang="en-US" altLang="en-US">
                <a:latin typeface="Times New Roman" panose="02020603050405020304" pitchFamily="18" charset="0"/>
              </a:rPr>
              <a:t>Note that scenarios give you “context”, but not necessarily fully complete requirements…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C72AEF6-842D-67EF-D0F9-308E4B53E44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41987" name="Rectangle 3">
            <a:extLst>
              <a:ext uri="{FF2B5EF4-FFF2-40B4-BE49-F238E27FC236}">
                <a16:creationId xmlns:a16="http://schemas.microsoft.com/office/drawing/2014/main" id="{1315895B-6CB6-DD27-17D5-BC3A7823511C}"/>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41988" name="Footer Placeholder 6">
            <a:extLst>
              <a:ext uri="{FF2B5EF4-FFF2-40B4-BE49-F238E27FC236}">
                <a16:creationId xmlns:a16="http://schemas.microsoft.com/office/drawing/2014/main" id="{8CF8E60C-23C9-DBB9-B65F-136D5793C43A}"/>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41989" name="Slide Number Placeholder 7">
            <a:extLst>
              <a:ext uri="{FF2B5EF4-FFF2-40B4-BE49-F238E27FC236}">
                <a16:creationId xmlns:a16="http://schemas.microsoft.com/office/drawing/2014/main" id="{CB8FB524-057A-97B0-838B-BF2EEB39C09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22DB690-7D97-4C94-B080-0B820915B4E4}" type="slidenum">
              <a:rPr lang="en-AU" altLang="en-US" sz="1200" smtClean="0">
                <a:latin typeface="Times New Roman" panose="02020603050405020304" pitchFamily="18" charset="0"/>
              </a:rPr>
              <a:pPr/>
              <a:t>20</a:t>
            </a:fld>
            <a:endParaRPr lang="en-AU" altLang="en-US" sz="1200">
              <a:latin typeface="Times New Roman" panose="02020603050405020304" pitchFamily="18" charset="0"/>
            </a:endParaRPr>
          </a:p>
        </p:txBody>
      </p:sp>
      <p:sp>
        <p:nvSpPr>
          <p:cNvPr id="41990" name="Rectangle 7">
            <a:extLst>
              <a:ext uri="{FF2B5EF4-FFF2-40B4-BE49-F238E27FC236}">
                <a16:creationId xmlns:a16="http://schemas.microsoft.com/office/drawing/2014/main" id="{88FD96EB-E30F-0D2E-E54E-32A1BF9E890C}"/>
              </a:ext>
            </a:extLst>
          </p:cNvPr>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sz="2400">
                <a:solidFill>
                  <a:schemeClr val="tx1"/>
                </a:solidFill>
                <a:latin typeface="Arial Narrow" panose="020B0606020202030204" pitchFamily="34" charset="0"/>
                <a:ea typeface="MS PGothic" panose="020B0600070205080204" pitchFamily="34" charset="-128"/>
              </a:defRPr>
            </a:lvl1pPr>
            <a:lvl2pPr marL="742950" indent="-285750" defTabSz="990600">
              <a:defRPr sz="2400">
                <a:solidFill>
                  <a:schemeClr val="tx1"/>
                </a:solidFill>
                <a:latin typeface="Arial Narrow" panose="020B0606020202030204" pitchFamily="34" charset="0"/>
                <a:ea typeface="MS PGothic" panose="020B0600070205080204" pitchFamily="34" charset="-128"/>
              </a:defRPr>
            </a:lvl2pPr>
            <a:lvl3pPr marL="1143000" indent="-228600" defTabSz="990600">
              <a:defRPr sz="2400">
                <a:solidFill>
                  <a:schemeClr val="tx1"/>
                </a:solidFill>
                <a:latin typeface="Arial Narrow" panose="020B0606020202030204" pitchFamily="34" charset="0"/>
                <a:ea typeface="MS PGothic" panose="020B0600070205080204" pitchFamily="34" charset="-128"/>
              </a:defRPr>
            </a:lvl3pPr>
            <a:lvl4pPr marL="1600200" indent="-228600" defTabSz="990600">
              <a:defRPr sz="2400">
                <a:solidFill>
                  <a:schemeClr val="tx1"/>
                </a:solidFill>
                <a:latin typeface="Arial Narrow" panose="020B0606020202030204" pitchFamily="34" charset="0"/>
                <a:ea typeface="MS PGothic" panose="020B0600070205080204" pitchFamily="34" charset="-128"/>
              </a:defRPr>
            </a:lvl4pPr>
            <a:lvl5pPr marL="2057400" indent="-228600" defTabSz="990600">
              <a:defRPr sz="2400">
                <a:solidFill>
                  <a:schemeClr val="tx1"/>
                </a:solidFill>
                <a:latin typeface="Arial Narrow" panose="020B0606020202030204" pitchFamily="34" charset="0"/>
                <a:ea typeface="MS PGothic" panose="020B0600070205080204" pitchFamily="34" charset="-128"/>
              </a:defRPr>
            </a:lvl5pPr>
            <a:lvl6pPr marL="25146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r"/>
            <a:fld id="{28D35A50-69C1-44AA-97FD-4BA9A40D5952}" type="slidenum">
              <a:rPr lang="en-US" altLang="en-US" sz="1300"/>
              <a:pPr algn="r"/>
              <a:t>20</a:t>
            </a:fld>
            <a:endParaRPr lang="en-US" altLang="en-US" sz="1300"/>
          </a:p>
        </p:txBody>
      </p:sp>
      <p:sp>
        <p:nvSpPr>
          <p:cNvPr id="41991" name="Rectangle 2">
            <a:extLst>
              <a:ext uri="{FF2B5EF4-FFF2-40B4-BE49-F238E27FC236}">
                <a16:creationId xmlns:a16="http://schemas.microsoft.com/office/drawing/2014/main" id="{C87D9F93-24FB-D9D7-1D31-168AB6DD609D}"/>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203780" name="Rectangle 3">
            <a:extLst>
              <a:ext uri="{FF2B5EF4-FFF2-40B4-BE49-F238E27FC236}">
                <a16:creationId xmlns:a16="http://schemas.microsoft.com/office/drawing/2014/main" id="{60B0259B-A9BD-078E-F942-0B1C1EE5DE1F}"/>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r>
              <a:rPr lang="en-US">
                <a:ea typeface="ＭＳ Ｐゴシック" charset="0"/>
                <a:cs typeface="+mn-cs"/>
              </a:rPr>
              <a:t>Main success scenario</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B01DDC34-307C-F6A1-6064-9AE3520779A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44035" name="Rectangle 3">
            <a:extLst>
              <a:ext uri="{FF2B5EF4-FFF2-40B4-BE49-F238E27FC236}">
                <a16:creationId xmlns:a16="http://schemas.microsoft.com/office/drawing/2014/main" id="{CD9BE835-E025-AE0D-2417-CD4012F8AB32}"/>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44036" name="Footer Placeholder 6">
            <a:extLst>
              <a:ext uri="{FF2B5EF4-FFF2-40B4-BE49-F238E27FC236}">
                <a16:creationId xmlns:a16="http://schemas.microsoft.com/office/drawing/2014/main" id="{D2FADE99-1486-FF97-566D-3ABD37967E3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44037" name="Slide Number Placeholder 7">
            <a:extLst>
              <a:ext uri="{FF2B5EF4-FFF2-40B4-BE49-F238E27FC236}">
                <a16:creationId xmlns:a16="http://schemas.microsoft.com/office/drawing/2014/main" id="{52369468-D52D-B4A8-D3B6-9D23A879686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4677CF9-8856-4051-BF48-85C13666DE3F}" type="slidenum">
              <a:rPr lang="en-AU" altLang="en-US" sz="1200" smtClean="0">
                <a:latin typeface="Times New Roman" panose="02020603050405020304" pitchFamily="18" charset="0"/>
              </a:rPr>
              <a:pPr/>
              <a:t>21</a:t>
            </a:fld>
            <a:endParaRPr lang="en-AU" altLang="en-US" sz="1200">
              <a:latin typeface="Times New Roman" panose="02020603050405020304" pitchFamily="18" charset="0"/>
            </a:endParaRPr>
          </a:p>
        </p:txBody>
      </p:sp>
      <p:sp>
        <p:nvSpPr>
          <p:cNvPr id="44038" name="Rectangle 7">
            <a:extLst>
              <a:ext uri="{FF2B5EF4-FFF2-40B4-BE49-F238E27FC236}">
                <a16:creationId xmlns:a16="http://schemas.microsoft.com/office/drawing/2014/main" id="{6B0FF46B-4A74-48D6-A648-5AD59B7C7106}"/>
              </a:ext>
            </a:extLst>
          </p:cNvPr>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sz="2400">
                <a:solidFill>
                  <a:schemeClr val="tx1"/>
                </a:solidFill>
                <a:latin typeface="Arial Narrow" panose="020B0606020202030204" pitchFamily="34" charset="0"/>
                <a:ea typeface="MS PGothic" panose="020B0600070205080204" pitchFamily="34" charset="-128"/>
              </a:defRPr>
            </a:lvl1pPr>
            <a:lvl2pPr marL="742950" indent="-285750" defTabSz="990600">
              <a:defRPr sz="2400">
                <a:solidFill>
                  <a:schemeClr val="tx1"/>
                </a:solidFill>
                <a:latin typeface="Arial Narrow" panose="020B0606020202030204" pitchFamily="34" charset="0"/>
                <a:ea typeface="MS PGothic" panose="020B0600070205080204" pitchFamily="34" charset="-128"/>
              </a:defRPr>
            </a:lvl2pPr>
            <a:lvl3pPr marL="1143000" indent="-228600" defTabSz="990600">
              <a:defRPr sz="2400">
                <a:solidFill>
                  <a:schemeClr val="tx1"/>
                </a:solidFill>
                <a:latin typeface="Arial Narrow" panose="020B0606020202030204" pitchFamily="34" charset="0"/>
                <a:ea typeface="MS PGothic" panose="020B0600070205080204" pitchFamily="34" charset="-128"/>
              </a:defRPr>
            </a:lvl3pPr>
            <a:lvl4pPr marL="1600200" indent="-228600" defTabSz="990600">
              <a:defRPr sz="2400">
                <a:solidFill>
                  <a:schemeClr val="tx1"/>
                </a:solidFill>
                <a:latin typeface="Arial Narrow" panose="020B0606020202030204" pitchFamily="34" charset="0"/>
                <a:ea typeface="MS PGothic" panose="020B0600070205080204" pitchFamily="34" charset="-128"/>
              </a:defRPr>
            </a:lvl4pPr>
            <a:lvl5pPr marL="2057400" indent="-228600" defTabSz="990600">
              <a:defRPr sz="2400">
                <a:solidFill>
                  <a:schemeClr val="tx1"/>
                </a:solidFill>
                <a:latin typeface="Arial Narrow" panose="020B0606020202030204" pitchFamily="34" charset="0"/>
                <a:ea typeface="MS PGothic" panose="020B0600070205080204" pitchFamily="34" charset="-128"/>
              </a:defRPr>
            </a:lvl5pPr>
            <a:lvl6pPr marL="25146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r"/>
            <a:fld id="{42689E6F-2F59-4376-8B3C-EF695653668A}" type="slidenum">
              <a:rPr lang="en-US" altLang="en-US" sz="1300"/>
              <a:pPr algn="r"/>
              <a:t>21</a:t>
            </a:fld>
            <a:endParaRPr lang="en-US" altLang="en-US" sz="1300"/>
          </a:p>
        </p:txBody>
      </p:sp>
      <p:sp>
        <p:nvSpPr>
          <p:cNvPr id="44039" name="Rectangle 2">
            <a:extLst>
              <a:ext uri="{FF2B5EF4-FFF2-40B4-BE49-F238E27FC236}">
                <a16:creationId xmlns:a16="http://schemas.microsoft.com/office/drawing/2014/main" id="{15698266-ECC0-6CA0-DE96-1A33F9223AF3}"/>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207876" name="Rectangle 3">
            <a:extLst>
              <a:ext uri="{FF2B5EF4-FFF2-40B4-BE49-F238E27FC236}">
                <a16:creationId xmlns:a16="http://schemas.microsoft.com/office/drawing/2014/main" id="{1A5EE999-ABBF-EFAA-EA95-90A3B9F0384C}"/>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A0EB8DC1-9AB6-A152-8EDF-154FA170ECF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46083" name="Rectangle 3">
            <a:extLst>
              <a:ext uri="{FF2B5EF4-FFF2-40B4-BE49-F238E27FC236}">
                <a16:creationId xmlns:a16="http://schemas.microsoft.com/office/drawing/2014/main" id="{CA46F05A-61FD-C10B-99C5-F20D9FE930E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46084" name="Footer Placeholder 6">
            <a:extLst>
              <a:ext uri="{FF2B5EF4-FFF2-40B4-BE49-F238E27FC236}">
                <a16:creationId xmlns:a16="http://schemas.microsoft.com/office/drawing/2014/main" id="{5911A585-960C-6A44-0B61-05E03C20B803}"/>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46085" name="Slide Number Placeholder 7">
            <a:extLst>
              <a:ext uri="{FF2B5EF4-FFF2-40B4-BE49-F238E27FC236}">
                <a16:creationId xmlns:a16="http://schemas.microsoft.com/office/drawing/2014/main" id="{D98993D4-EE64-10FE-F932-6460561DF40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E8ABA138-B2E1-4B85-898B-B8EE8EE78E4F}" type="slidenum">
              <a:rPr lang="en-AU" altLang="en-US" sz="1200" smtClean="0">
                <a:latin typeface="Times New Roman" panose="02020603050405020304" pitchFamily="18" charset="0"/>
              </a:rPr>
              <a:pPr/>
              <a:t>22</a:t>
            </a:fld>
            <a:endParaRPr lang="en-AU" altLang="en-US" sz="1200">
              <a:latin typeface="Times New Roman" panose="02020603050405020304" pitchFamily="18" charset="0"/>
            </a:endParaRPr>
          </a:p>
        </p:txBody>
      </p:sp>
      <p:sp>
        <p:nvSpPr>
          <p:cNvPr id="46086" name="Rectangle 7">
            <a:extLst>
              <a:ext uri="{FF2B5EF4-FFF2-40B4-BE49-F238E27FC236}">
                <a16:creationId xmlns:a16="http://schemas.microsoft.com/office/drawing/2014/main" id="{5B05F217-D29E-29BE-B39C-92E993553BC7}"/>
              </a:ext>
            </a:extLst>
          </p:cNvPr>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sz="2400">
                <a:solidFill>
                  <a:schemeClr val="tx1"/>
                </a:solidFill>
                <a:latin typeface="Arial Narrow" panose="020B0606020202030204" pitchFamily="34" charset="0"/>
                <a:ea typeface="MS PGothic" panose="020B0600070205080204" pitchFamily="34" charset="-128"/>
              </a:defRPr>
            </a:lvl1pPr>
            <a:lvl2pPr marL="742950" indent="-285750" defTabSz="990600">
              <a:defRPr sz="2400">
                <a:solidFill>
                  <a:schemeClr val="tx1"/>
                </a:solidFill>
                <a:latin typeface="Arial Narrow" panose="020B0606020202030204" pitchFamily="34" charset="0"/>
                <a:ea typeface="MS PGothic" panose="020B0600070205080204" pitchFamily="34" charset="-128"/>
              </a:defRPr>
            </a:lvl2pPr>
            <a:lvl3pPr marL="1143000" indent="-228600" defTabSz="990600">
              <a:defRPr sz="2400">
                <a:solidFill>
                  <a:schemeClr val="tx1"/>
                </a:solidFill>
                <a:latin typeface="Arial Narrow" panose="020B0606020202030204" pitchFamily="34" charset="0"/>
                <a:ea typeface="MS PGothic" panose="020B0600070205080204" pitchFamily="34" charset="-128"/>
              </a:defRPr>
            </a:lvl3pPr>
            <a:lvl4pPr marL="1600200" indent="-228600" defTabSz="990600">
              <a:defRPr sz="2400">
                <a:solidFill>
                  <a:schemeClr val="tx1"/>
                </a:solidFill>
                <a:latin typeface="Arial Narrow" panose="020B0606020202030204" pitchFamily="34" charset="0"/>
                <a:ea typeface="MS PGothic" panose="020B0600070205080204" pitchFamily="34" charset="-128"/>
              </a:defRPr>
            </a:lvl4pPr>
            <a:lvl5pPr marL="2057400" indent="-228600" defTabSz="990600">
              <a:defRPr sz="2400">
                <a:solidFill>
                  <a:schemeClr val="tx1"/>
                </a:solidFill>
                <a:latin typeface="Arial Narrow" panose="020B0606020202030204" pitchFamily="34" charset="0"/>
                <a:ea typeface="MS PGothic" panose="020B0600070205080204" pitchFamily="34" charset="-128"/>
              </a:defRPr>
            </a:lvl5pPr>
            <a:lvl6pPr marL="25146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90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r"/>
            <a:fld id="{4607AC94-97B4-428E-857F-DD06F43CE7D3}" type="slidenum">
              <a:rPr lang="en-US" altLang="en-US" sz="1300"/>
              <a:pPr algn="r"/>
              <a:t>22</a:t>
            </a:fld>
            <a:endParaRPr lang="en-US" altLang="en-US" sz="1300"/>
          </a:p>
        </p:txBody>
      </p:sp>
      <p:sp>
        <p:nvSpPr>
          <p:cNvPr id="46087" name="Rectangle 2">
            <a:extLst>
              <a:ext uri="{FF2B5EF4-FFF2-40B4-BE49-F238E27FC236}">
                <a16:creationId xmlns:a16="http://schemas.microsoft.com/office/drawing/2014/main" id="{9BD13085-40FC-5348-589F-D27AEAAEF762}"/>
              </a:ext>
            </a:extLst>
          </p:cNvPr>
          <p:cNvSpPr>
            <a:spLocks noGrp="1" noRot="1" noChangeAspect="1" noChangeArrowheads="1" noTextEdit="1"/>
          </p:cNvSpPr>
          <p:nvPr>
            <p:ph type="sldImg"/>
          </p:nvPr>
        </p:nvSpPr>
        <p:spPr>
          <a:xfrm>
            <a:off x="992188" y="768350"/>
            <a:ext cx="5114925" cy="3836988"/>
          </a:xfrm>
          <a:solidFill>
            <a:srgbClr val="FFFFFF"/>
          </a:solidFill>
          <a:ln/>
        </p:spPr>
      </p:sp>
      <p:sp>
        <p:nvSpPr>
          <p:cNvPr id="214020" name="Rectangle 3">
            <a:extLst>
              <a:ext uri="{FF2B5EF4-FFF2-40B4-BE49-F238E27FC236}">
                <a16:creationId xmlns:a16="http://schemas.microsoft.com/office/drawing/2014/main" id="{629401C9-C433-EF1D-92FA-BD4208DF14A6}"/>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8" tIns="49524" rIns="99048" bIns="49524"/>
          <a:lstStyle/>
          <a:p>
            <a:pPr eaLnBrk="1" hangingPunct="1">
              <a:defRPr/>
            </a:pPr>
            <a:endParaRPr lang="en-US">
              <a:ea typeface="ＭＳ Ｐゴシック" charset="0"/>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2579699F-FD66-E0D7-109C-F6B52B2E553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48131" name="Rectangle 3">
            <a:extLst>
              <a:ext uri="{FF2B5EF4-FFF2-40B4-BE49-F238E27FC236}">
                <a16:creationId xmlns:a16="http://schemas.microsoft.com/office/drawing/2014/main" id="{517DBE4A-7845-3719-4B23-54B69C608D5B}"/>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48132" name="Rectangle 6">
            <a:extLst>
              <a:ext uri="{FF2B5EF4-FFF2-40B4-BE49-F238E27FC236}">
                <a16:creationId xmlns:a16="http://schemas.microsoft.com/office/drawing/2014/main" id="{78A93830-9A93-7E43-0294-2DEC40A64EA4}"/>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48133" name="Rectangle 7">
            <a:extLst>
              <a:ext uri="{FF2B5EF4-FFF2-40B4-BE49-F238E27FC236}">
                <a16:creationId xmlns:a16="http://schemas.microsoft.com/office/drawing/2014/main" id="{51B65B55-FF18-CD06-500B-3A87926E990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4A4B34E2-3BFA-42F2-A28F-A327DC6B1C29}" type="slidenum">
              <a:rPr lang="en-AU" altLang="en-US" sz="1200" smtClean="0">
                <a:latin typeface="Times New Roman" panose="02020603050405020304" pitchFamily="18" charset="0"/>
              </a:rPr>
              <a:pPr/>
              <a:t>23</a:t>
            </a:fld>
            <a:endParaRPr lang="en-AU" altLang="en-US" sz="1200">
              <a:latin typeface="Times New Roman" panose="02020603050405020304" pitchFamily="18" charset="0"/>
            </a:endParaRPr>
          </a:p>
        </p:txBody>
      </p:sp>
      <p:sp>
        <p:nvSpPr>
          <p:cNvPr id="48134" name="Rectangle 2">
            <a:extLst>
              <a:ext uri="{FF2B5EF4-FFF2-40B4-BE49-F238E27FC236}">
                <a16:creationId xmlns:a16="http://schemas.microsoft.com/office/drawing/2014/main" id="{6D7C749A-015F-B358-0BB3-ED55771CE279}"/>
              </a:ext>
            </a:extLst>
          </p:cNvPr>
          <p:cNvSpPr>
            <a:spLocks noGrp="1" noRot="1" noChangeAspect="1" noChangeArrowheads="1" noTextEdit="1"/>
          </p:cNvSpPr>
          <p:nvPr>
            <p:ph type="sldImg"/>
          </p:nvPr>
        </p:nvSpPr>
        <p:spPr>
          <a:ln/>
        </p:spPr>
      </p:sp>
      <p:sp>
        <p:nvSpPr>
          <p:cNvPr id="219139" name="Rectangle 3">
            <a:extLst>
              <a:ext uri="{FF2B5EF4-FFF2-40B4-BE49-F238E27FC236}">
                <a16:creationId xmlns:a16="http://schemas.microsoft.com/office/drawing/2014/main" id="{1BF55863-974E-453D-5441-10D3502ACE0A}"/>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82B2B0D9-69E7-1B09-9EC7-BF1BB704834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50179" name="Rectangle 3">
            <a:extLst>
              <a:ext uri="{FF2B5EF4-FFF2-40B4-BE49-F238E27FC236}">
                <a16:creationId xmlns:a16="http://schemas.microsoft.com/office/drawing/2014/main" id="{5C530674-6155-D742-CAF2-C5F3361D9E6A}"/>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50180" name="Rectangle 6">
            <a:extLst>
              <a:ext uri="{FF2B5EF4-FFF2-40B4-BE49-F238E27FC236}">
                <a16:creationId xmlns:a16="http://schemas.microsoft.com/office/drawing/2014/main" id="{6E1F6006-070F-FAE3-4B8C-B8C176928050}"/>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3700"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0181" name="Rectangle 7">
            <a:extLst>
              <a:ext uri="{FF2B5EF4-FFF2-40B4-BE49-F238E27FC236}">
                <a16:creationId xmlns:a16="http://schemas.microsoft.com/office/drawing/2014/main" id="{E1162082-1077-013C-00BA-DB117E4D1F4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3700"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D0BA8E6-C191-4178-87FF-FE9946ED53F4}" type="slidenum">
              <a:rPr lang="en-AU" altLang="en-US" sz="1200" smtClean="0">
                <a:latin typeface="Times New Roman" panose="02020603050405020304" pitchFamily="18" charset="0"/>
              </a:rPr>
              <a:pPr/>
              <a:t>24</a:t>
            </a:fld>
            <a:endParaRPr lang="en-AU" altLang="en-US" sz="1200">
              <a:latin typeface="Times New Roman" panose="02020603050405020304" pitchFamily="18" charset="0"/>
            </a:endParaRPr>
          </a:p>
        </p:txBody>
      </p:sp>
      <p:sp>
        <p:nvSpPr>
          <p:cNvPr id="50182" name="Rectangle 2">
            <a:extLst>
              <a:ext uri="{FF2B5EF4-FFF2-40B4-BE49-F238E27FC236}">
                <a16:creationId xmlns:a16="http://schemas.microsoft.com/office/drawing/2014/main" id="{64B703D6-08E5-CB45-1E39-9A2149D9B3ED}"/>
              </a:ext>
            </a:extLst>
          </p:cNvPr>
          <p:cNvSpPr>
            <a:spLocks noGrp="1" noRot="1" noChangeAspect="1" noChangeArrowheads="1" noTextEdit="1"/>
          </p:cNvSpPr>
          <p:nvPr>
            <p:ph type="sldImg"/>
          </p:nvPr>
        </p:nvSpPr>
        <p:spPr>
          <a:xfrm>
            <a:off x="992188" y="768350"/>
            <a:ext cx="5116512" cy="3836988"/>
          </a:xfrm>
          <a:solidFill>
            <a:srgbClr val="FFFFFF"/>
          </a:solidFill>
          <a:ln/>
        </p:spPr>
      </p:sp>
      <p:sp>
        <p:nvSpPr>
          <p:cNvPr id="521219" name="Rectangle 3">
            <a:extLst>
              <a:ext uri="{FF2B5EF4-FFF2-40B4-BE49-F238E27FC236}">
                <a16:creationId xmlns:a16="http://schemas.microsoft.com/office/drawing/2014/main" id="{9005266D-B6EF-5EB3-7FEB-E5D6639F30B7}"/>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6" tIns="49523" rIns="99046" bIns="49523"/>
          <a:lstStyle/>
          <a:p>
            <a:pPr eaLnBrk="1" hangingPunct="1">
              <a:defRPr/>
            </a:pPr>
            <a:endParaRPr lang="en-US">
              <a:ea typeface="ＭＳ Ｐゴシック" charset="0"/>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B669755C-56C8-8086-A4FE-2B04E001A28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52227" name="Rectangle 3">
            <a:extLst>
              <a:ext uri="{FF2B5EF4-FFF2-40B4-BE49-F238E27FC236}">
                <a16:creationId xmlns:a16="http://schemas.microsoft.com/office/drawing/2014/main" id="{820C19D5-2E76-D6D2-7B85-8BC2413D8745}"/>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52228" name="Rectangle 6">
            <a:extLst>
              <a:ext uri="{FF2B5EF4-FFF2-40B4-BE49-F238E27FC236}">
                <a16:creationId xmlns:a16="http://schemas.microsoft.com/office/drawing/2014/main" id="{33262816-2F76-486B-8AFC-A5E3AEEEF6A6}"/>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2229" name="Rectangle 7">
            <a:extLst>
              <a:ext uri="{FF2B5EF4-FFF2-40B4-BE49-F238E27FC236}">
                <a16:creationId xmlns:a16="http://schemas.microsoft.com/office/drawing/2014/main" id="{F77077A0-CE6C-F02A-6430-67FDB64275E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FDA34F4A-B6EB-4B3D-9E36-30FF814BD6D3}" type="slidenum">
              <a:rPr lang="en-AU" altLang="en-US" sz="1200" smtClean="0">
                <a:latin typeface="Times New Roman" panose="02020603050405020304" pitchFamily="18" charset="0"/>
              </a:rPr>
              <a:pPr/>
              <a:t>25</a:t>
            </a:fld>
            <a:endParaRPr lang="en-AU" altLang="en-US" sz="1200">
              <a:latin typeface="Times New Roman" panose="02020603050405020304" pitchFamily="18" charset="0"/>
            </a:endParaRPr>
          </a:p>
        </p:txBody>
      </p:sp>
      <p:sp>
        <p:nvSpPr>
          <p:cNvPr id="52230" name="Rectangle 2">
            <a:extLst>
              <a:ext uri="{FF2B5EF4-FFF2-40B4-BE49-F238E27FC236}">
                <a16:creationId xmlns:a16="http://schemas.microsoft.com/office/drawing/2014/main" id="{92AE070D-EA54-3D37-E29F-EB5828FA299A}"/>
              </a:ext>
            </a:extLst>
          </p:cNvPr>
          <p:cNvSpPr>
            <a:spLocks noGrp="1" noRot="1" noChangeAspect="1" noChangeArrowheads="1" noTextEdit="1"/>
          </p:cNvSpPr>
          <p:nvPr>
            <p:ph type="sldImg"/>
          </p:nvPr>
        </p:nvSpPr>
        <p:spPr>
          <a:xfrm>
            <a:off x="990600" y="766763"/>
            <a:ext cx="5118100" cy="3838575"/>
          </a:xfrm>
          <a:solidFill>
            <a:srgbClr val="FFFFFF"/>
          </a:solidFill>
          <a:ln/>
        </p:spPr>
      </p:sp>
      <p:sp>
        <p:nvSpPr>
          <p:cNvPr id="103427" name="Rectangle 3">
            <a:extLst>
              <a:ext uri="{FF2B5EF4-FFF2-40B4-BE49-F238E27FC236}">
                <a16:creationId xmlns:a16="http://schemas.microsoft.com/office/drawing/2014/main" id="{51D49166-037B-4C42-7A34-74004ED54B99}"/>
              </a:ext>
            </a:extLst>
          </p:cNvPr>
          <p:cNvSpPr>
            <a:spLocks noGrp="1" noChangeArrowheads="1"/>
          </p:cNvSpPr>
          <p:nvPr>
            <p:ph type="body" idx="1"/>
          </p:nvPr>
        </p:nvSpPr>
        <p:spPr>
          <a:xfrm>
            <a:off x="947738" y="4860925"/>
            <a:ext cx="5203825" cy="4606925"/>
          </a:xfrm>
          <a:solidFill>
            <a:srgbClr val="FFFFFF"/>
          </a:solidFill>
          <a:ln>
            <a:solidFill>
              <a:srgbClr val="000000"/>
            </a:solidFill>
            <a:miter lim="800000"/>
            <a:headEnd/>
            <a:tailEnd/>
          </a:ln>
        </p:spPr>
        <p:txBody>
          <a:bodyPr lIns="96460" tIns="48230" rIns="96460" bIns="48230"/>
          <a:lstStyle/>
          <a:p>
            <a:pPr>
              <a:defRPr/>
            </a:pPr>
            <a:r>
              <a:rPr lang="en-US" dirty="0">
                <a:ea typeface="ＭＳ Ｐゴシック" charset="0"/>
                <a:cs typeface="+mn-cs"/>
              </a:rPr>
              <a:t>Note: this gives room to quite a few discussions!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A364E1CB-55EF-8A4E-6DC3-65AAA20BCA3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54275" name="Rectangle 3">
            <a:extLst>
              <a:ext uri="{FF2B5EF4-FFF2-40B4-BE49-F238E27FC236}">
                <a16:creationId xmlns:a16="http://schemas.microsoft.com/office/drawing/2014/main" id="{FA4D37F7-47A1-18D2-FBA8-932053A15E7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54276" name="Rectangle 6">
            <a:extLst>
              <a:ext uri="{FF2B5EF4-FFF2-40B4-BE49-F238E27FC236}">
                <a16:creationId xmlns:a16="http://schemas.microsoft.com/office/drawing/2014/main" id="{A8E39550-6D5A-5AAE-93BB-4490538E573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4277" name="Rectangle 7">
            <a:extLst>
              <a:ext uri="{FF2B5EF4-FFF2-40B4-BE49-F238E27FC236}">
                <a16:creationId xmlns:a16="http://schemas.microsoft.com/office/drawing/2014/main" id="{5835BB35-C81F-6FAF-18F5-A8DD2C38203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23B58069-E0E1-4E76-BE04-46F4DFE09CD6}" type="slidenum">
              <a:rPr lang="en-AU" altLang="en-US" sz="1200" smtClean="0">
                <a:latin typeface="Times New Roman" panose="02020603050405020304" pitchFamily="18" charset="0"/>
              </a:rPr>
              <a:pPr/>
              <a:t>26</a:t>
            </a:fld>
            <a:endParaRPr lang="en-AU" altLang="en-US" sz="1200">
              <a:latin typeface="Times New Roman" panose="02020603050405020304" pitchFamily="18" charset="0"/>
            </a:endParaRPr>
          </a:p>
        </p:txBody>
      </p:sp>
      <p:sp>
        <p:nvSpPr>
          <p:cNvPr id="54278" name="Rectangle 2">
            <a:extLst>
              <a:ext uri="{FF2B5EF4-FFF2-40B4-BE49-F238E27FC236}">
                <a16:creationId xmlns:a16="http://schemas.microsoft.com/office/drawing/2014/main" id="{5E30675C-CDD3-6854-A1BC-7E6F07E02AB4}"/>
              </a:ext>
            </a:extLst>
          </p:cNvPr>
          <p:cNvSpPr>
            <a:spLocks noGrp="1" noRot="1" noChangeAspect="1" noChangeArrowheads="1" noTextEdit="1"/>
          </p:cNvSpPr>
          <p:nvPr>
            <p:ph type="sldImg"/>
          </p:nvPr>
        </p:nvSpPr>
        <p:spPr>
          <a:ln/>
        </p:spPr>
      </p:sp>
      <p:sp>
        <p:nvSpPr>
          <p:cNvPr id="147459" name="Rectangle 3">
            <a:extLst>
              <a:ext uri="{FF2B5EF4-FFF2-40B4-BE49-F238E27FC236}">
                <a16:creationId xmlns:a16="http://schemas.microsoft.com/office/drawing/2014/main" id="{0CB2D2CB-7479-AA96-72DA-6AC516C0B3D0}"/>
              </a:ext>
            </a:extLst>
          </p:cNvPr>
          <p:cNvSpPr>
            <a:spLocks noGrp="1" noChangeArrowheads="1"/>
          </p:cNvSpPr>
          <p:nvPr>
            <p:ph type="body" idx="1"/>
          </p:nvPr>
        </p:nvSpPr>
        <p:spPr/>
        <p:txBody>
          <a:bodyPr/>
          <a:lstStyle/>
          <a:p>
            <a:pPr>
              <a:defRPr/>
            </a:pPr>
            <a:r>
              <a:rPr lang="en-US" dirty="0">
                <a:ea typeface="ＭＳ Ｐゴシック" charset="0"/>
                <a:cs typeface="+mn-cs"/>
              </a:rPr>
              <a:t>This is something we definitely need to talk about in more detail!</a:t>
            </a:r>
          </a:p>
          <a:p>
            <a:pPr>
              <a:defRPr/>
            </a:pPr>
            <a:r>
              <a:rPr lang="en-US" dirty="0">
                <a:ea typeface="ＭＳ Ｐゴシック" charset="0"/>
                <a:cs typeface="+mn-cs"/>
              </a:rPr>
              <a:t>Also, these four levels are very important and have been known to be part of exam questions!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40D2519D-ADF2-F3B0-3C59-93B50EC5B4E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56323" name="Rectangle 3">
            <a:extLst>
              <a:ext uri="{FF2B5EF4-FFF2-40B4-BE49-F238E27FC236}">
                <a16:creationId xmlns:a16="http://schemas.microsoft.com/office/drawing/2014/main" id="{DD5E31B7-2C40-ED7F-D5B4-CE8B845C09E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56324" name="Rectangle 6">
            <a:extLst>
              <a:ext uri="{FF2B5EF4-FFF2-40B4-BE49-F238E27FC236}">
                <a16:creationId xmlns:a16="http://schemas.microsoft.com/office/drawing/2014/main" id="{3C829440-EAF3-8D27-8AAF-CD90648DF5FA}"/>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6325" name="Rectangle 7">
            <a:extLst>
              <a:ext uri="{FF2B5EF4-FFF2-40B4-BE49-F238E27FC236}">
                <a16:creationId xmlns:a16="http://schemas.microsoft.com/office/drawing/2014/main" id="{3B83BA68-C9E5-A110-3E91-6BB103385E0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5E5CC7F-1398-452F-8462-BA24A1F8D479}" type="slidenum">
              <a:rPr lang="en-AU" altLang="en-US" sz="1200" smtClean="0">
                <a:latin typeface="Times New Roman" panose="02020603050405020304" pitchFamily="18" charset="0"/>
              </a:rPr>
              <a:pPr/>
              <a:t>27</a:t>
            </a:fld>
            <a:endParaRPr lang="en-AU" altLang="en-US" sz="1200">
              <a:latin typeface="Times New Roman" panose="02020603050405020304" pitchFamily="18" charset="0"/>
            </a:endParaRPr>
          </a:p>
        </p:txBody>
      </p:sp>
      <p:sp>
        <p:nvSpPr>
          <p:cNvPr id="56326" name="Rectangle 2">
            <a:extLst>
              <a:ext uri="{FF2B5EF4-FFF2-40B4-BE49-F238E27FC236}">
                <a16:creationId xmlns:a16="http://schemas.microsoft.com/office/drawing/2014/main" id="{1BDF6567-5DD7-AC80-9830-4EBBBA02A21D}"/>
              </a:ext>
            </a:extLst>
          </p:cNvPr>
          <p:cNvSpPr>
            <a:spLocks noGrp="1" noRot="1" noChangeAspect="1" noChangeArrowheads="1" noTextEdit="1"/>
          </p:cNvSpPr>
          <p:nvPr>
            <p:ph type="sldImg"/>
          </p:nvPr>
        </p:nvSpPr>
        <p:spPr>
          <a:xfrm>
            <a:off x="990600" y="766763"/>
            <a:ext cx="5118100" cy="3838575"/>
          </a:xfrm>
          <a:solidFill>
            <a:srgbClr val="FFFFFF"/>
          </a:solidFill>
          <a:ln/>
        </p:spPr>
      </p:sp>
      <p:sp>
        <p:nvSpPr>
          <p:cNvPr id="56327" name="Rectangle 3">
            <a:extLst>
              <a:ext uri="{FF2B5EF4-FFF2-40B4-BE49-F238E27FC236}">
                <a16:creationId xmlns:a16="http://schemas.microsoft.com/office/drawing/2014/main" id="{69F83D7D-86E7-BA78-92F1-0882952FD5EE}"/>
              </a:ext>
            </a:extLst>
          </p:cNvPr>
          <p:cNvSpPr>
            <a:spLocks noGrp="1" noChangeArrowheads="1"/>
          </p:cNvSpPr>
          <p:nvPr>
            <p:ph type="body" idx="1"/>
          </p:nvPr>
        </p:nvSpPr>
        <p:spPr>
          <a:xfrm>
            <a:off x="947738" y="4860925"/>
            <a:ext cx="5203825" cy="4606925"/>
          </a:xfrm>
          <a:solidFill>
            <a:srgbClr val="FFFFFF"/>
          </a:solidFill>
          <a:ln>
            <a:solidFill>
              <a:srgbClr val="000000"/>
            </a:solidFill>
            <a:miter lim="800000"/>
            <a:headEnd/>
            <a:tailEnd/>
          </a:ln>
        </p:spPr>
        <p:txBody>
          <a:bodyPr lIns="96460" tIns="48230" rIns="96460" bIns="48230"/>
          <a:lstStyle/>
          <a:p>
            <a:r>
              <a:rPr lang="en-US" altLang="en-US">
                <a:latin typeface="Times New Roman" panose="02020603050405020304" pitchFamily="18" charset="0"/>
              </a:rPr>
              <a:t>… and maybe it is worth noting “traceability” here…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97AB99BA-CE2D-59AF-D1A7-FEA987F4E4C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58371" name="Rectangle 3">
            <a:extLst>
              <a:ext uri="{FF2B5EF4-FFF2-40B4-BE49-F238E27FC236}">
                <a16:creationId xmlns:a16="http://schemas.microsoft.com/office/drawing/2014/main" id="{95F61CF9-4CE0-2FDA-5184-FB08608DF647}"/>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58372" name="Rectangle 6">
            <a:extLst>
              <a:ext uri="{FF2B5EF4-FFF2-40B4-BE49-F238E27FC236}">
                <a16:creationId xmlns:a16="http://schemas.microsoft.com/office/drawing/2014/main" id="{537E2920-4705-B292-8AC8-29F5E3C40A8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58373" name="Rectangle 7">
            <a:extLst>
              <a:ext uri="{FF2B5EF4-FFF2-40B4-BE49-F238E27FC236}">
                <a16:creationId xmlns:a16="http://schemas.microsoft.com/office/drawing/2014/main" id="{69ACBA4D-895D-B120-C7DC-7E81FF0D0F0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8030F455-2D87-4F7F-ACBB-40EA294D84A2}" type="slidenum">
              <a:rPr lang="en-AU" altLang="en-US" sz="1200" smtClean="0">
                <a:latin typeface="Times New Roman" panose="02020603050405020304" pitchFamily="18" charset="0"/>
              </a:rPr>
              <a:pPr/>
              <a:t>28</a:t>
            </a:fld>
            <a:endParaRPr lang="en-AU" altLang="en-US" sz="1200">
              <a:latin typeface="Times New Roman" panose="02020603050405020304" pitchFamily="18" charset="0"/>
            </a:endParaRPr>
          </a:p>
        </p:txBody>
      </p:sp>
      <p:sp>
        <p:nvSpPr>
          <p:cNvPr id="58374" name="Rectangle 2">
            <a:extLst>
              <a:ext uri="{FF2B5EF4-FFF2-40B4-BE49-F238E27FC236}">
                <a16:creationId xmlns:a16="http://schemas.microsoft.com/office/drawing/2014/main" id="{C95D247C-71CD-7995-C89C-E9E1A6D1F044}"/>
              </a:ext>
            </a:extLst>
          </p:cNvPr>
          <p:cNvSpPr>
            <a:spLocks noGrp="1" noRot="1" noChangeAspect="1" noChangeArrowheads="1" noTextEdit="1"/>
          </p:cNvSpPr>
          <p:nvPr>
            <p:ph type="sldImg"/>
          </p:nvPr>
        </p:nvSpPr>
        <p:spPr>
          <a:xfrm>
            <a:off x="990600" y="766763"/>
            <a:ext cx="5118100" cy="3838575"/>
          </a:xfrm>
          <a:solidFill>
            <a:srgbClr val="FFFFFF"/>
          </a:solidFill>
          <a:ln/>
        </p:spPr>
      </p:sp>
      <p:sp>
        <p:nvSpPr>
          <p:cNvPr id="109571" name="Rectangle 3">
            <a:extLst>
              <a:ext uri="{FF2B5EF4-FFF2-40B4-BE49-F238E27FC236}">
                <a16:creationId xmlns:a16="http://schemas.microsoft.com/office/drawing/2014/main" id="{1B58D0D4-90AD-BF9E-B3C2-FCEA1D3B678C}"/>
              </a:ext>
            </a:extLst>
          </p:cNvPr>
          <p:cNvSpPr>
            <a:spLocks noGrp="1" noChangeArrowheads="1"/>
          </p:cNvSpPr>
          <p:nvPr>
            <p:ph type="body" idx="1"/>
          </p:nvPr>
        </p:nvSpPr>
        <p:spPr>
          <a:xfrm>
            <a:off x="947738" y="4860925"/>
            <a:ext cx="5203825" cy="4606925"/>
          </a:xfrm>
          <a:solidFill>
            <a:srgbClr val="FFFFFF"/>
          </a:solidFill>
          <a:ln>
            <a:solidFill>
              <a:srgbClr val="000000"/>
            </a:solidFill>
            <a:miter lim="800000"/>
            <a:headEnd/>
            <a:tailEnd/>
          </a:ln>
        </p:spPr>
        <p:txBody>
          <a:bodyPr lIns="96460" tIns="48230" rIns="96460" bIns="48230"/>
          <a:lstStyle/>
          <a:p>
            <a:pPr>
              <a:defRPr/>
            </a:pPr>
            <a:endParaRPr lang="en-US">
              <a:ea typeface="ＭＳ Ｐゴシック" charset="0"/>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B31AE5C1-C6C6-ED04-D2E6-D5429219942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61443" name="Rectangle 3">
            <a:extLst>
              <a:ext uri="{FF2B5EF4-FFF2-40B4-BE49-F238E27FC236}">
                <a16:creationId xmlns:a16="http://schemas.microsoft.com/office/drawing/2014/main" id="{93686EC6-3C2E-02A2-827E-9B252F0D3CE0}"/>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1444" name="Rectangle 6">
            <a:extLst>
              <a:ext uri="{FF2B5EF4-FFF2-40B4-BE49-F238E27FC236}">
                <a16:creationId xmlns:a16="http://schemas.microsoft.com/office/drawing/2014/main" id="{5CEFFB67-0517-8CC0-5EC0-A4C173E2A152}"/>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3700"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1445" name="Rectangle 7">
            <a:extLst>
              <a:ext uri="{FF2B5EF4-FFF2-40B4-BE49-F238E27FC236}">
                <a16:creationId xmlns:a16="http://schemas.microsoft.com/office/drawing/2014/main" id="{086B4D5D-A9BC-9A6D-8A8F-B3BF5B4FF46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3700"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49E25E4-4EBE-496C-8B27-1B4748C302FE}" type="slidenum">
              <a:rPr lang="en-AU" altLang="en-US" sz="1200" smtClean="0">
                <a:latin typeface="Times New Roman" panose="02020603050405020304" pitchFamily="18" charset="0"/>
              </a:rPr>
              <a:pPr/>
              <a:t>30</a:t>
            </a:fld>
            <a:endParaRPr lang="en-AU" altLang="en-US" sz="1200">
              <a:latin typeface="Times New Roman" panose="02020603050405020304" pitchFamily="18" charset="0"/>
            </a:endParaRPr>
          </a:p>
        </p:txBody>
      </p:sp>
      <p:sp>
        <p:nvSpPr>
          <p:cNvPr id="61446" name="Rectangle 2">
            <a:extLst>
              <a:ext uri="{FF2B5EF4-FFF2-40B4-BE49-F238E27FC236}">
                <a16:creationId xmlns:a16="http://schemas.microsoft.com/office/drawing/2014/main" id="{CA7DCEBF-A3EF-16A3-9BCD-2FC08B8B4EED}"/>
              </a:ext>
            </a:extLst>
          </p:cNvPr>
          <p:cNvSpPr>
            <a:spLocks noGrp="1" noRot="1" noChangeAspect="1" noChangeArrowheads="1" noTextEdit="1"/>
          </p:cNvSpPr>
          <p:nvPr>
            <p:ph type="sldImg"/>
          </p:nvPr>
        </p:nvSpPr>
        <p:spPr>
          <a:xfrm>
            <a:off x="992188" y="768350"/>
            <a:ext cx="5116512" cy="3836988"/>
          </a:xfrm>
          <a:solidFill>
            <a:srgbClr val="FFFFFF"/>
          </a:solidFill>
          <a:ln/>
        </p:spPr>
      </p:sp>
      <p:sp>
        <p:nvSpPr>
          <p:cNvPr id="521219" name="Rectangle 3">
            <a:extLst>
              <a:ext uri="{FF2B5EF4-FFF2-40B4-BE49-F238E27FC236}">
                <a16:creationId xmlns:a16="http://schemas.microsoft.com/office/drawing/2014/main" id="{B8A06B16-7516-E507-CF65-37C3C4972E8D}"/>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6" tIns="49523" rIns="99046" bIns="49523"/>
          <a:lstStyle/>
          <a:p>
            <a:pPr eaLnBrk="1" hangingPunct="1">
              <a:defRPr/>
            </a:pPr>
            <a:endParaRPr lang="en-US">
              <a:ea typeface="ＭＳ Ｐゴシック" charset="0"/>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965EBC4B-0360-E2CC-F416-CF13CD8F5F71}"/>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2113"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63491" name="Rectangle 3">
            <a:extLst>
              <a:ext uri="{FF2B5EF4-FFF2-40B4-BE49-F238E27FC236}">
                <a16:creationId xmlns:a16="http://schemas.microsoft.com/office/drawing/2014/main" id="{37F0B10D-E55B-708F-9565-D88474D1C892}"/>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2113"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3492" name="Rectangle 6">
            <a:extLst>
              <a:ext uri="{FF2B5EF4-FFF2-40B4-BE49-F238E27FC236}">
                <a16:creationId xmlns:a16="http://schemas.microsoft.com/office/drawing/2014/main" id="{599C16F9-F1B3-F16F-FCAA-8EEFB815D2F9}"/>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2113"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3493" name="Rectangle 7">
            <a:extLst>
              <a:ext uri="{FF2B5EF4-FFF2-40B4-BE49-F238E27FC236}">
                <a16:creationId xmlns:a16="http://schemas.microsoft.com/office/drawing/2014/main" id="{FB130EA4-BEC9-2F9F-0BCC-B83E466FB68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2113"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C988945-820F-48D5-804B-C92A147B5EE7}" type="slidenum">
              <a:rPr lang="en-AU" altLang="en-US" sz="1200" smtClean="0">
                <a:latin typeface="Times New Roman" panose="02020603050405020304" pitchFamily="18" charset="0"/>
              </a:rPr>
              <a:pPr/>
              <a:t>31</a:t>
            </a:fld>
            <a:endParaRPr lang="en-AU" altLang="en-US" sz="1200">
              <a:latin typeface="Times New Roman" panose="02020603050405020304" pitchFamily="18" charset="0"/>
            </a:endParaRPr>
          </a:p>
        </p:txBody>
      </p:sp>
      <p:sp>
        <p:nvSpPr>
          <p:cNvPr id="63494" name="Rectangle 2">
            <a:extLst>
              <a:ext uri="{FF2B5EF4-FFF2-40B4-BE49-F238E27FC236}">
                <a16:creationId xmlns:a16="http://schemas.microsoft.com/office/drawing/2014/main" id="{0D9BB778-F8DC-F665-A94B-450EF3E90F1F}"/>
              </a:ext>
            </a:extLst>
          </p:cNvPr>
          <p:cNvSpPr>
            <a:spLocks noGrp="1" noRot="1" noChangeAspect="1" noChangeArrowheads="1" noTextEdit="1"/>
          </p:cNvSpPr>
          <p:nvPr>
            <p:ph type="sldImg"/>
          </p:nvPr>
        </p:nvSpPr>
        <p:spPr>
          <a:ln/>
        </p:spPr>
      </p:sp>
      <p:sp>
        <p:nvSpPr>
          <p:cNvPr id="63495" name="Rectangle 3">
            <a:extLst>
              <a:ext uri="{FF2B5EF4-FFF2-40B4-BE49-F238E27FC236}">
                <a16:creationId xmlns:a16="http://schemas.microsoft.com/office/drawing/2014/main" id="{8C81D285-6081-1154-9A93-71C71F99F8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This slide is taken from SDP… slightly modified!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C6E54467-27F6-A696-C386-0955F36A337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65539" name="Rectangle 3">
            <a:extLst>
              <a:ext uri="{FF2B5EF4-FFF2-40B4-BE49-F238E27FC236}">
                <a16:creationId xmlns:a16="http://schemas.microsoft.com/office/drawing/2014/main" id="{C1BBF6D2-D8B5-EAA0-3AF9-3798DFDF8DD1}"/>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5540" name="Rectangle 6">
            <a:extLst>
              <a:ext uri="{FF2B5EF4-FFF2-40B4-BE49-F238E27FC236}">
                <a16:creationId xmlns:a16="http://schemas.microsoft.com/office/drawing/2014/main" id="{B7147DE1-E6AA-6903-5247-AB223A44241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5541" name="Rectangle 7">
            <a:extLst>
              <a:ext uri="{FF2B5EF4-FFF2-40B4-BE49-F238E27FC236}">
                <a16:creationId xmlns:a16="http://schemas.microsoft.com/office/drawing/2014/main" id="{6DF47A2C-2309-01CF-4FB0-0E9F2B85A48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E293636-3121-4120-A4A5-2553043B7F9B}" type="slidenum">
              <a:rPr lang="en-AU" altLang="en-US" sz="1200" smtClean="0">
                <a:latin typeface="Times New Roman" panose="02020603050405020304" pitchFamily="18" charset="0"/>
              </a:rPr>
              <a:pPr/>
              <a:t>32</a:t>
            </a:fld>
            <a:endParaRPr lang="en-AU" altLang="en-US" sz="1200">
              <a:latin typeface="Times New Roman" panose="02020603050405020304" pitchFamily="18" charset="0"/>
            </a:endParaRPr>
          </a:p>
        </p:txBody>
      </p:sp>
      <p:sp>
        <p:nvSpPr>
          <p:cNvPr id="65542" name="Rectangle 2">
            <a:extLst>
              <a:ext uri="{FF2B5EF4-FFF2-40B4-BE49-F238E27FC236}">
                <a16:creationId xmlns:a16="http://schemas.microsoft.com/office/drawing/2014/main" id="{CC183F7C-95D7-389A-58B9-152995A59686}"/>
              </a:ext>
            </a:extLst>
          </p:cNvPr>
          <p:cNvSpPr>
            <a:spLocks noGrp="1" noRot="1" noChangeAspect="1" noChangeArrowheads="1" noTextEdit="1"/>
          </p:cNvSpPr>
          <p:nvPr>
            <p:ph type="sldImg"/>
          </p:nvPr>
        </p:nvSpPr>
        <p:spPr>
          <a:xfrm>
            <a:off x="990600" y="766763"/>
            <a:ext cx="5118100" cy="3838575"/>
          </a:xfrm>
          <a:solidFill>
            <a:srgbClr val="FFFFFF"/>
          </a:solidFill>
          <a:ln/>
        </p:spPr>
      </p:sp>
      <p:sp>
        <p:nvSpPr>
          <p:cNvPr id="65543" name="Rectangle 3">
            <a:extLst>
              <a:ext uri="{FF2B5EF4-FFF2-40B4-BE49-F238E27FC236}">
                <a16:creationId xmlns:a16="http://schemas.microsoft.com/office/drawing/2014/main" id="{95CC0949-BB33-7814-D72B-89F197C8D3E7}"/>
              </a:ext>
            </a:extLst>
          </p:cNvPr>
          <p:cNvSpPr>
            <a:spLocks noGrp="1" noChangeArrowheads="1"/>
          </p:cNvSpPr>
          <p:nvPr>
            <p:ph type="body" idx="1"/>
          </p:nvPr>
        </p:nvSpPr>
        <p:spPr>
          <a:xfrm>
            <a:off x="947738" y="4860925"/>
            <a:ext cx="5203825" cy="4606925"/>
          </a:xfrm>
          <a:solidFill>
            <a:srgbClr val="FFFFFF"/>
          </a:solidFill>
          <a:ln>
            <a:solidFill>
              <a:srgbClr val="000000"/>
            </a:solidFill>
            <a:miter lim="800000"/>
            <a:headEnd/>
            <a:tailEnd/>
          </a:ln>
        </p:spPr>
        <p:txBody>
          <a:bodyPr lIns="96460" tIns="48230" rIns="96460" bIns="48230"/>
          <a:lstStyle/>
          <a:p>
            <a:r>
              <a:rPr lang="en-US" altLang="en-US">
                <a:latin typeface="Times New Roman" panose="02020603050405020304" pitchFamily="18" charset="0"/>
              </a:rPr>
              <a:t>Note: these are entities in the domain, NOT database entities (or similar). They are there to capture essential relationships in the domain, not to (prematurely) define database schemas…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4D6FE8A4-FCB7-43A1-FA1B-FC40711CA1E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67587" name="Rectangle 3">
            <a:extLst>
              <a:ext uri="{FF2B5EF4-FFF2-40B4-BE49-F238E27FC236}">
                <a16:creationId xmlns:a16="http://schemas.microsoft.com/office/drawing/2014/main" id="{FCACBF66-5B38-885D-BCC2-33E762D9D60E}"/>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7588" name="Rectangle 6">
            <a:extLst>
              <a:ext uri="{FF2B5EF4-FFF2-40B4-BE49-F238E27FC236}">
                <a16:creationId xmlns:a16="http://schemas.microsoft.com/office/drawing/2014/main" id="{FB9B9949-7D90-4345-A3C4-93E1EE2AB136}"/>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7589" name="Rectangle 7">
            <a:extLst>
              <a:ext uri="{FF2B5EF4-FFF2-40B4-BE49-F238E27FC236}">
                <a16:creationId xmlns:a16="http://schemas.microsoft.com/office/drawing/2014/main" id="{3F6ACCEC-B2CB-7DFB-517C-D6773F4D565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AB2E0FDD-6282-4BDE-848D-82BA5124B0DC}" type="slidenum">
              <a:rPr lang="en-AU" altLang="en-US" sz="1200" smtClean="0">
                <a:latin typeface="Times New Roman" panose="02020603050405020304" pitchFamily="18" charset="0"/>
              </a:rPr>
              <a:pPr/>
              <a:t>33</a:t>
            </a:fld>
            <a:endParaRPr lang="en-AU" altLang="en-US" sz="1200">
              <a:latin typeface="Times New Roman" panose="02020603050405020304" pitchFamily="18" charset="0"/>
            </a:endParaRPr>
          </a:p>
        </p:txBody>
      </p:sp>
      <p:sp>
        <p:nvSpPr>
          <p:cNvPr id="67590" name="Rectangle 2">
            <a:extLst>
              <a:ext uri="{FF2B5EF4-FFF2-40B4-BE49-F238E27FC236}">
                <a16:creationId xmlns:a16="http://schemas.microsoft.com/office/drawing/2014/main" id="{EAD5C88E-6EF1-36DC-5407-C139F595D0C0}"/>
              </a:ext>
            </a:extLst>
          </p:cNvPr>
          <p:cNvSpPr>
            <a:spLocks noGrp="1" noRot="1" noChangeAspect="1" noChangeArrowheads="1" noTextEdit="1"/>
          </p:cNvSpPr>
          <p:nvPr>
            <p:ph type="sldImg"/>
          </p:nvPr>
        </p:nvSpPr>
        <p:spPr>
          <a:xfrm>
            <a:off x="990600" y="766763"/>
            <a:ext cx="5118100" cy="3838575"/>
          </a:xfrm>
          <a:solidFill>
            <a:srgbClr val="FFFFFF"/>
          </a:solidFill>
          <a:ln/>
        </p:spPr>
      </p:sp>
      <p:sp>
        <p:nvSpPr>
          <p:cNvPr id="67591" name="Rectangle 3">
            <a:extLst>
              <a:ext uri="{FF2B5EF4-FFF2-40B4-BE49-F238E27FC236}">
                <a16:creationId xmlns:a16="http://schemas.microsoft.com/office/drawing/2014/main" id="{ABF52C8E-C2C4-FFE8-39B9-6BF63B04DC4D}"/>
              </a:ext>
            </a:extLst>
          </p:cNvPr>
          <p:cNvSpPr>
            <a:spLocks noGrp="1" noChangeArrowheads="1"/>
          </p:cNvSpPr>
          <p:nvPr>
            <p:ph type="body" idx="1"/>
          </p:nvPr>
        </p:nvSpPr>
        <p:spPr>
          <a:xfrm>
            <a:off x="947738" y="4860925"/>
            <a:ext cx="5203825" cy="4606925"/>
          </a:xfrm>
          <a:solidFill>
            <a:srgbClr val="FFFFFF"/>
          </a:solidFill>
          <a:ln>
            <a:solidFill>
              <a:srgbClr val="000000"/>
            </a:solidFill>
            <a:miter lim="800000"/>
            <a:headEnd/>
            <a:tailEnd/>
          </a:ln>
        </p:spPr>
        <p:txBody>
          <a:bodyPr lIns="96460" tIns="48230" rIns="96460" bIns="48230"/>
          <a:lstStyle/>
          <a:p>
            <a:r>
              <a:rPr lang="en-US" altLang="en-US">
                <a:latin typeface="Times New Roman" panose="02020603050405020304" pitchFamily="18" charset="0"/>
              </a:rPr>
              <a:t>This goes too far when it comes down to requirement analysis…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36BD7349-F174-99CC-98B7-637742D4306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SWE30003 Software Architectures and Design</a:t>
            </a:r>
          </a:p>
        </p:txBody>
      </p:sp>
      <p:sp>
        <p:nvSpPr>
          <p:cNvPr id="69635" name="Rectangle 3">
            <a:extLst>
              <a:ext uri="{FF2B5EF4-FFF2-40B4-BE49-F238E27FC236}">
                <a16:creationId xmlns:a16="http://schemas.microsoft.com/office/drawing/2014/main" id="{BBD62062-B4DD-0DC5-B7DC-F38D0DDE3B17}"/>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69636" name="Rectangle 6">
            <a:extLst>
              <a:ext uri="{FF2B5EF4-FFF2-40B4-BE49-F238E27FC236}">
                <a16:creationId xmlns:a16="http://schemas.microsoft.com/office/drawing/2014/main" id="{C5FBB832-B549-10D7-F994-4E1B5DEC5AA8}"/>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3700"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69637" name="Rectangle 7">
            <a:extLst>
              <a:ext uri="{FF2B5EF4-FFF2-40B4-BE49-F238E27FC236}">
                <a16:creationId xmlns:a16="http://schemas.microsoft.com/office/drawing/2014/main" id="{035F65B5-9058-6506-443D-03311F5DAEF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71525" indent="-296863" defTabSz="950913">
              <a:defRPr sz="2400">
                <a:solidFill>
                  <a:schemeClr val="tx1"/>
                </a:solidFill>
                <a:latin typeface="Arial Narrow" panose="020B0606020202030204" pitchFamily="34" charset="0"/>
                <a:ea typeface="MS PGothic" panose="020B0600070205080204" pitchFamily="34" charset="-128"/>
              </a:defRPr>
            </a:lvl2pPr>
            <a:lvl3pPr marL="1187450" indent="-236538" defTabSz="950913">
              <a:defRPr sz="2400">
                <a:solidFill>
                  <a:schemeClr val="tx1"/>
                </a:solidFill>
                <a:latin typeface="Arial Narrow" panose="020B0606020202030204" pitchFamily="34" charset="0"/>
                <a:ea typeface="MS PGothic" panose="020B0600070205080204" pitchFamily="34" charset="-128"/>
              </a:defRPr>
            </a:lvl3pPr>
            <a:lvl4pPr marL="1663700" indent="-236538" defTabSz="950913">
              <a:defRPr sz="2400">
                <a:solidFill>
                  <a:schemeClr val="tx1"/>
                </a:solidFill>
                <a:latin typeface="Arial Narrow" panose="020B0606020202030204" pitchFamily="34" charset="0"/>
                <a:ea typeface="MS PGothic" panose="020B0600070205080204" pitchFamily="34" charset="-128"/>
              </a:defRPr>
            </a:lvl4pPr>
            <a:lvl5pPr marL="2138363" indent="-236538" defTabSz="950913">
              <a:defRPr sz="2400">
                <a:solidFill>
                  <a:schemeClr val="tx1"/>
                </a:solidFill>
                <a:latin typeface="Arial Narrow" panose="020B0606020202030204" pitchFamily="34" charset="0"/>
                <a:ea typeface="MS PGothic" panose="020B0600070205080204" pitchFamily="34" charset="-128"/>
              </a:defRPr>
            </a:lvl5pPr>
            <a:lvl6pPr marL="25955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30527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5099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967163" indent="-236538"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68CD5710-2D7E-44C9-8FBD-452268D55647}" type="slidenum">
              <a:rPr lang="en-AU" altLang="en-US" sz="1200" smtClean="0">
                <a:latin typeface="Times New Roman" panose="02020603050405020304" pitchFamily="18" charset="0"/>
              </a:rPr>
              <a:pPr/>
              <a:t>34</a:t>
            </a:fld>
            <a:endParaRPr lang="en-AU" altLang="en-US" sz="1200">
              <a:latin typeface="Times New Roman" panose="02020603050405020304" pitchFamily="18" charset="0"/>
            </a:endParaRPr>
          </a:p>
        </p:txBody>
      </p:sp>
      <p:sp>
        <p:nvSpPr>
          <p:cNvPr id="69638" name="Rectangle 2">
            <a:extLst>
              <a:ext uri="{FF2B5EF4-FFF2-40B4-BE49-F238E27FC236}">
                <a16:creationId xmlns:a16="http://schemas.microsoft.com/office/drawing/2014/main" id="{B72236E2-3542-8E18-4AE6-8540455F7C5E}"/>
              </a:ext>
            </a:extLst>
          </p:cNvPr>
          <p:cNvSpPr>
            <a:spLocks noGrp="1" noRot="1" noChangeAspect="1" noChangeArrowheads="1" noTextEdit="1"/>
          </p:cNvSpPr>
          <p:nvPr>
            <p:ph type="sldImg"/>
          </p:nvPr>
        </p:nvSpPr>
        <p:spPr>
          <a:xfrm>
            <a:off x="992188" y="768350"/>
            <a:ext cx="5116512" cy="3836988"/>
          </a:xfrm>
          <a:solidFill>
            <a:srgbClr val="FFFFFF"/>
          </a:solidFill>
          <a:ln/>
        </p:spPr>
      </p:sp>
      <p:sp>
        <p:nvSpPr>
          <p:cNvPr id="521219" name="Rectangle 3">
            <a:extLst>
              <a:ext uri="{FF2B5EF4-FFF2-40B4-BE49-F238E27FC236}">
                <a16:creationId xmlns:a16="http://schemas.microsoft.com/office/drawing/2014/main" id="{20269C26-CD2F-873B-67CE-FD0D853DC7AD}"/>
              </a:ext>
            </a:extLst>
          </p:cNvPr>
          <p:cNvSpPr>
            <a:spLocks noGrp="1" noChangeArrowheads="1"/>
          </p:cNvSpPr>
          <p:nvPr>
            <p:ph type="body" idx="1"/>
          </p:nvPr>
        </p:nvSpPr>
        <p:spPr>
          <a:xfrm>
            <a:off x="946150" y="4860925"/>
            <a:ext cx="5207000" cy="4605338"/>
          </a:xfrm>
          <a:solidFill>
            <a:srgbClr val="FFFFFF"/>
          </a:solidFill>
          <a:ln>
            <a:solidFill>
              <a:srgbClr val="000000"/>
            </a:solidFill>
            <a:miter lim="800000"/>
            <a:headEnd/>
            <a:tailEnd/>
          </a:ln>
        </p:spPr>
        <p:txBody>
          <a:bodyPr lIns="99046" tIns="49523" rIns="99046" bIns="49523"/>
          <a:lstStyle/>
          <a:p>
            <a:pPr eaLnBrk="1" hangingPunct="1">
              <a:defRPr/>
            </a:pPr>
            <a:endParaRPr lang="en-US">
              <a:ea typeface="ＭＳ Ｐゴシック" charset="0"/>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78D9F610-A85E-17DE-E38C-9D4EA5BF62B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71683" name="Rectangle 3">
            <a:extLst>
              <a:ext uri="{FF2B5EF4-FFF2-40B4-BE49-F238E27FC236}">
                <a16:creationId xmlns:a16="http://schemas.microsoft.com/office/drawing/2014/main" id="{FFA984D3-9043-D482-DB9A-776289B0BEAE}"/>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71684" name="Rectangle 6">
            <a:extLst>
              <a:ext uri="{FF2B5EF4-FFF2-40B4-BE49-F238E27FC236}">
                <a16:creationId xmlns:a16="http://schemas.microsoft.com/office/drawing/2014/main" id="{867987CB-AD8D-E46A-F3F6-79135FEE633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1685" name="Rectangle 7">
            <a:extLst>
              <a:ext uri="{FF2B5EF4-FFF2-40B4-BE49-F238E27FC236}">
                <a16:creationId xmlns:a16="http://schemas.microsoft.com/office/drawing/2014/main" id="{57323B13-0A6E-77F6-4D68-9191C70C968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367E5580-FD1A-4D9E-8C52-9AE333F89604}" type="slidenum">
              <a:rPr lang="en-AU" altLang="en-US" sz="1200" smtClean="0">
                <a:latin typeface="Times New Roman" panose="02020603050405020304" pitchFamily="18" charset="0"/>
              </a:rPr>
              <a:pPr/>
              <a:t>35</a:t>
            </a:fld>
            <a:endParaRPr lang="en-AU" altLang="en-US" sz="1200">
              <a:latin typeface="Times New Roman" panose="02020603050405020304" pitchFamily="18" charset="0"/>
            </a:endParaRPr>
          </a:p>
        </p:txBody>
      </p:sp>
      <p:sp>
        <p:nvSpPr>
          <p:cNvPr id="71686" name="Rectangle 2">
            <a:extLst>
              <a:ext uri="{FF2B5EF4-FFF2-40B4-BE49-F238E27FC236}">
                <a16:creationId xmlns:a16="http://schemas.microsoft.com/office/drawing/2014/main" id="{C139775A-85D4-F619-FBFF-533C96B45CD3}"/>
              </a:ext>
            </a:extLst>
          </p:cNvPr>
          <p:cNvSpPr>
            <a:spLocks noGrp="1" noRot="1" noChangeAspect="1" noChangeArrowheads="1" noTextEdit="1"/>
          </p:cNvSpPr>
          <p:nvPr>
            <p:ph type="sldImg"/>
          </p:nvPr>
        </p:nvSpPr>
        <p:spPr>
          <a:xfrm>
            <a:off x="990600" y="766763"/>
            <a:ext cx="5118100" cy="3838575"/>
          </a:xfrm>
          <a:solidFill>
            <a:srgbClr val="FFFFFF"/>
          </a:solidFill>
          <a:ln/>
        </p:spPr>
      </p:sp>
      <p:sp>
        <p:nvSpPr>
          <p:cNvPr id="71687" name="Rectangle 3">
            <a:extLst>
              <a:ext uri="{FF2B5EF4-FFF2-40B4-BE49-F238E27FC236}">
                <a16:creationId xmlns:a16="http://schemas.microsoft.com/office/drawing/2014/main" id="{9063D36F-FE3B-3C54-4E16-8B4819280156}"/>
              </a:ext>
            </a:extLst>
          </p:cNvPr>
          <p:cNvSpPr>
            <a:spLocks noGrp="1" noChangeArrowheads="1"/>
          </p:cNvSpPr>
          <p:nvPr>
            <p:ph type="body" idx="1"/>
          </p:nvPr>
        </p:nvSpPr>
        <p:spPr>
          <a:xfrm>
            <a:off x="947738" y="4860925"/>
            <a:ext cx="5203825" cy="4606925"/>
          </a:xfrm>
          <a:solidFill>
            <a:srgbClr val="FFFFFF"/>
          </a:solidFill>
          <a:ln>
            <a:solidFill>
              <a:srgbClr val="000000"/>
            </a:solidFill>
            <a:miter lim="800000"/>
            <a:headEnd/>
            <a:tailEnd/>
          </a:ln>
        </p:spPr>
        <p:txBody>
          <a:bodyPr lIns="96460" tIns="48230" rIns="96460" bIns="48230"/>
          <a:lstStyle/>
          <a:p>
            <a:r>
              <a:rPr lang="en-US" altLang="en-US">
                <a:latin typeface="Times New Roman" panose="02020603050405020304" pitchFamily="18" charset="0"/>
              </a:rPr>
              <a:t>User tasks focus on activities that a user and “system” perform together… the distinction who does what is NOT made!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583E4AE5-D56F-5294-F592-B271B0602CE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73731" name="Rectangle 3">
            <a:extLst>
              <a:ext uri="{FF2B5EF4-FFF2-40B4-BE49-F238E27FC236}">
                <a16:creationId xmlns:a16="http://schemas.microsoft.com/office/drawing/2014/main" id="{9035BD32-35F2-87C5-B103-103BC6A6E56B}"/>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73732" name="Rectangle 6">
            <a:extLst>
              <a:ext uri="{FF2B5EF4-FFF2-40B4-BE49-F238E27FC236}">
                <a16:creationId xmlns:a16="http://schemas.microsoft.com/office/drawing/2014/main" id="{D306B453-CCB2-F503-88C1-CC3588986569}"/>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3733" name="Rectangle 7">
            <a:extLst>
              <a:ext uri="{FF2B5EF4-FFF2-40B4-BE49-F238E27FC236}">
                <a16:creationId xmlns:a16="http://schemas.microsoft.com/office/drawing/2014/main" id="{45C4FFB3-DEB0-E374-D4DC-43FCD3A41F4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74083FF-C41F-4DA0-9F94-16C8948EFA15}" type="slidenum">
              <a:rPr lang="en-AU" altLang="en-US" sz="1200" smtClean="0">
                <a:latin typeface="Times New Roman" panose="02020603050405020304" pitchFamily="18" charset="0"/>
              </a:rPr>
              <a:pPr/>
              <a:t>36</a:t>
            </a:fld>
            <a:endParaRPr lang="en-AU" altLang="en-US" sz="1200">
              <a:latin typeface="Times New Roman" panose="02020603050405020304" pitchFamily="18" charset="0"/>
            </a:endParaRPr>
          </a:p>
        </p:txBody>
      </p:sp>
      <p:sp>
        <p:nvSpPr>
          <p:cNvPr id="73734" name="Rectangle 2">
            <a:extLst>
              <a:ext uri="{FF2B5EF4-FFF2-40B4-BE49-F238E27FC236}">
                <a16:creationId xmlns:a16="http://schemas.microsoft.com/office/drawing/2014/main" id="{38429124-E766-D35A-5CDB-3004711A1B1E}"/>
              </a:ext>
            </a:extLst>
          </p:cNvPr>
          <p:cNvSpPr>
            <a:spLocks noGrp="1" noRot="1" noChangeAspect="1" noChangeArrowheads="1" noTextEdit="1"/>
          </p:cNvSpPr>
          <p:nvPr>
            <p:ph type="sldImg"/>
          </p:nvPr>
        </p:nvSpPr>
        <p:spPr>
          <a:xfrm>
            <a:off x="990600" y="766763"/>
            <a:ext cx="5118100" cy="3838575"/>
          </a:xfrm>
          <a:solidFill>
            <a:srgbClr val="FFFFFF"/>
          </a:solidFill>
          <a:ln/>
        </p:spPr>
      </p:sp>
      <p:sp>
        <p:nvSpPr>
          <p:cNvPr id="73735" name="Rectangle 3">
            <a:extLst>
              <a:ext uri="{FF2B5EF4-FFF2-40B4-BE49-F238E27FC236}">
                <a16:creationId xmlns:a16="http://schemas.microsoft.com/office/drawing/2014/main" id="{63AA81B1-65A5-DCB6-1BF3-B05D01283D83}"/>
              </a:ext>
            </a:extLst>
          </p:cNvPr>
          <p:cNvSpPr>
            <a:spLocks noGrp="1" noChangeArrowheads="1"/>
          </p:cNvSpPr>
          <p:nvPr>
            <p:ph type="body" idx="1"/>
          </p:nvPr>
        </p:nvSpPr>
        <p:spPr>
          <a:xfrm>
            <a:off x="947738" y="4860925"/>
            <a:ext cx="5203825" cy="4606925"/>
          </a:xfrm>
          <a:solidFill>
            <a:srgbClr val="FFFFFF"/>
          </a:solidFill>
          <a:ln>
            <a:solidFill>
              <a:srgbClr val="000000"/>
            </a:solidFill>
            <a:miter lim="800000"/>
            <a:headEnd/>
            <a:tailEnd/>
          </a:ln>
        </p:spPr>
        <p:txBody>
          <a:bodyPr lIns="96460" tIns="48230" rIns="96460" bIns="48230"/>
          <a:lstStyle/>
          <a:p>
            <a:r>
              <a:rPr lang="en-US" altLang="en-US">
                <a:latin typeface="Times New Roman" panose="02020603050405020304" pitchFamily="18" charset="0"/>
              </a:rPr>
              <a:t>Need to emphasize what the example solution is for…</a:t>
            </a:r>
            <a:br>
              <a:rPr lang="en-US" altLang="en-US">
                <a:latin typeface="Times New Roman" panose="02020603050405020304" pitchFamily="18" charset="0"/>
              </a:rPr>
            </a:br>
            <a:r>
              <a:rPr lang="en-US" altLang="en-US">
                <a:latin typeface="Times New Roman" panose="02020603050405020304" pitchFamily="18" charset="0"/>
              </a:rPr>
              <a:t>Also, beware what terminology one uses… be generic, e.g., “authentication” vs. “</a:t>
            </a:r>
            <a:r>
              <a:rPr lang="en-US" altLang="ja-JP">
                <a:latin typeface="Times New Roman" panose="02020603050405020304" pitchFamily="18" charset="0"/>
              </a:rPr>
              <a:t>log in</a:t>
            </a:r>
            <a:r>
              <a:rPr lang="en-US" altLang="en-US">
                <a:latin typeface="Times New Roman" panose="02020603050405020304" pitchFamily="18" charset="0"/>
              </a:rPr>
              <a:t>”</a:t>
            </a:r>
            <a:r>
              <a:rPr lang="en-US" altLang="ja-JP">
                <a:latin typeface="Times New Roman" panose="02020603050405020304" pitchFamily="18" charset="0"/>
              </a:rPr>
              <a:t>…</a:t>
            </a:r>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ECDE6F7-826E-2117-1E6D-C2B819FD508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75779" name="Rectangle 3">
            <a:extLst>
              <a:ext uri="{FF2B5EF4-FFF2-40B4-BE49-F238E27FC236}">
                <a16:creationId xmlns:a16="http://schemas.microsoft.com/office/drawing/2014/main" id="{0AA68C10-3B11-E473-C256-54807E6AA53A}"/>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75780" name="Rectangle 6">
            <a:extLst>
              <a:ext uri="{FF2B5EF4-FFF2-40B4-BE49-F238E27FC236}">
                <a16:creationId xmlns:a16="http://schemas.microsoft.com/office/drawing/2014/main" id="{2B18D949-D943-A41B-FE8C-3D2B9D4BFD86}"/>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5781" name="Rectangle 7">
            <a:extLst>
              <a:ext uri="{FF2B5EF4-FFF2-40B4-BE49-F238E27FC236}">
                <a16:creationId xmlns:a16="http://schemas.microsoft.com/office/drawing/2014/main" id="{E58CD54C-0BDB-6BCE-8472-49D547DDB44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CC740208-0732-4F49-906E-6F63F9323E75}" type="slidenum">
              <a:rPr lang="en-AU" altLang="en-US" sz="1200" smtClean="0">
                <a:latin typeface="Times New Roman" panose="02020603050405020304" pitchFamily="18" charset="0"/>
              </a:rPr>
              <a:pPr/>
              <a:t>37</a:t>
            </a:fld>
            <a:endParaRPr lang="en-AU" altLang="en-US" sz="1200">
              <a:latin typeface="Times New Roman" panose="02020603050405020304" pitchFamily="18" charset="0"/>
            </a:endParaRPr>
          </a:p>
        </p:txBody>
      </p:sp>
      <p:sp>
        <p:nvSpPr>
          <p:cNvPr id="75782" name="Rectangle 2">
            <a:extLst>
              <a:ext uri="{FF2B5EF4-FFF2-40B4-BE49-F238E27FC236}">
                <a16:creationId xmlns:a16="http://schemas.microsoft.com/office/drawing/2014/main" id="{43EBB320-ECBE-2442-DD75-009065D2B723}"/>
              </a:ext>
            </a:extLst>
          </p:cNvPr>
          <p:cNvSpPr>
            <a:spLocks noGrp="1" noRot="1" noChangeAspect="1" noChangeArrowheads="1" noTextEdit="1"/>
          </p:cNvSpPr>
          <p:nvPr>
            <p:ph type="sldImg"/>
          </p:nvPr>
        </p:nvSpPr>
        <p:spPr>
          <a:xfrm>
            <a:off x="990600" y="766763"/>
            <a:ext cx="5118100" cy="3838575"/>
          </a:xfrm>
          <a:solidFill>
            <a:srgbClr val="FFFFFF"/>
          </a:solidFill>
          <a:ln/>
        </p:spPr>
      </p:sp>
      <p:sp>
        <p:nvSpPr>
          <p:cNvPr id="125955" name="Rectangle 3">
            <a:extLst>
              <a:ext uri="{FF2B5EF4-FFF2-40B4-BE49-F238E27FC236}">
                <a16:creationId xmlns:a16="http://schemas.microsoft.com/office/drawing/2014/main" id="{2425D421-C762-88A6-FC30-1BD5ABE9AE74}"/>
              </a:ext>
            </a:extLst>
          </p:cNvPr>
          <p:cNvSpPr>
            <a:spLocks noGrp="1" noChangeArrowheads="1"/>
          </p:cNvSpPr>
          <p:nvPr>
            <p:ph type="body" idx="1"/>
          </p:nvPr>
        </p:nvSpPr>
        <p:spPr>
          <a:xfrm>
            <a:off x="947738" y="4860925"/>
            <a:ext cx="5203825" cy="4606925"/>
          </a:xfrm>
          <a:solidFill>
            <a:srgbClr val="FFFFFF"/>
          </a:solidFill>
          <a:ln>
            <a:solidFill>
              <a:srgbClr val="000000"/>
            </a:solidFill>
            <a:miter lim="800000"/>
            <a:headEnd/>
            <a:tailEnd/>
          </a:ln>
        </p:spPr>
        <p:txBody>
          <a:bodyPr lIns="96460" tIns="48230" rIns="96460" bIns="48230"/>
          <a:lstStyle/>
          <a:p>
            <a:pPr>
              <a:defRPr/>
            </a:pPr>
            <a:endParaRPr lang="en-US">
              <a:ea typeface="ＭＳ Ｐゴシック" charset="0"/>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0898BF73-C6D7-EFE5-351D-449BF5ABD18A}"/>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77827" name="Rectangle 3">
            <a:extLst>
              <a:ext uri="{FF2B5EF4-FFF2-40B4-BE49-F238E27FC236}">
                <a16:creationId xmlns:a16="http://schemas.microsoft.com/office/drawing/2014/main" id="{1608B0E2-AA41-481B-3005-5DA55ED28B2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77828" name="Rectangle 6">
            <a:extLst>
              <a:ext uri="{FF2B5EF4-FFF2-40B4-BE49-F238E27FC236}">
                <a16:creationId xmlns:a16="http://schemas.microsoft.com/office/drawing/2014/main" id="{65B9EBD7-5080-1C35-57AE-9DF231E18047}"/>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7829" name="Rectangle 7">
            <a:extLst>
              <a:ext uri="{FF2B5EF4-FFF2-40B4-BE49-F238E27FC236}">
                <a16:creationId xmlns:a16="http://schemas.microsoft.com/office/drawing/2014/main" id="{53637DDC-302F-D806-CD48-7D5A112A9DA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76C9318-0E3E-4A97-B0B4-B6998A7AE896}" type="slidenum">
              <a:rPr lang="en-AU" altLang="en-US" sz="1200" smtClean="0">
                <a:latin typeface="Times New Roman" panose="02020603050405020304" pitchFamily="18" charset="0"/>
              </a:rPr>
              <a:pPr/>
              <a:t>39</a:t>
            </a:fld>
            <a:endParaRPr lang="en-AU" altLang="en-US" sz="1200">
              <a:latin typeface="Times New Roman" panose="02020603050405020304" pitchFamily="18" charset="0"/>
            </a:endParaRPr>
          </a:p>
        </p:txBody>
      </p:sp>
      <p:sp>
        <p:nvSpPr>
          <p:cNvPr id="77830" name="Rectangle 2">
            <a:extLst>
              <a:ext uri="{FF2B5EF4-FFF2-40B4-BE49-F238E27FC236}">
                <a16:creationId xmlns:a16="http://schemas.microsoft.com/office/drawing/2014/main" id="{CB2F96D3-578F-2A89-657A-2CA43732D189}"/>
              </a:ext>
            </a:extLst>
          </p:cNvPr>
          <p:cNvSpPr>
            <a:spLocks noGrp="1" noRot="1" noChangeAspect="1" noChangeArrowheads="1" noTextEdit="1"/>
          </p:cNvSpPr>
          <p:nvPr>
            <p:ph type="sldImg"/>
          </p:nvPr>
        </p:nvSpPr>
        <p:spPr>
          <a:xfrm>
            <a:off x="990600" y="766763"/>
            <a:ext cx="5118100" cy="3838575"/>
          </a:xfrm>
          <a:solidFill>
            <a:srgbClr val="FFFFFF"/>
          </a:solidFill>
          <a:ln/>
        </p:spPr>
      </p:sp>
      <p:sp>
        <p:nvSpPr>
          <p:cNvPr id="128003" name="Rectangle 3">
            <a:extLst>
              <a:ext uri="{FF2B5EF4-FFF2-40B4-BE49-F238E27FC236}">
                <a16:creationId xmlns:a16="http://schemas.microsoft.com/office/drawing/2014/main" id="{17513DBE-1F3B-45B9-EABD-3A050EBB2BD7}"/>
              </a:ext>
            </a:extLst>
          </p:cNvPr>
          <p:cNvSpPr>
            <a:spLocks noGrp="1" noChangeArrowheads="1"/>
          </p:cNvSpPr>
          <p:nvPr>
            <p:ph type="body" idx="1"/>
          </p:nvPr>
        </p:nvSpPr>
        <p:spPr>
          <a:xfrm>
            <a:off x="947738" y="4860925"/>
            <a:ext cx="5203825" cy="4606925"/>
          </a:xfrm>
          <a:solidFill>
            <a:srgbClr val="FFFFFF"/>
          </a:solidFill>
          <a:ln>
            <a:solidFill>
              <a:srgbClr val="000000"/>
            </a:solidFill>
            <a:miter lim="800000"/>
            <a:headEnd/>
            <a:tailEnd/>
          </a:ln>
        </p:spPr>
        <p:txBody>
          <a:bodyPr lIns="96460" tIns="48230" rIns="96460" bIns="48230"/>
          <a:lstStyle/>
          <a:p>
            <a:pPr>
              <a:defRPr/>
            </a:pPr>
            <a:endParaRPr lang="en-US">
              <a:ea typeface="ＭＳ Ｐゴシック" charset="0"/>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890DB576-50F2-CB3A-EB05-75E11AE2D3C1}"/>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79875" name="Rectangle 3">
            <a:extLst>
              <a:ext uri="{FF2B5EF4-FFF2-40B4-BE49-F238E27FC236}">
                <a16:creationId xmlns:a16="http://schemas.microsoft.com/office/drawing/2014/main" id="{B02C3FC4-CFC4-9F40-E684-C55D4612B1A1}"/>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79876" name="Rectangle 6">
            <a:extLst>
              <a:ext uri="{FF2B5EF4-FFF2-40B4-BE49-F238E27FC236}">
                <a16:creationId xmlns:a16="http://schemas.microsoft.com/office/drawing/2014/main" id="{28685879-CE71-9FEC-D8D2-A1228F100728}"/>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79877" name="Rectangle 7">
            <a:extLst>
              <a:ext uri="{FF2B5EF4-FFF2-40B4-BE49-F238E27FC236}">
                <a16:creationId xmlns:a16="http://schemas.microsoft.com/office/drawing/2014/main" id="{A2E93EF5-CF51-948E-502B-2F43A6FA910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7CE8F6F3-D55D-4D7C-ACD3-EA13199DF96B}" type="slidenum">
              <a:rPr lang="en-AU" altLang="en-US" sz="1200" smtClean="0">
                <a:latin typeface="Times New Roman" panose="02020603050405020304" pitchFamily="18" charset="0"/>
              </a:rPr>
              <a:pPr/>
              <a:t>40</a:t>
            </a:fld>
            <a:endParaRPr lang="en-AU" altLang="en-US" sz="1200">
              <a:latin typeface="Times New Roman" panose="02020603050405020304" pitchFamily="18" charset="0"/>
            </a:endParaRPr>
          </a:p>
        </p:txBody>
      </p:sp>
      <p:sp>
        <p:nvSpPr>
          <p:cNvPr id="79878" name="Rectangle 2">
            <a:extLst>
              <a:ext uri="{FF2B5EF4-FFF2-40B4-BE49-F238E27FC236}">
                <a16:creationId xmlns:a16="http://schemas.microsoft.com/office/drawing/2014/main" id="{C0B7CFF6-A0D8-7679-D0FD-5F7D0B53EF55}"/>
              </a:ext>
            </a:extLst>
          </p:cNvPr>
          <p:cNvSpPr>
            <a:spLocks noGrp="1" noRot="1" noChangeAspect="1" noChangeArrowheads="1" noTextEdit="1"/>
          </p:cNvSpPr>
          <p:nvPr>
            <p:ph type="sldImg"/>
          </p:nvPr>
        </p:nvSpPr>
        <p:spPr>
          <a:xfrm>
            <a:off x="990600" y="766763"/>
            <a:ext cx="5118100" cy="3838575"/>
          </a:xfrm>
          <a:solidFill>
            <a:srgbClr val="FFFFFF"/>
          </a:solidFill>
          <a:ln/>
        </p:spPr>
      </p:sp>
      <p:sp>
        <p:nvSpPr>
          <p:cNvPr id="121859" name="Rectangle 3">
            <a:extLst>
              <a:ext uri="{FF2B5EF4-FFF2-40B4-BE49-F238E27FC236}">
                <a16:creationId xmlns:a16="http://schemas.microsoft.com/office/drawing/2014/main" id="{8DDB7799-EF30-F2DE-F61B-2E308406B2FB}"/>
              </a:ext>
            </a:extLst>
          </p:cNvPr>
          <p:cNvSpPr>
            <a:spLocks noGrp="1" noChangeArrowheads="1"/>
          </p:cNvSpPr>
          <p:nvPr>
            <p:ph type="body" idx="1"/>
          </p:nvPr>
        </p:nvSpPr>
        <p:spPr>
          <a:xfrm>
            <a:off x="947738" y="4860925"/>
            <a:ext cx="5203825" cy="4606925"/>
          </a:xfrm>
          <a:solidFill>
            <a:srgbClr val="FFFFFF"/>
          </a:solidFill>
          <a:ln>
            <a:solidFill>
              <a:srgbClr val="000000"/>
            </a:solidFill>
            <a:miter lim="800000"/>
            <a:headEnd/>
            <a:tailEnd/>
          </a:ln>
        </p:spPr>
        <p:txBody>
          <a:bodyPr lIns="96460" tIns="48230" rIns="96460" bIns="48230"/>
          <a:lstStyle/>
          <a:p>
            <a:pPr>
              <a:defRPr/>
            </a:pPr>
            <a:endParaRPr lang="en-US">
              <a:ea typeface="ＭＳ Ｐゴシック" charset="0"/>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700F268-AFC6-5920-3F7D-2F6F2B948D0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81923" name="Rectangle 3">
            <a:extLst>
              <a:ext uri="{FF2B5EF4-FFF2-40B4-BE49-F238E27FC236}">
                <a16:creationId xmlns:a16="http://schemas.microsoft.com/office/drawing/2014/main" id="{FBD5458D-3732-F730-17A3-7CFE99FDD6C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81924" name="Rectangle 6">
            <a:extLst>
              <a:ext uri="{FF2B5EF4-FFF2-40B4-BE49-F238E27FC236}">
                <a16:creationId xmlns:a16="http://schemas.microsoft.com/office/drawing/2014/main" id="{B5EC1034-C2A7-044C-5204-1687457E032A}"/>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1925" name="Rectangle 7">
            <a:extLst>
              <a:ext uri="{FF2B5EF4-FFF2-40B4-BE49-F238E27FC236}">
                <a16:creationId xmlns:a16="http://schemas.microsoft.com/office/drawing/2014/main" id="{DA05A571-D36A-3D5A-7A87-747124CF42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11CAD77E-4E02-4033-AB81-3C75030AB9D8}" type="slidenum">
              <a:rPr lang="en-AU" altLang="en-US" sz="1200" smtClean="0">
                <a:latin typeface="Times New Roman" panose="02020603050405020304" pitchFamily="18" charset="0"/>
              </a:rPr>
              <a:pPr/>
              <a:t>41</a:t>
            </a:fld>
            <a:endParaRPr lang="en-AU" altLang="en-US" sz="1200">
              <a:latin typeface="Times New Roman" panose="02020603050405020304" pitchFamily="18" charset="0"/>
            </a:endParaRPr>
          </a:p>
        </p:txBody>
      </p:sp>
      <p:sp>
        <p:nvSpPr>
          <p:cNvPr id="81926" name="Rectangle 2">
            <a:extLst>
              <a:ext uri="{FF2B5EF4-FFF2-40B4-BE49-F238E27FC236}">
                <a16:creationId xmlns:a16="http://schemas.microsoft.com/office/drawing/2014/main" id="{85C9C5B9-152E-4CE5-F871-760538E7697E}"/>
              </a:ext>
            </a:extLst>
          </p:cNvPr>
          <p:cNvSpPr>
            <a:spLocks noGrp="1" noRot="1" noChangeAspect="1" noChangeArrowheads="1" noTextEdit="1"/>
          </p:cNvSpPr>
          <p:nvPr>
            <p:ph type="sldImg"/>
          </p:nvPr>
        </p:nvSpPr>
        <p:spPr>
          <a:ln/>
        </p:spPr>
      </p:sp>
      <p:sp>
        <p:nvSpPr>
          <p:cNvPr id="81927" name="Rectangle 3">
            <a:extLst>
              <a:ext uri="{FF2B5EF4-FFF2-40B4-BE49-F238E27FC236}">
                <a16:creationId xmlns:a16="http://schemas.microsoft.com/office/drawing/2014/main" id="{DB9E1E1E-4EA0-6E0A-607D-38BA9B9BDD1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Workflows can help in identifying the steps of a process and, further, a list of suitable user tasks…</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799927B3-06CC-A2E8-7852-D9A1DC9CD59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83971" name="Rectangle 3">
            <a:extLst>
              <a:ext uri="{FF2B5EF4-FFF2-40B4-BE49-F238E27FC236}">
                <a16:creationId xmlns:a16="http://schemas.microsoft.com/office/drawing/2014/main" id="{DAC28083-E7F7-11FF-5A39-C1117692E8F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83972" name="Rectangle 6">
            <a:extLst>
              <a:ext uri="{FF2B5EF4-FFF2-40B4-BE49-F238E27FC236}">
                <a16:creationId xmlns:a16="http://schemas.microsoft.com/office/drawing/2014/main" id="{B98225CA-A89B-D4A8-F0BC-7FED5B710E1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3973" name="Rectangle 7">
            <a:extLst>
              <a:ext uri="{FF2B5EF4-FFF2-40B4-BE49-F238E27FC236}">
                <a16:creationId xmlns:a16="http://schemas.microsoft.com/office/drawing/2014/main" id="{D44744C0-0E5E-4BFA-1157-B4F219C606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9E7411B-3490-4118-BE15-4FB7CBE9C596}" type="slidenum">
              <a:rPr lang="en-AU" altLang="en-US" sz="1200" smtClean="0">
                <a:latin typeface="Times New Roman" panose="02020603050405020304" pitchFamily="18" charset="0"/>
              </a:rPr>
              <a:pPr/>
              <a:t>42</a:t>
            </a:fld>
            <a:endParaRPr lang="en-AU" altLang="en-US" sz="1200">
              <a:latin typeface="Times New Roman" panose="02020603050405020304" pitchFamily="18" charset="0"/>
            </a:endParaRPr>
          </a:p>
        </p:txBody>
      </p:sp>
      <p:sp>
        <p:nvSpPr>
          <p:cNvPr id="83974" name="Rectangle 2">
            <a:extLst>
              <a:ext uri="{FF2B5EF4-FFF2-40B4-BE49-F238E27FC236}">
                <a16:creationId xmlns:a16="http://schemas.microsoft.com/office/drawing/2014/main" id="{497D9651-F446-B455-B2CB-1D749EBF7352}"/>
              </a:ext>
            </a:extLst>
          </p:cNvPr>
          <p:cNvSpPr>
            <a:spLocks noGrp="1" noRot="1" noChangeAspect="1" noChangeArrowheads="1" noTextEdit="1"/>
          </p:cNvSpPr>
          <p:nvPr>
            <p:ph type="sldImg"/>
          </p:nvPr>
        </p:nvSpPr>
        <p:spPr>
          <a:xfrm>
            <a:off x="990600" y="766763"/>
            <a:ext cx="5118100" cy="3838575"/>
          </a:xfrm>
          <a:solidFill>
            <a:srgbClr val="FFFFFF"/>
          </a:solidFill>
          <a:ln/>
        </p:spPr>
      </p:sp>
      <p:sp>
        <p:nvSpPr>
          <p:cNvPr id="83975" name="Rectangle 3">
            <a:extLst>
              <a:ext uri="{FF2B5EF4-FFF2-40B4-BE49-F238E27FC236}">
                <a16:creationId xmlns:a16="http://schemas.microsoft.com/office/drawing/2014/main" id="{A1101E52-8CD8-E131-C222-5A77256D5F1D}"/>
              </a:ext>
            </a:extLst>
          </p:cNvPr>
          <p:cNvSpPr>
            <a:spLocks noGrp="1" noChangeArrowheads="1"/>
          </p:cNvSpPr>
          <p:nvPr>
            <p:ph type="body" idx="1"/>
          </p:nvPr>
        </p:nvSpPr>
        <p:spPr>
          <a:xfrm>
            <a:off x="947738" y="4860925"/>
            <a:ext cx="5203825" cy="4606925"/>
          </a:xfrm>
          <a:solidFill>
            <a:srgbClr val="FFFFFF"/>
          </a:solidFill>
          <a:ln>
            <a:solidFill>
              <a:srgbClr val="000000"/>
            </a:solidFill>
            <a:miter lim="800000"/>
            <a:headEnd/>
            <a:tailEnd/>
          </a:ln>
        </p:spPr>
        <p:txBody>
          <a:bodyPr lIns="96460" tIns="48230" rIns="96460" bIns="48230"/>
          <a:lstStyle/>
          <a:p>
            <a:r>
              <a:rPr lang="en-US" altLang="en-US">
                <a:latin typeface="Times New Roman" panose="02020603050405020304" pitchFamily="18" charset="0"/>
              </a:rPr>
              <a:t>High-level tasks are a similar concept to work-flows…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CA07650E-FDDF-8E8E-7989-28C0BED8A41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86019" name="Rectangle 3">
            <a:extLst>
              <a:ext uri="{FF2B5EF4-FFF2-40B4-BE49-F238E27FC236}">
                <a16:creationId xmlns:a16="http://schemas.microsoft.com/office/drawing/2014/main" id="{198EF8E2-404F-9ADA-B2D7-46C2CF3F0B14}"/>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86020" name="Rectangle 6">
            <a:extLst>
              <a:ext uri="{FF2B5EF4-FFF2-40B4-BE49-F238E27FC236}">
                <a16:creationId xmlns:a16="http://schemas.microsoft.com/office/drawing/2014/main" id="{0A901619-0EAF-BF8A-E278-D49BE6075B85}"/>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6021" name="Rectangle 7">
            <a:extLst>
              <a:ext uri="{FF2B5EF4-FFF2-40B4-BE49-F238E27FC236}">
                <a16:creationId xmlns:a16="http://schemas.microsoft.com/office/drawing/2014/main" id="{A152769C-67DD-7E8F-C4B3-D90BF3234AC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67045A47-8A5C-47B7-9EA7-C821F235A8CD}" type="slidenum">
              <a:rPr lang="en-AU" altLang="en-US" sz="1200" smtClean="0">
                <a:latin typeface="Times New Roman" panose="02020603050405020304" pitchFamily="18" charset="0"/>
              </a:rPr>
              <a:pPr/>
              <a:t>43</a:t>
            </a:fld>
            <a:endParaRPr lang="en-AU" altLang="en-US" sz="1200">
              <a:latin typeface="Times New Roman" panose="02020603050405020304" pitchFamily="18" charset="0"/>
            </a:endParaRPr>
          </a:p>
        </p:txBody>
      </p:sp>
      <p:sp>
        <p:nvSpPr>
          <p:cNvPr id="86022" name="Rectangle 2">
            <a:extLst>
              <a:ext uri="{FF2B5EF4-FFF2-40B4-BE49-F238E27FC236}">
                <a16:creationId xmlns:a16="http://schemas.microsoft.com/office/drawing/2014/main" id="{0A756FD0-AA6F-EF6F-BFB4-00449E26A26C}"/>
              </a:ext>
            </a:extLst>
          </p:cNvPr>
          <p:cNvSpPr>
            <a:spLocks noGrp="1" noRot="1" noChangeAspect="1" noChangeArrowheads="1" noTextEdit="1"/>
          </p:cNvSpPr>
          <p:nvPr>
            <p:ph type="sldImg"/>
          </p:nvPr>
        </p:nvSpPr>
        <p:spPr>
          <a:solidFill>
            <a:srgbClr val="FFFFFF"/>
          </a:solidFill>
          <a:ln/>
        </p:spPr>
      </p:sp>
      <p:sp>
        <p:nvSpPr>
          <p:cNvPr id="132099" name="Rectangle 3">
            <a:extLst>
              <a:ext uri="{FF2B5EF4-FFF2-40B4-BE49-F238E27FC236}">
                <a16:creationId xmlns:a16="http://schemas.microsoft.com/office/drawing/2014/main" id="{4D3E56F9-4B64-DAB2-58DA-6B9E1ED00BA8}"/>
              </a:ext>
            </a:extLst>
          </p:cNvPr>
          <p:cNvSpPr>
            <a:spLocks noGrp="1" noChangeArrowheads="1"/>
          </p:cNvSpPr>
          <p:nvPr>
            <p:ph type="body" idx="1"/>
          </p:nvPr>
        </p:nvSpPr>
        <p:spPr>
          <a:solidFill>
            <a:srgbClr val="FFFFFF"/>
          </a:solidFill>
          <a:ln>
            <a:solidFill>
              <a:srgbClr val="000000"/>
            </a:solidFill>
            <a:miter lim="800000"/>
            <a:headEnd/>
            <a:tailEnd/>
          </a:ln>
        </p:spPr>
        <p:txBody>
          <a:bodyPr lIns="91425" tIns="45712" rIns="91425" bIns="45712"/>
          <a:lstStyle/>
          <a:p>
            <a:pPr>
              <a:defRPr/>
            </a:pPr>
            <a:endParaRPr lang="en-US">
              <a:ea typeface="ＭＳ Ｐゴシック" charset="0"/>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3F061DDA-807B-CA86-2017-428EA616FE7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88067" name="Rectangle 3">
            <a:extLst>
              <a:ext uri="{FF2B5EF4-FFF2-40B4-BE49-F238E27FC236}">
                <a16:creationId xmlns:a16="http://schemas.microsoft.com/office/drawing/2014/main" id="{8CA002D5-3BB0-294E-6D9C-B0B21E93B09F}"/>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88068" name="Rectangle 6">
            <a:extLst>
              <a:ext uri="{FF2B5EF4-FFF2-40B4-BE49-F238E27FC236}">
                <a16:creationId xmlns:a16="http://schemas.microsoft.com/office/drawing/2014/main" id="{F58204D4-10B9-1EC4-179C-27C50100F38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88069" name="Rectangle 7">
            <a:extLst>
              <a:ext uri="{FF2B5EF4-FFF2-40B4-BE49-F238E27FC236}">
                <a16:creationId xmlns:a16="http://schemas.microsoft.com/office/drawing/2014/main" id="{9FE6853D-B170-ACA8-6A35-1809D9D6CD6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D431431A-6E93-42B7-99DF-57B38EBFFE4E}" type="slidenum">
              <a:rPr lang="en-AU" altLang="en-US" sz="1200" smtClean="0">
                <a:latin typeface="Times New Roman" panose="02020603050405020304" pitchFamily="18" charset="0"/>
              </a:rPr>
              <a:pPr/>
              <a:t>44</a:t>
            </a:fld>
            <a:endParaRPr lang="en-AU" altLang="en-US" sz="1200">
              <a:latin typeface="Times New Roman" panose="02020603050405020304" pitchFamily="18" charset="0"/>
            </a:endParaRPr>
          </a:p>
        </p:txBody>
      </p:sp>
      <p:sp>
        <p:nvSpPr>
          <p:cNvPr id="88070" name="Rectangle 2">
            <a:extLst>
              <a:ext uri="{FF2B5EF4-FFF2-40B4-BE49-F238E27FC236}">
                <a16:creationId xmlns:a16="http://schemas.microsoft.com/office/drawing/2014/main" id="{B903F3E5-E8A0-C48A-9D3F-B8625A02517A}"/>
              </a:ext>
            </a:extLst>
          </p:cNvPr>
          <p:cNvSpPr>
            <a:spLocks noGrp="1" noRot="1" noChangeAspect="1" noChangeArrowheads="1" noTextEdit="1"/>
          </p:cNvSpPr>
          <p:nvPr>
            <p:ph type="sldImg"/>
          </p:nvPr>
        </p:nvSpPr>
        <p:spPr>
          <a:solidFill>
            <a:srgbClr val="FFFFFF"/>
          </a:solidFill>
          <a:ln/>
        </p:spPr>
      </p:sp>
      <p:sp>
        <p:nvSpPr>
          <p:cNvPr id="134147" name="Rectangle 3">
            <a:extLst>
              <a:ext uri="{FF2B5EF4-FFF2-40B4-BE49-F238E27FC236}">
                <a16:creationId xmlns:a16="http://schemas.microsoft.com/office/drawing/2014/main" id="{0604E18D-9FE7-DBA5-6320-C94A0A88440F}"/>
              </a:ext>
            </a:extLst>
          </p:cNvPr>
          <p:cNvSpPr>
            <a:spLocks noGrp="1" noChangeArrowheads="1"/>
          </p:cNvSpPr>
          <p:nvPr>
            <p:ph type="body" idx="1"/>
          </p:nvPr>
        </p:nvSpPr>
        <p:spPr>
          <a:solidFill>
            <a:srgbClr val="FFFFFF"/>
          </a:solidFill>
          <a:ln>
            <a:solidFill>
              <a:srgbClr val="000000"/>
            </a:solidFill>
            <a:miter lim="800000"/>
            <a:headEnd/>
            <a:tailEnd/>
          </a:ln>
        </p:spPr>
        <p:txBody>
          <a:bodyPr lIns="91425" tIns="45712" rIns="91425" bIns="45712"/>
          <a:lstStyle/>
          <a:p>
            <a:pPr>
              <a:defRPr/>
            </a:pPr>
            <a:endParaRPr lang="en-US">
              <a:ea typeface="ＭＳ Ｐゴシック" charset="0"/>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664B45B2-951D-8D10-4B3B-24A94226911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90115" name="Rectangle 3">
            <a:extLst>
              <a:ext uri="{FF2B5EF4-FFF2-40B4-BE49-F238E27FC236}">
                <a16:creationId xmlns:a16="http://schemas.microsoft.com/office/drawing/2014/main" id="{503E0F4F-0BCA-1087-4ABD-7266B2E55E33}"/>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90116" name="Rectangle 6">
            <a:extLst>
              <a:ext uri="{FF2B5EF4-FFF2-40B4-BE49-F238E27FC236}">
                <a16:creationId xmlns:a16="http://schemas.microsoft.com/office/drawing/2014/main" id="{04D77676-D766-BBCC-FA05-4EC93552F7F4}"/>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90117" name="Rectangle 7">
            <a:extLst>
              <a:ext uri="{FF2B5EF4-FFF2-40B4-BE49-F238E27FC236}">
                <a16:creationId xmlns:a16="http://schemas.microsoft.com/office/drawing/2014/main" id="{039C0551-3FF9-58E4-9AC6-E32B662275D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0A241818-0CBE-4C70-8BB0-E5A39A0F92F3}" type="slidenum">
              <a:rPr lang="en-AU" altLang="en-US" sz="1200" smtClean="0">
                <a:latin typeface="Times New Roman" panose="02020603050405020304" pitchFamily="18" charset="0"/>
              </a:rPr>
              <a:pPr/>
              <a:t>45</a:t>
            </a:fld>
            <a:endParaRPr lang="en-AU" altLang="en-US" sz="1200">
              <a:latin typeface="Times New Roman" panose="02020603050405020304" pitchFamily="18" charset="0"/>
            </a:endParaRPr>
          </a:p>
        </p:txBody>
      </p:sp>
      <p:sp>
        <p:nvSpPr>
          <p:cNvPr id="90118" name="Rectangle 2">
            <a:extLst>
              <a:ext uri="{FF2B5EF4-FFF2-40B4-BE49-F238E27FC236}">
                <a16:creationId xmlns:a16="http://schemas.microsoft.com/office/drawing/2014/main" id="{5D9ED178-87B4-A8BA-4BFE-A5709BC61072}"/>
              </a:ext>
            </a:extLst>
          </p:cNvPr>
          <p:cNvSpPr>
            <a:spLocks noGrp="1" noRot="1" noChangeAspect="1" noChangeArrowheads="1" noTextEdit="1"/>
          </p:cNvSpPr>
          <p:nvPr>
            <p:ph type="sldImg"/>
          </p:nvPr>
        </p:nvSpPr>
        <p:spPr>
          <a:xfrm>
            <a:off x="990600" y="766763"/>
            <a:ext cx="5118100" cy="3838575"/>
          </a:xfrm>
          <a:solidFill>
            <a:srgbClr val="FFFFFF"/>
          </a:solidFill>
          <a:ln/>
        </p:spPr>
      </p:sp>
      <p:sp>
        <p:nvSpPr>
          <p:cNvPr id="90119" name="Rectangle 3">
            <a:extLst>
              <a:ext uri="{FF2B5EF4-FFF2-40B4-BE49-F238E27FC236}">
                <a16:creationId xmlns:a16="http://schemas.microsoft.com/office/drawing/2014/main" id="{A5161DC5-80E7-242C-2AA5-5AE61CF3F89D}"/>
              </a:ext>
            </a:extLst>
          </p:cNvPr>
          <p:cNvSpPr>
            <a:spLocks noGrp="1" noChangeArrowheads="1"/>
          </p:cNvSpPr>
          <p:nvPr>
            <p:ph type="body" idx="1"/>
          </p:nvPr>
        </p:nvSpPr>
        <p:spPr>
          <a:xfrm>
            <a:off x="947738" y="4860925"/>
            <a:ext cx="5203825" cy="4606925"/>
          </a:xfrm>
          <a:solidFill>
            <a:srgbClr val="FFFFFF"/>
          </a:solidFill>
          <a:ln>
            <a:solidFill>
              <a:srgbClr val="000000"/>
            </a:solidFill>
            <a:miter lim="800000"/>
            <a:headEnd/>
            <a:tailEnd/>
          </a:ln>
        </p:spPr>
        <p:txBody>
          <a:bodyPr lIns="96460" tIns="48230" rIns="96460" bIns="48230"/>
          <a:lstStyle/>
          <a:p>
            <a:r>
              <a:rPr lang="en-US" altLang="en-US">
                <a:latin typeface="Times New Roman" panose="02020603050405020304" pitchFamily="18" charset="0"/>
              </a:rPr>
              <a:t>We can discuss these requirements in quite some detail… task for the ‘user’ to write them up in a better way…</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A46F6A2B-E075-B5EB-4B50-90151F9DE28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92163" name="Rectangle 3">
            <a:extLst>
              <a:ext uri="{FF2B5EF4-FFF2-40B4-BE49-F238E27FC236}">
                <a16:creationId xmlns:a16="http://schemas.microsoft.com/office/drawing/2014/main" id="{C108FD64-607B-EFA4-D476-4E5852F4521C}"/>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92164" name="Rectangle 6">
            <a:extLst>
              <a:ext uri="{FF2B5EF4-FFF2-40B4-BE49-F238E27FC236}">
                <a16:creationId xmlns:a16="http://schemas.microsoft.com/office/drawing/2014/main" id="{B24DE76B-5C41-DE1D-591B-BDAD6A1A2FA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92165" name="Rectangle 7">
            <a:extLst>
              <a:ext uri="{FF2B5EF4-FFF2-40B4-BE49-F238E27FC236}">
                <a16:creationId xmlns:a16="http://schemas.microsoft.com/office/drawing/2014/main" id="{FA6CEC4F-8E2C-08A6-6981-5BD921293E2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57842DE3-8F06-4839-8529-1B49CB95B8BA}" type="slidenum">
              <a:rPr lang="en-AU" altLang="en-US" sz="1200" smtClean="0">
                <a:latin typeface="Times New Roman" panose="02020603050405020304" pitchFamily="18" charset="0"/>
              </a:rPr>
              <a:pPr/>
              <a:t>46</a:t>
            </a:fld>
            <a:endParaRPr lang="en-AU" altLang="en-US" sz="1200">
              <a:latin typeface="Times New Roman" panose="02020603050405020304" pitchFamily="18" charset="0"/>
            </a:endParaRPr>
          </a:p>
        </p:txBody>
      </p:sp>
      <p:sp>
        <p:nvSpPr>
          <p:cNvPr id="92166" name="Rectangle 2">
            <a:extLst>
              <a:ext uri="{FF2B5EF4-FFF2-40B4-BE49-F238E27FC236}">
                <a16:creationId xmlns:a16="http://schemas.microsoft.com/office/drawing/2014/main" id="{88C932F3-3798-0227-0DFF-FF3AAAD1CB43}"/>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FEE1530E-EFE4-2E7A-4BD4-FE67E9F9F219}"/>
              </a:ext>
            </a:extLst>
          </p:cNvPr>
          <p:cNvSpPr>
            <a:spLocks noGrp="1" noChangeArrowheads="1"/>
          </p:cNvSpPr>
          <p:nvPr>
            <p:ph type="body" idx="1"/>
          </p:nvPr>
        </p:nvSpPr>
        <p:spPr/>
        <p:txBody>
          <a:bodyPr/>
          <a:lstStyle/>
          <a:p>
            <a:pPr>
              <a:defRPr/>
            </a:pPr>
            <a:endParaRPr lang="en-US">
              <a:ea typeface="ＭＳ Ｐゴシック" charset="0"/>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2CC401BF-2EFD-6477-1566-9E676F5CDC6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SWE300003 Software Architectures and Design</a:t>
            </a:r>
          </a:p>
        </p:txBody>
      </p:sp>
      <p:sp>
        <p:nvSpPr>
          <p:cNvPr id="94211" name="Rectangle 3">
            <a:extLst>
              <a:ext uri="{FF2B5EF4-FFF2-40B4-BE49-F238E27FC236}">
                <a16:creationId xmlns:a16="http://schemas.microsoft.com/office/drawing/2014/main" id="{8A058C40-2357-EB26-0400-2FB83E465894}"/>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200">
                <a:latin typeface="Times New Roman" panose="02020603050405020304" pitchFamily="18" charset="0"/>
              </a:rPr>
              <a:t>S1 2023</a:t>
            </a:r>
            <a:endParaRPr lang="en-AU" altLang="en-US" sz="1200">
              <a:latin typeface="Times New Roman" panose="02020603050405020304" pitchFamily="18" charset="0"/>
            </a:endParaRPr>
          </a:p>
        </p:txBody>
      </p:sp>
      <p:sp>
        <p:nvSpPr>
          <p:cNvPr id="94212" name="Rectangle 6">
            <a:extLst>
              <a:ext uri="{FF2B5EF4-FFF2-40B4-BE49-F238E27FC236}">
                <a16:creationId xmlns:a16="http://schemas.microsoft.com/office/drawing/2014/main" id="{FC768394-71C8-0FA5-9E9D-61349CB9D62A}"/>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1200">
                <a:latin typeface="Times New Roman" panose="02020603050405020304" pitchFamily="18" charset="0"/>
              </a:rPr>
              <a:t>© Swinburne University of Technology</a:t>
            </a:r>
          </a:p>
        </p:txBody>
      </p:sp>
      <p:sp>
        <p:nvSpPr>
          <p:cNvPr id="94213" name="Rectangle 7">
            <a:extLst>
              <a:ext uri="{FF2B5EF4-FFF2-40B4-BE49-F238E27FC236}">
                <a16:creationId xmlns:a16="http://schemas.microsoft.com/office/drawing/2014/main" id="{2FB1AA75-6B74-14D4-E859-183FAF79758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sz="2400">
                <a:solidFill>
                  <a:schemeClr val="tx1"/>
                </a:solidFill>
                <a:latin typeface="Arial Narrow" panose="020B0606020202030204" pitchFamily="34" charset="0"/>
                <a:ea typeface="MS PGothic" panose="020B0600070205080204" pitchFamily="34" charset="-128"/>
              </a:defRPr>
            </a:lvl1pPr>
            <a:lvl2pPr marL="742950" indent="-285750" defTabSz="950913">
              <a:defRPr sz="2400">
                <a:solidFill>
                  <a:schemeClr val="tx1"/>
                </a:solidFill>
                <a:latin typeface="Arial Narrow" panose="020B0606020202030204" pitchFamily="34" charset="0"/>
                <a:ea typeface="MS PGothic" panose="020B0600070205080204" pitchFamily="34" charset="-128"/>
              </a:defRPr>
            </a:lvl2pPr>
            <a:lvl3pPr marL="1143000" indent="-228600" defTabSz="950913">
              <a:defRPr sz="2400">
                <a:solidFill>
                  <a:schemeClr val="tx1"/>
                </a:solidFill>
                <a:latin typeface="Arial Narrow" panose="020B0606020202030204" pitchFamily="34" charset="0"/>
                <a:ea typeface="MS PGothic" panose="020B0600070205080204" pitchFamily="34" charset="-128"/>
              </a:defRPr>
            </a:lvl3pPr>
            <a:lvl4pPr marL="1600200" indent="-228600" defTabSz="950913">
              <a:defRPr sz="2400">
                <a:solidFill>
                  <a:schemeClr val="tx1"/>
                </a:solidFill>
                <a:latin typeface="Arial Narrow" panose="020B0606020202030204" pitchFamily="34" charset="0"/>
                <a:ea typeface="MS PGothic" panose="020B0600070205080204" pitchFamily="34" charset="-128"/>
              </a:defRPr>
            </a:lvl4pPr>
            <a:lvl5pPr marL="2057400" indent="-228600" defTabSz="950913">
              <a:defRPr sz="2400">
                <a:solidFill>
                  <a:schemeClr val="tx1"/>
                </a:solidFill>
                <a:latin typeface="Arial Narrow" panose="020B0606020202030204" pitchFamily="34" charset="0"/>
                <a:ea typeface="MS PGothic"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fld id="{E6D0425A-5B9B-4F89-8C72-7FC7AC1B49F5}" type="slidenum">
              <a:rPr lang="en-AU" altLang="en-US" sz="1200" smtClean="0">
                <a:latin typeface="Times New Roman" panose="02020603050405020304" pitchFamily="18" charset="0"/>
              </a:rPr>
              <a:pPr/>
              <a:t>47</a:t>
            </a:fld>
            <a:endParaRPr lang="en-AU" altLang="en-US" sz="1200">
              <a:latin typeface="Times New Roman" panose="02020603050405020304" pitchFamily="18" charset="0"/>
            </a:endParaRPr>
          </a:p>
        </p:txBody>
      </p:sp>
      <p:sp>
        <p:nvSpPr>
          <p:cNvPr id="94214" name="Rectangle 2">
            <a:extLst>
              <a:ext uri="{FF2B5EF4-FFF2-40B4-BE49-F238E27FC236}">
                <a16:creationId xmlns:a16="http://schemas.microsoft.com/office/drawing/2014/main" id="{6A4794C3-FF6F-0BB3-B4AF-2688D4280A7C}"/>
              </a:ext>
            </a:extLst>
          </p:cNvPr>
          <p:cNvSpPr>
            <a:spLocks noGrp="1" noRot="1" noChangeAspect="1" noChangeArrowheads="1" noTextEdit="1"/>
          </p:cNvSpPr>
          <p:nvPr>
            <p:ph type="sldImg"/>
          </p:nvPr>
        </p:nvSpPr>
        <p:spPr>
          <a:ln/>
        </p:spPr>
      </p:sp>
      <p:sp>
        <p:nvSpPr>
          <p:cNvPr id="94215" name="Rectangle 3">
            <a:extLst>
              <a:ext uri="{FF2B5EF4-FFF2-40B4-BE49-F238E27FC236}">
                <a16:creationId xmlns:a16="http://schemas.microsoft.com/office/drawing/2014/main" id="{813A7041-42CE-BF54-1E9A-7C948ABFA66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1F1172D0-46C3-F12A-72CA-A63F911E5D46}"/>
              </a:ext>
            </a:extLst>
          </p:cNvPr>
          <p:cNvSpPr>
            <a:spLocks noChangeArrowheads="1"/>
          </p:cNvSpPr>
          <p:nvPr/>
        </p:nvSpPr>
        <p:spPr bwMode="auto">
          <a:xfrm>
            <a:off x="2159000" y="0"/>
            <a:ext cx="2159000" cy="2159000"/>
          </a:xfrm>
          <a:prstGeom prst="rect">
            <a:avLst/>
          </a:prstGeom>
          <a:solidFill>
            <a:srgbClr val="4D4D4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sp>
        <p:nvSpPr>
          <p:cNvPr id="3" name="Rectangle 27">
            <a:extLst>
              <a:ext uri="{FF2B5EF4-FFF2-40B4-BE49-F238E27FC236}">
                <a16:creationId xmlns:a16="http://schemas.microsoft.com/office/drawing/2014/main" id="{E3DDFD96-3D50-0CB6-06CA-EF3802042E7A}"/>
              </a:ext>
            </a:extLst>
          </p:cNvPr>
          <p:cNvSpPr>
            <a:spLocks noChangeArrowheads="1"/>
          </p:cNvSpPr>
          <p:nvPr/>
        </p:nvSpPr>
        <p:spPr bwMode="auto">
          <a:xfrm>
            <a:off x="6985000" y="4699000"/>
            <a:ext cx="2159000" cy="2159000"/>
          </a:xfrm>
          <a:prstGeom prst="rect">
            <a:avLst/>
          </a:prstGeom>
          <a:solidFill>
            <a:srgbClr val="4D4D4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pic>
        <p:nvPicPr>
          <p:cNvPr id="4" name="Picture 66" descr="crest_30pc">
            <a:extLst>
              <a:ext uri="{FF2B5EF4-FFF2-40B4-BE49-F238E27FC236}">
                <a16:creationId xmlns:a16="http://schemas.microsoft.com/office/drawing/2014/main" id="{3C31DE3D-5A64-1604-9F82-B5BB163A82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4800600"/>
            <a:ext cx="14319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8" descr="corpV_3 300_lzw">
            <a:extLst>
              <a:ext uri="{FF2B5EF4-FFF2-40B4-BE49-F238E27FC236}">
                <a16:creationId xmlns:a16="http://schemas.microsoft.com/office/drawing/2014/main" id="{DDA4D60B-1D94-6A32-3D1D-321DDE0AA2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160588" cy="431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2438400" y="2438400"/>
            <a:ext cx="5562600" cy="1143000"/>
          </a:xfrm>
        </p:spPr>
        <p:txBody>
          <a:bodyPr lIns="91440" tIns="45720" rIns="91440" bIns="45720"/>
          <a:lstStyle>
            <a:lvl1pPr>
              <a:defRPr/>
            </a:lvl1pPr>
          </a:lstStyle>
          <a:p>
            <a:pPr lvl="0"/>
            <a:r>
              <a:rPr lang="en-AU" noProof="0"/>
              <a:t>Click to edit Master title style</a:t>
            </a:r>
          </a:p>
        </p:txBody>
      </p:sp>
      <p:sp>
        <p:nvSpPr>
          <p:cNvPr id="4099" name="Rectangle 3"/>
          <p:cNvSpPr>
            <a:spLocks noGrp="1" noChangeArrowheads="1"/>
          </p:cNvSpPr>
          <p:nvPr>
            <p:ph type="subTitle" idx="1"/>
          </p:nvPr>
        </p:nvSpPr>
        <p:spPr>
          <a:xfrm>
            <a:off x="2438400" y="3733800"/>
            <a:ext cx="4419600" cy="990600"/>
          </a:xfrm>
        </p:spPr>
        <p:txBody>
          <a:bodyPr lIns="91440" tIns="45720" rIns="91440" bIns="45720"/>
          <a:lstStyle>
            <a:lvl1pPr marL="0" indent="0">
              <a:buFont typeface="Wingdings" charset="0"/>
              <a:buNone/>
              <a:defRPr/>
            </a:lvl1pPr>
          </a:lstStyle>
          <a:p>
            <a:pPr lvl="0"/>
            <a:r>
              <a:rPr lang="en-AU" noProof="0"/>
              <a:t>Click to edit Master subtitle style</a:t>
            </a:r>
          </a:p>
        </p:txBody>
      </p:sp>
    </p:spTree>
    <p:extLst>
      <p:ext uri="{BB962C8B-B14F-4D97-AF65-F5344CB8AC3E}">
        <p14:creationId xmlns:p14="http://schemas.microsoft.com/office/powerpoint/2010/main" val="417158588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
            <a:extLst>
              <a:ext uri="{FF2B5EF4-FFF2-40B4-BE49-F238E27FC236}">
                <a16:creationId xmlns:a16="http://schemas.microsoft.com/office/drawing/2014/main" id="{8D3317D1-6F41-8F23-FA77-EF524FFB65C3}"/>
              </a:ext>
            </a:extLst>
          </p:cNvPr>
          <p:cNvSpPr>
            <a:spLocks noGrp="1" noChangeArrowheads="1"/>
          </p:cNvSpPr>
          <p:nvPr>
            <p:ph type="sldNum" sz="quarter" idx="10"/>
          </p:nvPr>
        </p:nvSpPr>
        <p:spPr>
          <a:ln/>
        </p:spPr>
        <p:txBody>
          <a:bodyPr/>
          <a:lstStyle>
            <a:lvl1pPr>
              <a:defRPr/>
            </a:lvl1pPr>
          </a:lstStyle>
          <a:p>
            <a:pPr>
              <a:defRPr/>
            </a:pPr>
            <a:fld id="{1C5E5F0F-F1D3-4548-8C0E-729D06C47CA9}"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447235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a:t>Click to edit Master text styles</a:t>
            </a:r>
          </a:p>
        </p:txBody>
      </p:sp>
      <p:sp>
        <p:nvSpPr>
          <p:cNvPr id="4" name="Rectangle 6">
            <a:extLst>
              <a:ext uri="{FF2B5EF4-FFF2-40B4-BE49-F238E27FC236}">
                <a16:creationId xmlns:a16="http://schemas.microsoft.com/office/drawing/2014/main" id="{E5E335FE-8D05-3394-F993-580911B3F365}"/>
              </a:ext>
            </a:extLst>
          </p:cNvPr>
          <p:cNvSpPr>
            <a:spLocks noGrp="1" noChangeArrowheads="1"/>
          </p:cNvSpPr>
          <p:nvPr>
            <p:ph type="sldNum" sz="quarter" idx="10"/>
          </p:nvPr>
        </p:nvSpPr>
        <p:spPr>
          <a:ln/>
        </p:spPr>
        <p:txBody>
          <a:bodyPr/>
          <a:lstStyle>
            <a:lvl1pPr>
              <a:defRPr/>
            </a:lvl1pPr>
          </a:lstStyle>
          <a:p>
            <a:pPr>
              <a:defRPr/>
            </a:pPr>
            <a:fld id="{78A982F4-A7BD-4C5E-9C76-A1F8F2A439C7}"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922444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1079500" y="1143000"/>
            <a:ext cx="36957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927600" y="1143000"/>
            <a:ext cx="36957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6">
            <a:extLst>
              <a:ext uri="{FF2B5EF4-FFF2-40B4-BE49-F238E27FC236}">
                <a16:creationId xmlns:a16="http://schemas.microsoft.com/office/drawing/2014/main" id="{31D7AFEB-BDFB-63F0-EFA8-79C4848B5BD3}"/>
              </a:ext>
            </a:extLst>
          </p:cNvPr>
          <p:cNvSpPr>
            <a:spLocks noGrp="1" noChangeArrowheads="1"/>
          </p:cNvSpPr>
          <p:nvPr>
            <p:ph type="sldNum" sz="quarter" idx="10"/>
          </p:nvPr>
        </p:nvSpPr>
        <p:spPr>
          <a:ln/>
        </p:spPr>
        <p:txBody>
          <a:bodyPr/>
          <a:lstStyle>
            <a:lvl1pPr>
              <a:defRPr/>
            </a:lvl1pPr>
          </a:lstStyle>
          <a:p>
            <a:pPr>
              <a:defRPr/>
            </a:pPr>
            <a:fld id="{4B82D5F4-0403-4258-8E41-14E35D965F8B}"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686204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6">
            <a:extLst>
              <a:ext uri="{FF2B5EF4-FFF2-40B4-BE49-F238E27FC236}">
                <a16:creationId xmlns:a16="http://schemas.microsoft.com/office/drawing/2014/main" id="{79C76A04-04C9-E217-1235-1CB4F8C5C4C2}"/>
              </a:ext>
            </a:extLst>
          </p:cNvPr>
          <p:cNvSpPr>
            <a:spLocks noGrp="1" noChangeArrowheads="1"/>
          </p:cNvSpPr>
          <p:nvPr>
            <p:ph type="sldNum" sz="quarter" idx="10"/>
          </p:nvPr>
        </p:nvSpPr>
        <p:spPr>
          <a:ln/>
        </p:spPr>
        <p:txBody>
          <a:bodyPr/>
          <a:lstStyle>
            <a:lvl1pPr>
              <a:defRPr/>
            </a:lvl1pPr>
          </a:lstStyle>
          <a:p>
            <a:pPr>
              <a:defRPr/>
            </a:pPr>
            <a:fld id="{8220C247-48E9-4D53-B68D-003D335AADE8}"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131451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Rectangle 6">
            <a:extLst>
              <a:ext uri="{FF2B5EF4-FFF2-40B4-BE49-F238E27FC236}">
                <a16:creationId xmlns:a16="http://schemas.microsoft.com/office/drawing/2014/main" id="{51BDB466-7619-DFF4-D7A1-8D731984BDE1}"/>
              </a:ext>
            </a:extLst>
          </p:cNvPr>
          <p:cNvSpPr>
            <a:spLocks noGrp="1" noChangeArrowheads="1"/>
          </p:cNvSpPr>
          <p:nvPr>
            <p:ph type="sldNum" sz="quarter" idx="10"/>
          </p:nvPr>
        </p:nvSpPr>
        <p:spPr>
          <a:ln/>
        </p:spPr>
        <p:txBody>
          <a:bodyPr/>
          <a:lstStyle>
            <a:lvl1pPr>
              <a:defRPr/>
            </a:lvl1pPr>
          </a:lstStyle>
          <a:p>
            <a:pPr>
              <a:defRPr/>
            </a:pPr>
            <a:fld id="{3A599554-C534-4650-9370-1B3D015986A5}"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300158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212EBB28-4DF6-94E9-FA28-E37ECD1D72CC}"/>
              </a:ext>
            </a:extLst>
          </p:cNvPr>
          <p:cNvSpPr>
            <a:spLocks noGrp="1" noChangeArrowheads="1"/>
          </p:cNvSpPr>
          <p:nvPr>
            <p:ph type="sldNum" sz="quarter" idx="10"/>
          </p:nvPr>
        </p:nvSpPr>
        <p:spPr>
          <a:ln/>
        </p:spPr>
        <p:txBody>
          <a:bodyPr/>
          <a:lstStyle>
            <a:lvl1pPr>
              <a:defRPr/>
            </a:lvl1pPr>
          </a:lstStyle>
          <a:p>
            <a:pPr>
              <a:defRPr/>
            </a:pPr>
            <a:fld id="{FC279CBA-3DE2-4F3E-9DAD-F437429B7910}"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648051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
            <a:extLst>
              <a:ext uri="{FF2B5EF4-FFF2-40B4-BE49-F238E27FC236}">
                <a16:creationId xmlns:a16="http://schemas.microsoft.com/office/drawing/2014/main" id="{C5E1787B-605F-47A6-060E-DE383C8667E0}"/>
              </a:ext>
            </a:extLst>
          </p:cNvPr>
          <p:cNvSpPr>
            <a:spLocks noGrp="1" noChangeArrowheads="1"/>
          </p:cNvSpPr>
          <p:nvPr>
            <p:ph type="sldNum" sz="quarter" idx="10"/>
          </p:nvPr>
        </p:nvSpPr>
        <p:spPr>
          <a:ln/>
        </p:spPr>
        <p:txBody>
          <a:bodyPr/>
          <a:lstStyle>
            <a:lvl1pPr>
              <a:defRPr/>
            </a:lvl1pPr>
          </a:lstStyle>
          <a:p>
            <a:pPr>
              <a:defRPr/>
            </a:pPr>
            <a:fld id="{5BB44819-FC91-4593-B713-977F3EBE2F65}"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130614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
            <a:extLst>
              <a:ext uri="{FF2B5EF4-FFF2-40B4-BE49-F238E27FC236}">
                <a16:creationId xmlns:a16="http://schemas.microsoft.com/office/drawing/2014/main" id="{A9998370-120F-3959-C703-C2D4FDFA544B}"/>
              </a:ext>
            </a:extLst>
          </p:cNvPr>
          <p:cNvSpPr>
            <a:spLocks noGrp="1" noChangeArrowheads="1"/>
          </p:cNvSpPr>
          <p:nvPr>
            <p:ph type="sldNum" sz="quarter" idx="10"/>
          </p:nvPr>
        </p:nvSpPr>
        <p:spPr>
          <a:ln/>
        </p:spPr>
        <p:txBody>
          <a:bodyPr/>
          <a:lstStyle>
            <a:lvl1pPr>
              <a:defRPr/>
            </a:lvl1pPr>
          </a:lstStyle>
          <a:p>
            <a:pPr>
              <a:defRPr/>
            </a:pPr>
            <a:fld id="{08AC1776-31F8-4771-B282-CB2B94A8233A}"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331358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
            <a:extLst>
              <a:ext uri="{FF2B5EF4-FFF2-40B4-BE49-F238E27FC236}">
                <a16:creationId xmlns:a16="http://schemas.microsoft.com/office/drawing/2014/main" id="{5A14350B-C09A-7151-EEBD-3C7158805728}"/>
              </a:ext>
            </a:extLst>
          </p:cNvPr>
          <p:cNvSpPr>
            <a:spLocks noGrp="1" noChangeArrowheads="1"/>
          </p:cNvSpPr>
          <p:nvPr>
            <p:ph type="sldNum" sz="quarter" idx="10"/>
          </p:nvPr>
        </p:nvSpPr>
        <p:spPr>
          <a:ln/>
        </p:spPr>
        <p:txBody>
          <a:bodyPr/>
          <a:lstStyle>
            <a:lvl1pPr>
              <a:defRPr/>
            </a:lvl1pPr>
          </a:lstStyle>
          <a:p>
            <a:pPr>
              <a:defRPr/>
            </a:pPr>
            <a:fld id="{B9661B5C-181B-4810-B624-7F3301A28FE2}"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919355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50" y="358775"/>
            <a:ext cx="1885950" cy="5584825"/>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1079500" y="358775"/>
            <a:ext cx="5505450" cy="5584825"/>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
            <a:extLst>
              <a:ext uri="{FF2B5EF4-FFF2-40B4-BE49-F238E27FC236}">
                <a16:creationId xmlns:a16="http://schemas.microsoft.com/office/drawing/2014/main" id="{060DFE96-DAEA-E6A3-B740-4E02DF0891D8}"/>
              </a:ext>
            </a:extLst>
          </p:cNvPr>
          <p:cNvSpPr>
            <a:spLocks noGrp="1" noChangeArrowheads="1"/>
          </p:cNvSpPr>
          <p:nvPr>
            <p:ph type="sldNum" sz="quarter" idx="10"/>
          </p:nvPr>
        </p:nvSpPr>
        <p:spPr>
          <a:ln/>
        </p:spPr>
        <p:txBody>
          <a:bodyPr/>
          <a:lstStyle>
            <a:lvl1pPr>
              <a:defRPr/>
            </a:lvl1pPr>
          </a:lstStyle>
          <a:p>
            <a:pPr>
              <a:defRPr/>
            </a:pPr>
            <a:fld id="{D3614566-352E-4D43-AB7C-D84E31C5B0BE}" type="slidenum">
              <a:rPr lang="en-AU" altLang="en-US"/>
              <a:pPr>
                <a:defRPr/>
              </a:pPr>
              <a:t>‹#›</a:t>
            </a:fld>
            <a:endParaRPr lang="en-AU" altLang="en-US"/>
          </a:p>
          <a:p>
            <a:pPr>
              <a:defRPr/>
            </a:pPr>
            <a:endParaRPr lang="en-AU" altLang="en-US"/>
          </a:p>
        </p:txBody>
      </p:sp>
    </p:spTree>
    <p:extLst>
      <p:ext uri="{BB962C8B-B14F-4D97-AF65-F5344CB8AC3E}">
        <p14:creationId xmlns:p14="http://schemas.microsoft.com/office/powerpoint/2010/main" val="2734047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EFBAB01-D5FC-8E24-9131-34B226DA6D75}"/>
              </a:ext>
            </a:extLst>
          </p:cNvPr>
          <p:cNvSpPr>
            <a:spLocks noGrp="1" noChangeArrowheads="1"/>
          </p:cNvSpPr>
          <p:nvPr>
            <p:ph type="title"/>
          </p:nvPr>
        </p:nvSpPr>
        <p:spPr bwMode="auto">
          <a:xfrm>
            <a:off x="1079500" y="358775"/>
            <a:ext cx="6997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AU" altLang="en-US"/>
              <a:t>Click to edit Master title style</a:t>
            </a:r>
          </a:p>
        </p:txBody>
      </p:sp>
      <p:sp>
        <p:nvSpPr>
          <p:cNvPr id="1030" name="Rectangle 6">
            <a:extLst>
              <a:ext uri="{FF2B5EF4-FFF2-40B4-BE49-F238E27FC236}">
                <a16:creationId xmlns:a16="http://schemas.microsoft.com/office/drawing/2014/main" id="{91ED29DC-499A-373B-2416-73B245749541}"/>
              </a:ext>
            </a:extLst>
          </p:cNvPr>
          <p:cNvSpPr>
            <a:spLocks noGrp="1" noChangeArrowheads="1"/>
          </p:cNvSpPr>
          <p:nvPr>
            <p:ph type="sldNum" sz="quarter" idx="4"/>
          </p:nvPr>
        </p:nvSpPr>
        <p:spPr bwMode="auto">
          <a:xfrm>
            <a:off x="6781800" y="61722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a:defRPr/>
            </a:pPr>
            <a:fld id="{B58EF04E-DE24-47BB-9BFF-0584D253E101}" type="slidenum">
              <a:rPr lang="en-AU" altLang="en-US"/>
              <a:pPr>
                <a:defRPr/>
              </a:pPr>
              <a:t>‹#›</a:t>
            </a:fld>
            <a:endParaRPr lang="en-AU" altLang="en-US"/>
          </a:p>
          <a:p>
            <a:pPr>
              <a:defRPr/>
            </a:pPr>
            <a:endParaRPr lang="en-AU" altLang="en-US"/>
          </a:p>
        </p:txBody>
      </p:sp>
      <p:sp>
        <p:nvSpPr>
          <p:cNvPr id="1028" name="Line 7">
            <a:extLst>
              <a:ext uri="{FF2B5EF4-FFF2-40B4-BE49-F238E27FC236}">
                <a16:creationId xmlns:a16="http://schemas.microsoft.com/office/drawing/2014/main" id="{9A7176C1-8DEC-9AB7-E367-C913D0F4A5B0}"/>
              </a:ext>
            </a:extLst>
          </p:cNvPr>
          <p:cNvSpPr>
            <a:spLocks noChangeShapeType="1"/>
          </p:cNvSpPr>
          <p:nvPr/>
        </p:nvSpPr>
        <p:spPr bwMode="auto">
          <a:xfrm>
            <a:off x="1143000" y="990600"/>
            <a:ext cx="731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pic>
        <p:nvPicPr>
          <p:cNvPr id="1029" name="Picture 14" descr="crest_100pc bit">
            <a:extLst>
              <a:ext uri="{FF2B5EF4-FFF2-40B4-BE49-F238E27FC236}">
                <a16:creationId xmlns:a16="http://schemas.microsoft.com/office/drawing/2014/main" id="{D0185E70-681D-5A28-A60A-ACA0C5F1FB2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77200" y="228600"/>
            <a:ext cx="7064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7">
            <a:extLst>
              <a:ext uri="{FF2B5EF4-FFF2-40B4-BE49-F238E27FC236}">
                <a16:creationId xmlns:a16="http://schemas.microsoft.com/office/drawing/2014/main" id="{ED9A28F1-A744-8824-0E6D-F7181D0E2764}"/>
              </a:ext>
            </a:extLst>
          </p:cNvPr>
          <p:cNvSpPr>
            <a:spLocks noGrp="1" noChangeArrowheads="1"/>
          </p:cNvSpPr>
          <p:nvPr>
            <p:ph type="body" idx="1"/>
          </p:nvPr>
        </p:nvSpPr>
        <p:spPr bwMode="auto">
          <a:xfrm>
            <a:off x="1079500" y="1143000"/>
            <a:ext cx="7543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AU" altLang="en-US"/>
              <a:t>Click to edit Master text styles</a:t>
            </a:r>
          </a:p>
          <a:p>
            <a:pPr lvl="1"/>
            <a:r>
              <a:rPr lang="en-AU" altLang="en-US"/>
              <a:t>Second level</a:t>
            </a:r>
          </a:p>
          <a:p>
            <a:pPr lvl="2"/>
            <a:r>
              <a:rPr lang="en-AU" altLang="en-US"/>
              <a:t>Third level</a:t>
            </a:r>
          </a:p>
          <a:p>
            <a:pPr lvl="3"/>
            <a:r>
              <a:rPr lang="en-AU" altLang="en-US"/>
              <a:t>Fourth level</a:t>
            </a:r>
          </a:p>
          <a:p>
            <a:pPr lvl="4"/>
            <a:r>
              <a:rPr lang="en-AU" altLang="en-US"/>
              <a:t>Fifth level</a:t>
            </a:r>
          </a:p>
        </p:txBody>
      </p:sp>
      <p:sp>
        <p:nvSpPr>
          <p:cNvPr id="4" name="TextBox 3">
            <a:extLst>
              <a:ext uri="{FF2B5EF4-FFF2-40B4-BE49-F238E27FC236}">
                <a16:creationId xmlns:a16="http://schemas.microsoft.com/office/drawing/2014/main" id="{595FB306-0186-3501-9BAA-51812D93C6DC}"/>
              </a:ext>
            </a:extLst>
          </p:cNvPr>
          <p:cNvSpPr txBox="1"/>
          <p:nvPr userDrawn="1">
            <p:extLst>
              <p:ext uri="{1162E1C5-73C7-4A58-AE30-91384D911F3F}">
                <p184:classification xmlns:p184="http://schemas.microsoft.com/office/powerpoint/2018/4/main" val="hdr"/>
              </p:ext>
            </p:extLst>
          </p:nvPr>
        </p:nvSpPr>
        <p:spPr>
          <a:xfrm>
            <a:off x="63500" y="63500"/>
            <a:ext cx="541338" cy="182880"/>
          </a:xfrm>
          <a:prstGeom prst="rect">
            <a:avLst/>
          </a:prstGeom>
        </p:spPr>
        <p:txBody>
          <a:bodyPr horzOverflow="overflow" lIns="0" tIns="0" rIns="0" bIns="0">
            <a:spAutoFit/>
          </a:bodyPr>
          <a:lstStyle/>
          <a:p>
            <a:pPr algn="l"/>
            <a:r>
              <a:rPr lang="en-GB" sz="1200">
                <a:solidFill>
                  <a:srgbClr val="000000">
                    <a:alpha val="50000"/>
                  </a:srgbClr>
                </a:solidFill>
                <a:latin typeface="Aptos" panose="020B0004020202020204" pitchFamily="34" charset="0"/>
              </a:rPr>
              <a:t>Internal</a:t>
            </a:r>
          </a:p>
        </p:txBody>
      </p:sp>
    </p:spTree>
  </p:cSld>
  <p:clrMap bg1="lt1" tx1="dk1" bg2="lt2" tx2="dk2" accent1="accent1" accent2="accent2" accent3="accent3" accent4="accent4" accent5="accent5" accent6="accent6" hlink="hlink" folHlink="folHlink"/>
  <p:sldLayoutIdLst>
    <p:sldLayoutId id="2147483983"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Lst>
  <p:hf hdr="0" ftr="0" dt="0"/>
  <p:txStyles>
    <p:titleStyle>
      <a:lvl1pPr algn="l" rtl="0" eaLnBrk="0" fontAlgn="base" hangingPunct="0">
        <a:spcBef>
          <a:spcPct val="0"/>
        </a:spcBef>
        <a:spcAft>
          <a:spcPct val="0"/>
        </a:spcAft>
        <a:defRPr sz="3600" b="1">
          <a:solidFill>
            <a:schemeClr val="tx2"/>
          </a:solidFill>
          <a:latin typeface="+mj-lt"/>
          <a:ea typeface="MS PGothic" pitchFamily="34" charset="-128"/>
          <a:cs typeface="ＭＳ Ｐゴシック" charset="0"/>
        </a:defRPr>
      </a:lvl1pPr>
      <a:lvl2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2pPr>
      <a:lvl3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3pPr>
      <a:lvl4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4pPr>
      <a:lvl5pPr algn="l" rtl="0" eaLnBrk="0" fontAlgn="base" hangingPunct="0">
        <a:spcBef>
          <a:spcPct val="0"/>
        </a:spcBef>
        <a:spcAft>
          <a:spcPct val="0"/>
        </a:spcAft>
        <a:defRPr sz="3600" b="1">
          <a:solidFill>
            <a:schemeClr val="tx2"/>
          </a:solidFill>
          <a:latin typeface="Arial Narrow" charset="0"/>
          <a:ea typeface="MS PGothic" pitchFamily="34" charset="-128"/>
          <a:cs typeface="ＭＳ Ｐゴシック" charset="0"/>
        </a:defRPr>
      </a:lvl5pPr>
      <a:lvl6pPr marL="457200" algn="l" rtl="0" eaLnBrk="0" fontAlgn="base" hangingPunct="0">
        <a:spcBef>
          <a:spcPct val="0"/>
        </a:spcBef>
        <a:spcAft>
          <a:spcPct val="0"/>
        </a:spcAft>
        <a:defRPr sz="3600" b="1">
          <a:solidFill>
            <a:schemeClr val="tx2"/>
          </a:solidFill>
          <a:latin typeface="Arial Narrow" charset="0"/>
          <a:ea typeface="ＭＳ Ｐゴシック" charset="0"/>
        </a:defRPr>
      </a:lvl6pPr>
      <a:lvl7pPr marL="914400" algn="l" rtl="0" eaLnBrk="0" fontAlgn="base" hangingPunct="0">
        <a:spcBef>
          <a:spcPct val="0"/>
        </a:spcBef>
        <a:spcAft>
          <a:spcPct val="0"/>
        </a:spcAft>
        <a:defRPr sz="3600" b="1">
          <a:solidFill>
            <a:schemeClr val="tx2"/>
          </a:solidFill>
          <a:latin typeface="Arial Narrow" charset="0"/>
          <a:ea typeface="ＭＳ Ｐゴシック" charset="0"/>
        </a:defRPr>
      </a:lvl7pPr>
      <a:lvl8pPr marL="1371600" algn="l" rtl="0" eaLnBrk="0" fontAlgn="base" hangingPunct="0">
        <a:spcBef>
          <a:spcPct val="0"/>
        </a:spcBef>
        <a:spcAft>
          <a:spcPct val="0"/>
        </a:spcAft>
        <a:defRPr sz="3600" b="1">
          <a:solidFill>
            <a:schemeClr val="tx2"/>
          </a:solidFill>
          <a:latin typeface="Arial Narrow" charset="0"/>
          <a:ea typeface="ＭＳ Ｐゴシック" charset="0"/>
        </a:defRPr>
      </a:lvl8pPr>
      <a:lvl9pPr marL="1828800" algn="l" rtl="0" eaLnBrk="0" fontAlgn="base" hangingPunct="0">
        <a:spcBef>
          <a:spcPct val="0"/>
        </a:spcBef>
        <a:spcAft>
          <a:spcPct val="0"/>
        </a:spcAft>
        <a:defRPr sz="3600" b="1">
          <a:solidFill>
            <a:schemeClr val="tx2"/>
          </a:solidFill>
          <a:latin typeface="Arial Narrow" charset="0"/>
          <a:ea typeface="ＭＳ Ｐゴシック" charset="0"/>
        </a:defRPr>
      </a:lvl9pPr>
    </p:titleStyle>
    <p:bodyStyle>
      <a:lvl1pPr marL="285750" indent="-285750" algn="l" rtl="0" eaLnBrk="0" fontAlgn="base" hangingPunct="0">
        <a:spcBef>
          <a:spcPct val="40000"/>
        </a:spcBef>
        <a:spcAft>
          <a:spcPct val="0"/>
        </a:spcAft>
        <a:buSzPct val="75000"/>
        <a:buFont typeface="Wingdings" panose="05000000000000000000" pitchFamily="2" charset="2"/>
        <a:buChar char="n"/>
        <a:defRPr sz="2800">
          <a:solidFill>
            <a:schemeClr val="tx1"/>
          </a:solidFill>
          <a:latin typeface="+mn-lt"/>
          <a:ea typeface="MS PGothic" pitchFamily="34" charset="-128"/>
          <a:cs typeface="ＭＳ Ｐゴシック" charset="0"/>
        </a:defRPr>
      </a:lvl1pPr>
      <a:lvl2pPr marL="762000" indent="-285750" algn="l" rtl="0" eaLnBrk="0" fontAlgn="base" hangingPunct="0">
        <a:spcBef>
          <a:spcPct val="40000"/>
        </a:spcBef>
        <a:spcAft>
          <a:spcPct val="0"/>
        </a:spcAft>
        <a:buClr>
          <a:schemeClr val="tx1"/>
        </a:buClr>
        <a:buSzPct val="85000"/>
        <a:buFont typeface="Wingdings" panose="05000000000000000000" pitchFamily="2" charset="2"/>
        <a:buChar char="¨"/>
        <a:defRPr sz="2400">
          <a:solidFill>
            <a:schemeClr val="tx1"/>
          </a:solidFill>
          <a:latin typeface="+mn-lt"/>
          <a:ea typeface="MS PGothic" pitchFamily="34" charset="-128"/>
        </a:defRPr>
      </a:lvl2pPr>
      <a:lvl3pPr marL="1276350" indent="-228600" algn="l" rtl="0" eaLnBrk="0" fontAlgn="base" hangingPunct="0">
        <a:spcBef>
          <a:spcPct val="40000"/>
        </a:spcBef>
        <a:spcAft>
          <a:spcPct val="0"/>
        </a:spcAft>
        <a:buClr>
          <a:schemeClr val="tx1"/>
        </a:buClr>
        <a:buSzPct val="85000"/>
        <a:buFont typeface="Wingdings" panose="05000000000000000000" pitchFamily="2" charset="2"/>
        <a:buChar char="¨"/>
        <a:defRPr sz="2000">
          <a:solidFill>
            <a:schemeClr val="tx1"/>
          </a:solidFill>
          <a:latin typeface="+mn-lt"/>
          <a:ea typeface="MS PGothic" pitchFamily="34" charset="-128"/>
        </a:defRPr>
      </a:lvl3pPr>
      <a:lvl4pPr marL="1695450" indent="-228600" algn="l" rtl="0" eaLnBrk="0" fontAlgn="base" hangingPunct="0">
        <a:spcBef>
          <a:spcPct val="40000"/>
        </a:spcBef>
        <a:spcAft>
          <a:spcPct val="0"/>
        </a:spcAft>
        <a:buClr>
          <a:schemeClr val="tx1"/>
        </a:buClr>
        <a:buSzPct val="85000"/>
        <a:buFont typeface="Wingdings" panose="05000000000000000000" pitchFamily="2" charset="2"/>
        <a:buChar char="¨"/>
        <a:defRPr>
          <a:solidFill>
            <a:schemeClr val="tx1"/>
          </a:solidFill>
          <a:latin typeface="+mn-lt"/>
          <a:ea typeface="MS PGothic" pitchFamily="34" charset="-128"/>
        </a:defRPr>
      </a:lvl4pPr>
      <a:lvl5pPr marL="2114550" indent="-228600" algn="l" rtl="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mn-lt"/>
          <a:ea typeface="MS PGothic" pitchFamily="34" charset="-128"/>
        </a:defRPr>
      </a:lvl5pPr>
      <a:lvl6pPr marL="25717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6pPr>
      <a:lvl7pPr marL="30289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7pPr>
      <a:lvl8pPr marL="34861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8pPr>
      <a:lvl9pPr marL="3943350" indent="-228600" algn="l" rtl="0" eaLnBrk="0" fontAlgn="base" hangingPunct="0">
        <a:spcBef>
          <a:spcPct val="40000"/>
        </a:spcBef>
        <a:spcAft>
          <a:spcPct val="0"/>
        </a:spcAft>
        <a:buClr>
          <a:schemeClr val="tx1"/>
        </a:buClr>
        <a:buSzPct val="85000"/>
        <a:buFont typeface="Wingdings" charset="0"/>
        <a:buChar char="¨"/>
        <a:defRPr sz="16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7.emf"/><Relationship Id="rId4" Type="http://schemas.openxmlformats.org/officeDocument/2006/relationships/image" Target="../media/image5.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oleObject" Target="../embeddings/oleObject1.bin"/><Relationship Id="rId7" Type="http://schemas.openxmlformats.org/officeDocument/2006/relationships/image" Target="../media/image9.emf"/><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7.emf"/><Relationship Id="rId5" Type="http://schemas.openxmlformats.org/officeDocument/2006/relationships/oleObject" Target="../embeddings/oleObject3.bin"/><Relationship Id="rId4" Type="http://schemas.openxmlformats.org/officeDocument/2006/relationships/image" Target="../media/image5.emf"/><Relationship Id="rId9" Type="http://schemas.openxmlformats.org/officeDocument/2006/relationships/image" Target="../media/image11.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7">
            <a:extLst>
              <a:ext uri="{FF2B5EF4-FFF2-40B4-BE49-F238E27FC236}">
                <a16:creationId xmlns:a16="http://schemas.microsoft.com/office/drawing/2014/main" id="{11EC9CC2-D7DE-6B33-0786-514CF2C96613}"/>
              </a:ext>
            </a:extLst>
          </p:cNvPr>
          <p:cNvSpPr>
            <a:spLocks noGrp="1" noChangeArrowheads="1"/>
          </p:cNvSpPr>
          <p:nvPr>
            <p:ph type="subTitle" idx="1"/>
          </p:nvPr>
        </p:nvSpPr>
        <p:spPr>
          <a:xfrm>
            <a:off x="2514600" y="3733800"/>
            <a:ext cx="6454775" cy="2143125"/>
          </a:xfrm>
        </p:spPr>
        <p:txBody>
          <a:bodyPr lIns="0" tIns="0" rIns="0" bIns="0"/>
          <a:lstStyle/>
          <a:p>
            <a:pPr>
              <a:defRPr/>
            </a:pPr>
            <a:r>
              <a:rPr lang="en-AU" dirty="0">
                <a:ea typeface="+mn-ea"/>
                <a:cs typeface="+mn-cs"/>
              </a:rPr>
              <a:t>Lecture 2</a:t>
            </a:r>
            <a:br>
              <a:rPr lang="en-AU" dirty="0">
                <a:ea typeface="+mn-ea"/>
                <a:cs typeface="+mn-cs"/>
              </a:rPr>
            </a:br>
            <a:r>
              <a:rPr lang="en-AU" dirty="0">
                <a:ea typeface="+mn-ea"/>
                <a:cs typeface="+mn-cs"/>
              </a:rPr>
              <a:t>User Tasks, Goal-Design Scale</a:t>
            </a:r>
          </a:p>
        </p:txBody>
      </p:sp>
      <p:sp>
        <p:nvSpPr>
          <p:cNvPr id="2056" name="Rectangle 8">
            <a:extLst>
              <a:ext uri="{FF2B5EF4-FFF2-40B4-BE49-F238E27FC236}">
                <a16:creationId xmlns:a16="http://schemas.microsoft.com/office/drawing/2014/main" id="{70D18ABB-690C-C0DC-8F1D-42C8D491B4B7}"/>
              </a:ext>
            </a:extLst>
          </p:cNvPr>
          <p:cNvSpPr>
            <a:spLocks noGrp="1" noChangeArrowheads="1"/>
          </p:cNvSpPr>
          <p:nvPr>
            <p:ph type="ctrTitle"/>
          </p:nvPr>
        </p:nvSpPr>
        <p:spPr>
          <a:xfrm>
            <a:off x="2438400" y="2438400"/>
            <a:ext cx="5867400" cy="1143000"/>
          </a:xfrm>
        </p:spPr>
        <p:txBody>
          <a:bodyPr/>
          <a:lstStyle/>
          <a:p>
            <a:pPr>
              <a:defRPr/>
            </a:pPr>
            <a:r>
              <a:rPr lang="en-AU" sz="3200" dirty="0">
                <a:ea typeface="+mj-ea"/>
                <a:cs typeface="+mj-cs"/>
              </a:rPr>
              <a:t>SWE30003</a:t>
            </a:r>
            <a:br>
              <a:rPr lang="en-AU" sz="3200" dirty="0">
                <a:ea typeface="+mj-ea"/>
                <a:cs typeface="+mj-cs"/>
              </a:rPr>
            </a:br>
            <a:r>
              <a:rPr lang="en-AU" sz="3200" dirty="0">
                <a:ea typeface="+mj-ea"/>
                <a:cs typeface="+mj-cs"/>
              </a:rPr>
              <a:t>Software Architectures and Design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40ACDCD5-9B0C-E7FF-B7FD-44596D307953}"/>
              </a:ext>
            </a:extLst>
          </p:cNvPr>
          <p:cNvSpPr>
            <a:spLocks noGrp="1" noChangeArrowheads="1"/>
          </p:cNvSpPr>
          <p:nvPr>
            <p:ph type="title"/>
          </p:nvPr>
        </p:nvSpPr>
        <p:spPr/>
        <p:txBody>
          <a:bodyPr/>
          <a:lstStyle/>
          <a:p>
            <a:r>
              <a:rPr lang="en-US" altLang="en-US"/>
              <a:t>Logistical matters</a:t>
            </a:r>
            <a:endParaRPr lang="en-AU" altLang="en-US"/>
          </a:p>
        </p:txBody>
      </p:sp>
      <p:sp>
        <p:nvSpPr>
          <p:cNvPr id="3" name="Content Placeholder 2">
            <a:extLst>
              <a:ext uri="{FF2B5EF4-FFF2-40B4-BE49-F238E27FC236}">
                <a16:creationId xmlns:a16="http://schemas.microsoft.com/office/drawing/2014/main" id="{ABB45E82-BC12-4EED-FD63-AF7C86E359E2}"/>
              </a:ext>
            </a:extLst>
          </p:cNvPr>
          <p:cNvSpPr>
            <a:spLocks noGrp="1"/>
          </p:cNvSpPr>
          <p:nvPr>
            <p:ph idx="1"/>
          </p:nvPr>
        </p:nvSpPr>
        <p:spPr/>
        <p:txBody>
          <a:bodyPr/>
          <a:lstStyle/>
          <a:p>
            <a:pPr>
              <a:defRPr/>
            </a:pPr>
            <a:r>
              <a:rPr lang="en-AU" dirty="0"/>
              <a:t>Announcements/reminders:</a:t>
            </a:r>
          </a:p>
          <a:p>
            <a:pPr lvl="1">
              <a:defRPr/>
            </a:pPr>
            <a:r>
              <a:rPr lang="en-AU" dirty="0"/>
              <a:t>Assignment 1 spec to be released today after the lecture</a:t>
            </a:r>
          </a:p>
          <a:p>
            <a:pPr>
              <a:defRPr/>
            </a:pPr>
            <a:r>
              <a:rPr lang="en-AU" dirty="0"/>
              <a:t>Weekly submissions – A &amp; Q: </a:t>
            </a:r>
          </a:p>
          <a:p>
            <a:pPr lvl="1">
              <a:defRPr/>
            </a:pPr>
            <a:r>
              <a:rPr lang="en-AU" dirty="0"/>
              <a:t>Week 2: 104 &amp; 101 out of 119;</a:t>
            </a:r>
          </a:p>
          <a:p>
            <a:pPr lvl="1">
              <a:defRPr/>
            </a:pPr>
            <a:r>
              <a:rPr lang="en-AU" dirty="0"/>
              <a:t>Week 3: …</a:t>
            </a:r>
          </a:p>
          <a:p>
            <a:pPr marL="476250" lvl="1" indent="0">
              <a:buFont typeface="Wingdings" panose="05000000000000000000" pitchFamily="2" charset="2"/>
              <a:buNone/>
              <a:defRPr/>
            </a:pPr>
            <a:endParaRPr lang="en-AU" dirty="0"/>
          </a:p>
          <a:p>
            <a:pPr lvl="1">
              <a:defRPr/>
            </a:pPr>
            <a:r>
              <a:rPr lang="en-AU" dirty="0"/>
              <a:t>Note that this is </a:t>
            </a:r>
            <a:r>
              <a:rPr lang="en-AU" dirty="0">
                <a:solidFill>
                  <a:srgbClr val="FF0000"/>
                </a:solidFill>
              </a:rPr>
              <a:t>a hurdle requirement</a:t>
            </a:r>
          </a:p>
          <a:p>
            <a:pPr lvl="1">
              <a:defRPr/>
            </a:pPr>
            <a:r>
              <a:rPr lang="en-AU" dirty="0"/>
              <a:t>No late submission</a:t>
            </a:r>
          </a:p>
          <a:p>
            <a:pPr marL="0" indent="0">
              <a:buFont typeface="Wingdings" panose="05000000000000000000" pitchFamily="2" charset="2"/>
              <a:buNone/>
              <a:defRPr/>
            </a:pPr>
            <a:endParaRPr lang="en-AU" dirty="0"/>
          </a:p>
        </p:txBody>
      </p:sp>
      <p:sp>
        <p:nvSpPr>
          <p:cNvPr id="9220" name="Slide Number Placeholder 3">
            <a:extLst>
              <a:ext uri="{FF2B5EF4-FFF2-40B4-BE49-F238E27FC236}">
                <a16:creationId xmlns:a16="http://schemas.microsoft.com/office/drawing/2014/main" id="{994E59FF-4301-F471-EF73-BBDEED82819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70FC70FE-3046-4BF0-A286-C8F9C5894002}" type="slidenum">
              <a:rPr lang="en-AU" altLang="en-US" sz="1400" smtClean="0">
                <a:latin typeface="Times New Roman" panose="02020603050405020304" pitchFamily="18" charset="0"/>
              </a:rPr>
              <a:pPr>
                <a:spcBef>
                  <a:spcPct val="0"/>
                </a:spcBef>
                <a:buSzTx/>
                <a:buFontTx/>
                <a:buNone/>
              </a:pPr>
              <a:t>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a:extLst>
              <a:ext uri="{FF2B5EF4-FFF2-40B4-BE49-F238E27FC236}">
                <a16:creationId xmlns:a16="http://schemas.microsoft.com/office/drawing/2014/main" id="{160A8352-43B5-2E36-EB84-98FF1249CB6D}"/>
              </a:ext>
            </a:extLst>
          </p:cNvPr>
          <p:cNvSpPr>
            <a:spLocks noGrp="1" noChangeArrowheads="1"/>
          </p:cNvSpPr>
          <p:nvPr>
            <p:ph type="title"/>
          </p:nvPr>
        </p:nvSpPr>
        <p:spPr/>
        <p:txBody>
          <a:bodyPr/>
          <a:lstStyle/>
          <a:p>
            <a:pPr>
              <a:defRPr/>
            </a:pPr>
            <a:r>
              <a:rPr lang="en-US" dirty="0">
                <a:ea typeface="+mj-ea"/>
                <a:cs typeface="+mj-cs"/>
              </a:rPr>
              <a:t>Question to Answer from Week 1</a:t>
            </a:r>
          </a:p>
        </p:txBody>
      </p:sp>
      <p:sp>
        <p:nvSpPr>
          <p:cNvPr id="258051" name="Rectangle 3">
            <a:extLst>
              <a:ext uri="{FF2B5EF4-FFF2-40B4-BE49-F238E27FC236}">
                <a16:creationId xmlns:a16="http://schemas.microsoft.com/office/drawing/2014/main" id="{4B006E81-94D3-C047-1754-30B93C5B34CF}"/>
              </a:ext>
            </a:extLst>
          </p:cNvPr>
          <p:cNvSpPr>
            <a:spLocks noGrp="1" noChangeArrowheads="1"/>
          </p:cNvSpPr>
          <p:nvPr>
            <p:ph type="body" idx="1"/>
          </p:nvPr>
        </p:nvSpPr>
        <p:spPr/>
        <p:txBody>
          <a:bodyPr/>
          <a:lstStyle/>
          <a:p>
            <a:pPr>
              <a:buFont typeface="Wingdings" charset="0"/>
              <a:buNone/>
              <a:defRPr/>
            </a:pPr>
            <a:endParaRPr lang="en-AU" i="1" dirty="0">
              <a:ea typeface="+mn-ea"/>
              <a:cs typeface="+mn-cs"/>
            </a:endParaRPr>
          </a:p>
          <a:p>
            <a:pPr>
              <a:buFont typeface="Wingdings" charset="0"/>
              <a:buNone/>
              <a:defRPr/>
            </a:pPr>
            <a:r>
              <a:rPr lang="en-AU" i="1" dirty="0">
                <a:ea typeface="+mn-ea"/>
                <a:cs typeface="+mn-cs"/>
              </a:rPr>
              <a:t>	In your own words, characterize the difference between </a:t>
            </a:r>
            <a:r>
              <a:rPr lang="en-AU" i="1" dirty="0">
                <a:solidFill>
                  <a:srgbClr val="083A7F"/>
                </a:solidFill>
                <a:ea typeface="+mn-ea"/>
                <a:cs typeface="+mn-cs"/>
              </a:rPr>
              <a:t>verification</a:t>
            </a:r>
            <a:r>
              <a:rPr lang="en-AU" i="1" dirty="0">
                <a:ea typeface="+mn-ea"/>
                <a:cs typeface="+mn-cs"/>
              </a:rPr>
              <a:t> and </a:t>
            </a:r>
            <a:r>
              <a:rPr lang="en-AU" i="1" dirty="0">
                <a:solidFill>
                  <a:srgbClr val="083A7F"/>
                </a:solidFill>
                <a:ea typeface="+mn-ea"/>
                <a:cs typeface="+mn-cs"/>
              </a:rPr>
              <a:t>validation</a:t>
            </a:r>
            <a:r>
              <a:rPr lang="en-AU" i="1" dirty="0">
                <a:ea typeface="+mn-ea"/>
                <a:cs typeface="+mn-cs"/>
              </a:rPr>
              <a:t> and discuss where in the software development lifecycle (SDLC) verification and validation activities should be conducted, respectively.</a:t>
            </a:r>
          </a:p>
          <a:p>
            <a:pPr>
              <a:buFont typeface="Wingdings" charset="0"/>
              <a:buNone/>
              <a:defRPr/>
            </a:pPr>
            <a:r>
              <a:rPr lang="en-AU" i="1" dirty="0">
                <a:ea typeface="+mn-ea"/>
                <a:cs typeface="+mn-cs"/>
              </a:rPr>
              <a:t>---------- </a:t>
            </a:r>
          </a:p>
          <a:p>
            <a:pPr>
              <a:buFont typeface="Wingdings" charset="0"/>
              <a:buNone/>
              <a:defRPr/>
            </a:pPr>
            <a:r>
              <a:rPr lang="en-AU" i="1" dirty="0">
                <a:ea typeface="+mn-ea"/>
                <a:cs typeface="+mn-cs"/>
              </a:rPr>
              <a:t>Major SDLC activities: Requirements elicitation and analysis, design, implementation, testing, maintenance.</a:t>
            </a:r>
          </a:p>
          <a:p>
            <a:pPr>
              <a:buFont typeface="Wingdings" charset="0"/>
              <a:buNone/>
              <a:defRPr/>
            </a:pPr>
            <a:endParaRPr lang="en-AU" dirty="0">
              <a:latin typeface="Arial" charset="0"/>
              <a:ea typeface="+mn-ea"/>
              <a:cs typeface="+mn-cs"/>
            </a:endParaRPr>
          </a:p>
        </p:txBody>
      </p:sp>
      <p:sp>
        <p:nvSpPr>
          <p:cNvPr id="10244" name="Slide Number Placeholder 1">
            <a:extLst>
              <a:ext uri="{FF2B5EF4-FFF2-40B4-BE49-F238E27FC236}">
                <a16:creationId xmlns:a16="http://schemas.microsoft.com/office/drawing/2014/main" id="{10566D59-64E5-79D4-67EB-8C704860CA1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748C4573-F3E2-4F83-9382-0A5F448F50D3}" type="slidenum">
              <a:rPr lang="en-AU" altLang="en-US" sz="1400" smtClean="0">
                <a:latin typeface="Times New Roman" panose="02020603050405020304" pitchFamily="18" charset="0"/>
              </a:rPr>
              <a:pPr>
                <a:spcBef>
                  <a:spcPct val="0"/>
                </a:spcBef>
                <a:buSzTx/>
                <a:buFontTx/>
                <a:buNone/>
              </a:pPr>
              <a:t>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a:extLst>
              <a:ext uri="{FF2B5EF4-FFF2-40B4-BE49-F238E27FC236}">
                <a16:creationId xmlns:a16="http://schemas.microsoft.com/office/drawing/2014/main" id="{745B53FF-5CEE-BB29-AC02-5972936A4F7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95CC488F-954B-4313-8065-DECD9F534695}" type="slidenum">
              <a:rPr lang="en-AU" altLang="en-US" sz="1400" smtClean="0">
                <a:latin typeface="Times New Roman" panose="02020603050405020304" pitchFamily="18" charset="0"/>
              </a:rPr>
              <a:pPr>
                <a:spcBef>
                  <a:spcPct val="0"/>
                </a:spcBef>
                <a:buSzTx/>
                <a:buFontTx/>
                <a:buNone/>
              </a:pPr>
              <a:t>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
        <p:nvSpPr>
          <p:cNvPr id="12291" name="Rectangle 2">
            <a:extLst>
              <a:ext uri="{FF2B5EF4-FFF2-40B4-BE49-F238E27FC236}">
                <a16:creationId xmlns:a16="http://schemas.microsoft.com/office/drawing/2014/main" id="{8B867EDC-19F6-B5FB-3BF3-DF570240D877}"/>
              </a:ext>
            </a:extLst>
          </p:cNvPr>
          <p:cNvSpPr>
            <a:spLocks noGrp="1" noChangeArrowheads="1"/>
          </p:cNvSpPr>
          <p:nvPr>
            <p:ph type="title"/>
          </p:nvPr>
        </p:nvSpPr>
        <p:spPr/>
        <p:txBody>
          <a:bodyPr/>
          <a:lstStyle/>
          <a:p>
            <a:r>
              <a:rPr lang="en-US" altLang="en-US"/>
              <a:t>Activities in Software Development</a:t>
            </a:r>
          </a:p>
        </p:txBody>
      </p:sp>
      <p:sp>
        <p:nvSpPr>
          <p:cNvPr id="12292" name="Oval 3">
            <a:extLst>
              <a:ext uri="{FF2B5EF4-FFF2-40B4-BE49-F238E27FC236}">
                <a16:creationId xmlns:a16="http://schemas.microsoft.com/office/drawing/2014/main" id="{A9CC5BE6-9A76-71AD-913A-3A24EEA5ED03}"/>
              </a:ext>
            </a:extLst>
          </p:cNvPr>
          <p:cNvSpPr>
            <a:spLocks noChangeArrowheads="1"/>
          </p:cNvSpPr>
          <p:nvPr/>
        </p:nvSpPr>
        <p:spPr bwMode="auto">
          <a:xfrm>
            <a:off x="1828800" y="1905000"/>
            <a:ext cx="6172200" cy="3352800"/>
          </a:xfrm>
          <a:prstGeom prst="ellipse">
            <a:avLst/>
          </a:prstGeom>
          <a:noFill/>
          <a:ln w="1270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12293" name="Text Box 4">
            <a:extLst>
              <a:ext uri="{FF2B5EF4-FFF2-40B4-BE49-F238E27FC236}">
                <a16:creationId xmlns:a16="http://schemas.microsoft.com/office/drawing/2014/main" id="{CF08B830-B1F8-21A2-CCEB-72A9FD9065A3}"/>
              </a:ext>
            </a:extLst>
          </p:cNvPr>
          <p:cNvSpPr txBox="1">
            <a:spLocks noChangeArrowheads="1"/>
          </p:cNvSpPr>
          <p:nvPr/>
        </p:nvSpPr>
        <p:spPr bwMode="auto">
          <a:xfrm>
            <a:off x="1127125" y="1181100"/>
            <a:ext cx="2065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a:t>Project Inception</a:t>
            </a:r>
          </a:p>
        </p:txBody>
      </p:sp>
      <p:sp>
        <p:nvSpPr>
          <p:cNvPr id="12294" name="Text Box 5">
            <a:extLst>
              <a:ext uri="{FF2B5EF4-FFF2-40B4-BE49-F238E27FC236}">
                <a16:creationId xmlns:a16="http://schemas.microsoft.com/office/drawing/2014/main" id="{C880010F-458B-FB06-855E-4BA05270A576}"/>
              </a:ext>
            </a:extLst>
          </p:cNvPr>
          <p:cNvSpPr txBox="1">
            <a:spLocks noChangeArrowheads="1"/>
          </p:cNvSpPr>
          <p:nvPr/>
        </p:nvSpPr>
        <p:spPr bwMode="auto">
          <a:xfrm>
            <a:off x="7010400" y="5486400"/>
            <a:ext cx="13779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a:t>Phase Out</a:t>
            </a:r>
          </a:p>
        </p:txBody>
      </p:sp>
      <p:sp>
        <p:nvSpPr>
          <p:cNvPr id="12295" name="Text Box 6">
            <a:extLst>
              <a:ext uri="{FF2B5EF4-FFF2-40B4-BE49-F238E27FC236}">
                <a16:creationId xmlns:a16="http://schemas.microsoft.com/office/drawing/2014/main" id="{11A6DA38-A529-6E57-92DF-71510D9B1979}"/>
              </a:ext>
            </a:extLst>
          </p:cNvPr>
          <p:cNvSpPr txBox="1">
            <a:spLocks noChangeArrowheads="1"/>
          </p:cNvSpPr>
          <p:nvPr/>
        </p:nvSpPr>
        <p:spPr bwMode="auto">
          <a:xfrm>
            <a:off x="2438400" y="2743200"/>
            <a:ext cx="1265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a:t>Elicitation</a:t>
            </a:r>
          </a:p>
        </p:txBody>
      </p:sp>
      <p:sp>
        <p:nvSpPr>
          <p:cNvPr id="12296" name="Text Box 7">
            <a:extLst>
              <a:ext uri="{FF2B5EF4-FFF2-40B4-BE49-F238E27FC236}">
                <a16:creationId xmlns:a16="http://schemas.microsoft.com/office/drawing/2014/main" id="{406C8057-2967-743D-727E-0A407ECEF26C}"/>
              </a:ext>
            </a:extLst>
          </p:cNvPr>
          <p:cNvSpPr txBox="1">
            <a:spLocks noChangeArrowheads="1"/>
          </p:cNvSpPr>
          <p:nvPr/>
        </p:nvSpPr>
        <p:spPr bwMode="auto">
          <a:xfrm>
            <a:off x="6629400" y="3733800"/>
            <a:ext cx="11239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a:t>Analysis</a:t>
            </a:r>
          </a:p>
        </p:txBody>
      </p:sp>
      <p:sp>
        <p:nvSpPr>
          <p:cNvPr id="12297" name="Text Box 8">
            <a:extLst>
              <a:ext uri="{FF2B5EF4-FFF2-40B4-BE49-F238E27FC236}">
                <a16:creationId xmlns:a16="http://schemas.microsoft.com/office/drawing/2014/main" id="{919E9E39-0408-12CF-C812-64C65E7E49B9}"/>
              </a:ext>
            </a:extLst>
          </p:cNvPr>
          <p:cNvSpPr txBox="1">
            <a:spLocks noChangeArrowheads="1"/>
          </p:cNvSpPr>
          <p:nvPr/>
        </p:nvSpPr>
        <p:spPr bwMode="auto">
          <a:xfrm>
            <a:off x="6400800" y="2743200"/>
            <a:ext cx="9699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a:t>Design</a:t>
            </a:r>
          </a:p>
        </p:txBody>
      </p:sp>
      <p:sp>
        <p:nvSpPr>
          <p:cNvPr id="12298" name="Text Box 9">
            <a:extLst>
              <a:ext uri="{FF2B5EF4-FFF2-40B4-BE49-F238E27FC236}">
                <a16:creationId xmlns:a16="http://schemas.microsoft.com/office/drawing/2014/main" id="{3BE4161A-0ECE-8B5E-8B24-94E42A21947C}"/>
              </a:ext>
            </a:extLst>
          </p:cNvPr>
          <p:cNvSpPr txBox="1">
            <a:spLocks noChangeArrowheads="1"/>
          </p:cNvSpPr>
          <p:nvPr/>
        </p:nvSpPr>
        <p:spPr bwMode="auto">
          <a:xfrm>
            <a:off x="5867400" y="4419600"/>
            <a:ext cx="984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a:t>Coding</a:t>
            </a:r>
          </a:p>
        </p:txBody>
      </p:sp>
      <p:sp>
        <p:nvSpPr>
          <p:cNvPr id="12299" name="Text Box 10">
            <a:extLst>
              <a:ext uri="{FF2B5EF4-FFF2-40B4-BE49-F238E27FC236}">
                <a16:creationId xmlns:a16="http://schemas.microsoft.com/office/drawing/2014/main" id="{170B62FE-B73E-2ED1-5BE4-FB2243EA39F9}"/>
              </a:ext>
            </a:extLst>
          </p:cNvPr>
          <p:cNvSpPr txBox="1">
            <a:spLocks noChangeArrowheads="1"/>
          </p:cNvSpPr>
          <p:nvPr/>
        </p:nvSpPr>
        <p:spPr bwMode="auto">
          <a:xfrm>
            <a:off x="2057400" y="3581400"/>
            <a:ext cx="984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a:t>Testing</a:t>
            </a:r>
          </a:p>
        </p:txBody>
      </p:sp>
      <p:sp>
        <p:nvSpPr>
          <p:cNvPr id="12300" name="Text Box 11">
            <a:extLst>
              <a:ext uri="{FF2B5EF4-FFF2-40B4-BE49-F238E27FC236}">
                <a16:creationId xmlns:a16="http://schemas.microsoft.com/office/drawing/2014/main" id="{F0DFF1B9-77C6-7625-2661-FFA6023D7A76}"/>
              </a:ext>
            </a:extLst>
          </p:cNvPr>
          <p:cNvSpPr txBox="1">
            <a:spLocks noChangeArrowheads="1"/>
          </p:cNvSpPr>
          <p:nvPr/>
        </p:nvSpPr>
        <p:spPr bwMode="auto">
          <a:xfrm>
            <a:off x="2590800" y="4267200"/>
            <a:ext cx="1630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a:t>Maintenance</a:t>
            </a:r>
          </a:p>
        </p:txBody>
      </p:sp>
      <p:sp>
        <p:nvSpPr>
          <p:cNvPr id="12301" name="Line 12">
            <a:extLst>
              <a:ext uri="{FF2B5EF4-FFF2-40B4-BE49-F238E27FC236}">
                <a16:creationId xmlns:a16="http://schemas.microsoft.com/office/drawing/2014/main" id="{3EA7B240-D6AC-7127-B2F6-0AA4EBC29978}"/>
              </a:ext>
            </a:extLst>
          </p:cNvPr>
          <p:cNvSpPr>
            <a:spLocks noChangeShapeType="1"/>
          </p:cNvSpPr>
          <p:nvPr/>
        </p:nvSpPr>
        <p:spPr bwMode="auto">
          <a:xfrm>
            <a:off x="2209800" y="1676400"/>
            <a:ext cx="914400" cy="457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12302" name="Line 13">
            <a:extLst>
              <a:ext uri="{FF2B5EF4-FFF2-40B4-BE49-F238E27FC236}">
                <a16:creationId xmlns:a16="http://schemas.microsoft.com/office/drawing/2014/main" id="{1708B9F3-38D9-7C84-93E5-DA2ADAB8471A}"/>
              </a:ext>
            </a:extLst>
          </p:cNvPr>
          <p:cNvSpPr>
            <a:spLocks noChangeShapeType="1"/>
          </p:cNvSpPr>
          <p:nvPr/>
        </p:nvSpPr>
        <p:spPr bwMode="auto">
          <a:xfrm>
            <a:off x="6858000" y="5029200"/>
            <a:ext cx="914400" cy="457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GB"/>
          </a:p>
        </p:txBody>
      </p:sp>
      <p:sp>
        <p:nvSpPr>
          <p:cNvPr id="12303" name="Text Box 14">
            <a:extLst>
              <a:ext uri="{FF2B5EF4-FFF2-40B4-BE49-F238E27FC236}">
                <a16:creationId xmlns:a16="http://schemas.microsoft.com/office/drawing/2014/main" id="{657697DB-AAC1-E597-DF43-E137F8C46AE2}"/>
              </a:ext>
            </a:extLst>
          </p:cNvPr>
          <p:cNvSpPr txBox="1">
            <a:spLocks noChangeArrowheads="1"/>
          </p:cNvSpPr>
          <p:nvPr/>
        </p:nvSpPr>
        <p:spPr bwMode="auto">
          <a:xfrm>
            <a:off x="3657600" y="2133600"/>
            <a:ext cx="1462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a:t>Prototyping</a:t>
            </a:r>
          </a:p>
        </p:txBody>
      </p:sp>
      <p:sp>
        <p:nvSpPr>
          <p:cNvPr id="12304" name="Text Box 15">
            <a:extLst>
              <a:ext uri="{FF2B5EF4-FFF2-40B4-BE49-F238E27FC236}">
                <a16:creationId xmlns:a16="http://schemas.microsoft.com/office/drawing/2014/main" id="{4C2F7561-5D72-3A75-AFE5-1891407CB902}"/>
              </a:ext>
            </a:extLst>
          </p:cNvPr>
          <p:cNvSpPr txBox="1">
            <a:spLocks noChangeArrowheads="1"/>
          </p:cNvSpPr>
          <p:nvPr/>
        </p:nvSpPr>
        <p:spPr bwMode="auto">
          <a:xfrm>
            <a:off x="4067175" y="2924175"/>
            <a:ext cx="1844675"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2400" i="1">
                <a:solidFill>
                  <a:srgbClr val="7E0401"/>
                </a:solidFill>
              </a:rPr>
              <a:t>SDLC model</a:t>
            </a:r>
            <a:br>
              <a:rPr lang="en-US" altLang="en-US" sz="2400" i="1">
                <a:solidFill>
                  <a:srgbClr val="7E0401"/>
                </a:solidFill>
              </a:rPr>
            </a:br>
            <a:r>
              <a:rPr lang="en-US" altLang="en-US" sz="2400" i="1">
                <a:solidFill>
                  <a:srgbClr val="7E0401"/>
                </a:solidFill>
              </a:rPr>
              <a:t>defines </a:t>
            </a:r>
            <a:r>
              <a:rPr lang="en-US" altLang="en-US" sz="2400" i="1" u="sng">
                <a:solidFill>
                  <a:srgbClr val="7E0401"/>
                </a:solidFill>
              </a:rPr>
              <a:t>order</a:t>
            </a:r>
            <a:br>
              <a:rPr lang="en-US" altLang="en-US" sz="2400" i="1">
                <a:solidFill>
                  <a:srgbClr val="7E0401"/>
                </a:solidFill>
              </a:rPr>
            </a:br>
            <a:r>
              <a:rPr lang="en-US" altLang="en-US" sz="2400" i="1">
                <a:solidFill>
                  <a:srgbClr val="7E0401"/>
                </a:solidFill>
              </a:rPr>
              <a:t>and </a:t>
            </a:r>
            <a:r>
              <a:rPr lang="en-US" altLang="en-US" sz="2400" i="1" u="sng">
                <a:solidFill>
                  <a:srgbClr val="7E0401"/>
                </a:solidFill>
              </a:rPr>
              <a:t>repetition</a:t>
            </a:r>
            <a:r>
              <a:rPr lang="en-US" altLang="en-US" sz="2400" i="1">
                <a:solidFill>
                  <a:srgbClr val="0C3A80"/>
                </a:solidFill>
              </a:rPr>
              <a:t>.</a:t>
            </a:r>
          </a:p>
        </p:txBody>
      </p:sp>
      <p:sp>
        <p:nvSpPr>
          <p:cNvPr id="12305" name="Text Box 16">
            <a:extLst>
              <a:ext uri="{FF2B5EF4-FFF2-40B4-BE49-F238E27FC236}">
                <a16:creationId xmlns:a16="http://schemas.microsoft.com/office/drawing/2014/main" id="{588F0988-3D5C-76D8-4123-4DE92C32823F}"/>
              </a:ext>
            </a:extLst>
          </p:cNvPr>
          <p:cNvSpPr txBox="1">
            <a:spLocks noChangeArrowheads="1"/>
          </p:cNvSpPr>
          <p:nvPr/>
        </p:nvSpPr>
        <p:spPr bwMode="auto">
          <a:xfrm>
            <a:off x="5486400" y="2133600"/>
            <a:ext cx="1274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a:t>Validation</a:t>
            </a:r>
          </a:p>
        </p:txBody>
      </p:sp>
      <p:sp>
        <p:nvSpPr>
          <p:cNvPr id="12306" name="Text Box 17">
            <a:extLst>
              <a:ext uri="{FF2B5EF4-FFF2-40B4-BE49-F238E27FC236}">
                <a16:creationId xmlns:a16="http://schemas.microsoft.com/office/drawing/2014/main" id="{0FE67151-F4B3-6CCC-C378-2B98EC1274F9}"/>
              </a:ext>
            </a:extLst>
          </p:cNvPr>
          <p:cNvSpPr txBox="1">
            <a:spLocks noChangeArrowheads="1"/>
          </p:cNvSpPr>
          <p:nvPr/>
        </p:nvSpPr>
        <p:spPr bwMode="auto">
          <a:xfrm>
            <a:off x="4191000" y="4724400"/>
            <a:ext cx="1531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a:t>Deployment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6236288B-45F7-7D16-B2BD-A057D45F6ABB}"/>
              </a:ext>
            </a:extLst>
          </p:cNvPr>
          <p:cNvSpPr>
            <a:spLocks noGrp="1" noChangeArrowheads="1"/>
          </p:cNvSpPr>
          <p:nvPr>
            <p:ph type="title"/>
          </p:nvPr>
        </p:nvSpPr>
        <p:spPr/>
        <p:txBody>
          <a:bodyPr/>
          <a:lstStyle/>
          <a:p>
            <a:pPr>
              <a:defRPr/>
            </a:pPr>
            <a:r>
              <a:rPr lang="en-US">
                <a:ea typeface="+mj-ea"/>
                <a:cs typeface="+mj-cs"/>
              </a:rPr>
              <a:t>Principal References</a:t>
            </a:r>
          </a:p>
        </p:txBody>
      </p:sp>
      <p:sp>
        <p:nvSpPr>
          <p:cNvPr id="137219" name="Rectangle 3">
            <a:extLst>
              <a:ext uri="{FF2B5EF4-FFF2-40B4-BE49-F238E27FC236}">
                <a16:creationId xmlns:a16="http://schemas.microsoft.com/office/drawing/2014/main" id="{1CE7F1CF-3AAC-26E2-1268-5E1BEB4EA11B}"/>
              </a:ext>
            </a:extLst>
          </p:cNvPr>
          <p:cNvSpPr>
            <a:spLocks noGrp="1" noChangeArrowheads="1"/>
          </p:cNvSpPr>
          <p:nvPr>
            <p:ph type="body" idx="1"/>
          </p:nvPr>
        </p:nvSpPr>
        <p:spPr/>
        <p:txBody>
          <a:bodyPr/>
          <a:lstStyle/>
          <a:p>
            <a:pPr>
              <a:buFont typeface="Wingdings" charset="0"/>
              <a:buChar char="n"/>
              <a:defRPr/>
            </a:pPr>
            <a:endParaRPr lang="da-DK" sz="2400" dirty="0">
              <a:ea typeface="+mn-ea"/>
              <a:cs typeface="+mn-cs"/>
            </a:endParaRPr>
          </a:p>
          <a:p>
            <a:pPr>
              <a:buFont typeface="Wingdings" charset="0"/>
              <a:buChar char="n"/>
              <a:defRPr/>
            </a:pPr>
            <a:r>
              <a:rPr lang="da-DK" dirty="0">
                <a:ea typeface="+mn-ea"/>
                <a:cs typeface="+mn-cs"/>
              </a:rPr>
              <a:t>Soren Lauesen</a:t>
            </a:r>
            <a:r>
              <a:rPr lang="en-AU" dirty="0">
                <a:ea typeface="+mn-ea"/>
                <a:cs typeface="+mn-cs"/>
              </a:rPr>
              <a:t>, </a:t>
            </a:r>
            <a:r>
              <a:rPr lang="en-AU" i="1" dirty="0">
                <a:solidFill>
                  <a:srgbClr val="7E0401"/>
                </a:solidFill>
                <a:ea typeface="+mn-ea"/>
                <a:cs typeface="+mn-cs"/>
              </a:rPr>
              <a:t>Software Requirements: Styles and Techniques</a:t>
            </a:r>
            <a:r>
              <a:rPr lang="en-AU" dirty="0">
                <a:ea typeface="+mn-ea"/>
                <a:cs typeface="+mn-cs"/>
              </a:rPr>
              <a:t>, Addison-Wesley, 2002, Chapters 1 to 3.</a:t>
            </a:r>
          </a:p>
          <a:p>
            <a:pPr>
              <a:buFont typeface="Wingdings" charset="0"/>
              <a:buChar char="n"/>
              <a:defRPr/>
            </a:pPr>
            <a:r>
              <a:rPr lang="en-AU" dirty="0">
                <a:ea typeface="+mn-ea"/>
                <a:cs typeface="+mn-cs"/>
              </a:rPr>
              <a:t>Soren </a:t>
            </a:r>
            <a:r>
              <a:rPr lang="en-AU" dirty="0" err="1">
                <a:ea typeface="+mn-ea"/>
                <a:cs typeface="+mn-cs"/>
              </a:rPr>
              <a:t>Lauesen</a:t>
            </a:r>
            <a:r>
              <a:rPr lang="en-AU" dirty="0">
                <a:ea typeface="+mn-ea"/>
                <a:cs typeface="+mn-cs"/>
              </a:rPr>
              <a:t>, </a:t>
            </a:r>
            <a:r>
              <a:rPr lang="en-US" i="1" dirty="0">
                <a:solidFill>
                  <a:srgbClr val="7F0101"/>
                </a:solidFill>
                <a:ea typeface="+mn-ea"/>
                <a:cs typeface="+mn-cs"/>
              </a:rPr>
              <a:t>Task Descriptions as Functional Requirements</a:t>
            </a:r>
            <a:r>
              <a:rPr lang="en-US" dirty="0">
                <a:ea typeface="+mn-ea"/>
                <a:cs typeface="+mn-cs"/>
              </a:rPr>
              <a:t>, IEEE Software, March 2003,</a:t>
            </a:r>
            <a:br>
              <a:rPr lang="en-US" dirty="0">
                <a:ea typeface="+mn-ea"/>
                <a:cs typeface="+mn-cs"/>
              </a:rPr>
            </a:br>
            <a:r>
              <a:rPr lang="en-US" dirty="0">
                <a:ea typeface="+mn-ea"/>
                <a:cs typeface="+mn-cs"/>
              </a:rPr>
              <a:t>(available as PDF from Canvas).</a:t>
            </a:r>
          </a:p>
        </p:txBody>
      </p:sp>
      <p:sp>
        <p:nvSpPr>
          <p:cNvPr id="14340" name="Slide Number Placeholder 1">
            <a:extLst>
              <a:ext uri="{FF2B5EF4-FFF2-40B4-BE49-F238E27FC236}">
                <a16:creationId xmlns:a16="http://schemas.microsoft.com/office/drawing/2014/main" id="{BC144D85-48C5-C5D9-E1BA-93BE1F4AFC3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6FA7211-71FC-4F89-B1ED-EEDE96C1AD9D}" type="slidenum">
              <a:rPr lang="en-AU" altLang="en-US" sz="1400" smtClean="0">
                <a:latin typeface="Times New Roman" panose="02020603050405020304" pitchFamily="18" charset="0"/>
              </a:rPr>
              <a:pPr>
                <a:spcBef>
                  <a:spcPct val="0"/>
                </a:spcBef>
                <a:buSzTx/>
                <a:buFontTx/>
                <a:buNone/>
              </a:pPr>
              <a:t>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F53EC8C-7541-9F0D-4835-5AE2B00A255C}"/>
              </a:ext>
            </a:extLst>
          </p:cNvPr>
          <p:cNvSpPr>
            <a:spLocks noChangeArrowheads="1"/>
          </p:cNvSpPr>
          <p:nvPr/>
        </p:nvSpPr>
        <p:spPr bwMode="auto">
          <a:xfrm>
            <a:off x="0" y="1524000"/>
            <a:ext cx="7162800"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pic>
        <p:nvPicPr>
          <p:cNvPr id="16387" name="Picture 6" descr="roadmap">
            <a:extLst>
              <a:ext uri="{FF2B5EF4-FFF2-40B4-BE49-F238E27FC236}">
                <a16:creationId xmlns:a16="http://schemas.microsoft.com/office/drawing/2014/main" id="{9A8C1595-5AC0-A34D-0A39-E0EA2F3B9C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54175"/>
            <a:ext cx="41910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0196" name="Rectangle 4">
            <a:extLst>
              <a:ext uri="{FF2B5EF4-FFF2-40B4-BE49-F238E27FC236}">
                <a16:creationId xmlns:a16="http://schemas.microsoft.com/office/drawing/2014/main" id="{CDC4776F-79E3-CD81-6690-C92EE3203B3F}"/>
              </a:ext>
            </a:extLst>
          </p:cNvPr>
          <p:cNvSpPr>
            <a:spLocks noGrp="1" noChangeArrowheads="1"/>
          </p:cNvSpPr>
          <p:nvPr>
            <p:ph type="title" idx="4294967295"/>
          </p:nvPr>
        </p:nvSpPr>
        <p:spPr/>
        <p:txBody>
          <a:bodyPr/>
          <a:lstStyle/>
          <a:p>
            <a:pPr eaLnBrk="1" hangingPunct="1">
              <a:defRPr/>
            </a:pPr>
            <a:r>
              <a:rPr lang="en-US">
                <a:ea typeface="+mj-ea"/>
                <a:cs typeface="+mj-cs"/>
              </a:rPr>
              <a:t>Outline</a:t>
            </a:r>
          </a:p>
        </p:txBody>
      </p:sp>
      <p:sp>
        <p:nvSpPr>
          <p:cNvPr id="16389" name="Rectangle 4">
            <a:extLst>
              <a:ext uri="{FF2B5EF4-FFF2-40B4-BE49-F238E27FC236}">
                <a16:creationId xmlns:a16="http://schemas.microsoft.com/office/drawing/2014/main" id="{20ECD4E6-55F1-7BB5-E1D2-482588DA822E}"/>
              </a:ext>
            </a:extLst>
          </p:cNvPr>
          <p:cNvSpPr>
            <a:spLocks noChangeArrowheads="1"/>
          </p:cNvSpPr>
          <p:nvPr/>
        </p:nvSpPr>
        <p:spPr bwMode="auto">
          <a:xfrm>
            <a:off x="914400" y="1371600"/>
            <a:ext cx="69977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eaLnBrk="1" hangingPunct="1"/>
            <a:endParaRPr lang="en-US" altLang="en-US" sz="3600" b="1">
              <a:solidFill>
                <a:schemeClr val="tx2"/>
              </a:solidFill>
            </a:endParaRPr>
          </a:p>
        </p:txBody>
      </p:sp>
      <p:sp>
        <p:nvSpPr>
          <p:cNvPr id="16390" name="Rectangle 6">
            <a:extLst>
              <a:ext uri="{FF2B5EF4-FFF2-40B4-BE49-F238E27FC236}">
                <a16:creationId xmlns:a16="http://schemas.microsoft.com/office/drawing/2014/main" id="{5206C378-2237-7E75-8152-65BFAF310AB9}"/>
              </a:ext>
            </a:extLst>
          </p:cNvPr>
          <p:cNvSpPr>
            <a:spLocks noChangeArrowheads="1"/>
          </p:cNvSpPr>
          <p:nvPr/>
        </p:nvSpPr>
        <p:spPr bwMode="auto">
          <a:xfrm>
            <a:off x="1079500" y="1143000"/>
            <a:ext cx="7543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85750" indent="-285750">
              <a:defRPr sz="2400">
                <a:solidFill>
                  <a:schemeClr val="tx1"/>
                </a:solidFill>
                <a:latin typeface="Arial Narrow" panose="020B0606020202030204" pitchFamily="34" charset="0"/>
                <a:ea typeface="MS PGothic" panose="020B0600070205080204" pitchFamily="34" charset="-128"/>
              </a:defRPr>
            </a:lvl1pPr>
            <a:lvl2pPr marL="76200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eaLnBrk="1" hangingPunct="1">
              <a:spcBef>
                <a:spcPct val="40000"/>
              </a:spcBef>
              <a:buSzPct val="75000"/>
              <a:buFont typeface="Wingdings" panose="05000000000000000000" pitchFamily="2" charset="2"/>
              <a:buNone/>
            </a:pPr>
            <a:endParaRPr lang="en-US" altLang="en-US" sz="2800"/>
          </a:p>
          <a:p>
            <a:pPr eaLnBrk="1" hangingPunct="1">
              <a:spcBef>
                <a:spcPct val="40000"/>
              </a:spcBef>
              <a:buSzPct val="75000"/>
              <a:buFont typeface="Wingdings" panose="05000000000000000000" pitchFamily="2" charset="2"/>
              <a:buChar char="n"/>
            </a:pPr>
            <a:r>
              <a:rPr lang="en-US" altLang="en-US" sz="2800" b="1"/>
              <a:t>Requirements</a:t>
            </a:r>
            <a:endParaRPr lang="en-US" altLang="en-US" sz="2800"/>
          </a:p>
          <a:p>
            <a:pPr lvl="1" eaLnBrk="1" hangingPunct="1">
              <a:spcBef>
                <a:spcPct val="40000"/>
              </a:spcBef>
              <a:buClr>
                <a:schemeClr val="tx1"/>
              </a:buClr>
              <a:buSzPct val="85000"/>
              <a:buFont typeface="Wingdings" panose="05000000000000000000" pitchFamily="2" charset="2"/>
              <a:buChar char="¨"/>
            </a:pPr>
            <a:r>
              <a:rPr lang="en-US" altLang="en-US"/>
              <a:t>Requirements Engineering Process / Activities</a:t>
            </a:r>
          </a:p>
          <a:p>
            <a:pPr lvl="1" eaLnBrk="1" hangingPunct="1">
              <a:spcBef>
                <a:spcPct val="40000"/>
              </a:spcBef>
              <a:buClr>
                <a:schemeClr val="tx1"/>
              </a:buClr>
              <a:buSzPct val="85000"/>
              <a:buFont typeface="Wingdings" panose="05000000000000000000" pitchFamily="2" charset="2"/>
              <a:buChar char="¨"/>
            </a:pPr>
            <a:r>
              <a:rPr lang="en-US" altLang="en-US"/>
              <a:t>Types of Requirements</a:t>
            </a:r>
          </a:p>
          <a:p>
            <a:pPr eaLnBrk="1" hangingPunct="1">
              <a:spcBef>
                <a:spcPct val="40000"/>
              </a:spcBef>
              <a:buSzPct val="75000"/>
              <a:buFont typeface="Wingdings" panose="05000000000000000000" pitchFamily="2" charset="2"/>
              <a:buChar char="n"/>
            </a:pPr>
            <a:r>
              <a:rPr lang="en-US" altLang="en-US" sz="2800"/>
              <a:t>Scenarios and Use Cases</a:t>
            </a:r>
          </a:p>
          <a:p>
            <a:pPr eaLnBrk="1" hangingPunct="1">
              <a:spcBef>
                <a:spcPct val="40000"/>
              </a:spcBef>
              <a:buSzPct val="75000"/>
              <a:buFont typeface="Wingdings" panose="05000000000000000000" pitchFamily="2" charset="2"/>
              <a:buChar char="n"/>
            </a:pPr>
            <a:r>
              <a:rPr lang="en-US" altLang="en-US" sz="2800"/>
              <a:t>Goal-Design Scale</a:t>
            </a:r>
          </a:p>
          <a:p>
            <a:pPr eaLnBrk="1" hangingPunct="1">
              <a:spcBef>
                <a:spcPct val="40000"/>
              </a:spcBef>
              <a:buSzPct val="75000"/>
              <a:buFont typeface="Wingdings" panose="05000000000000000000" pitchFamily="2" charset="2"/>
              <a:buChar char="n"/>
            </a:pPr>
            <a:r>
              <a:rPr lang="en-US" altLang="en-US" sz="2800"/>
              <a:t>Domain Model and Data Requirements</a:t>
            </a:r>
          </a:p>
          <a:p>
            <a:pPr eaLnBrk="1" hangingPunct="1">
              <a:spcBef>
                <a:spcPct val="40000"/>
              </a:spcBef>
              <a:buSzPct val="75000"/>
              <a:buFont typeface="Wingdings" panose="05000000000000000000" pitchFamily="2" charset="2"/>
              <a:buChar char="n"/>
            </a:pPr>
            <a:r>
              <a:rPr lang="en-US" altLang="en-US" sz="2800"/>
              <a:t>Functional Requirements and Task Description</a:t>
            </a:r>
          </a:p>
          <a:p>
            <a:pPr eaLnBrk="1" hangingPunct="1">
              <a:spcBef>
                <a:spcPct val="40000"/>
              </a:spcBef>
              <a:buSzPct val="75000"/>
              <a:buFont typeface="Wingdings" panose="05000000000000000000" pitchFamily="2" charset="2"/>
              <a:buChar char="n"/>
            </a:pPr>
            <a:endParaRPr lang="en-US" altLang="en-US" sz="2800"/>
          </a:p>
        </p:txBody>
      </p:sp>
      <p:sp>
        <p:nvSpPr>
          <p:cNvPr id="16391" name="Slide Number Placeholder 1">
            <a:extLst>
              <a:ext uri="{FF2B5EF4-FFF2-40B4-BE49-F238E27FC236}">
                <a16:creationId xmlns:a16="http://schemas.microsoft.com/office/drawing/2014/main" id="{3B3D557C-76E0-65BE-F265-3A074291E74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C2CAC1C-B0CF-4233-8507-AF0BC3B2D78C}" type="slidenum">
              <a:rPr lang="en-AU" altLang="en-US" sz="1400" smtClean="0">
                <a:latin typeface="Times New Roman" panose="02020603050405020304" pitchFamily="18" charset="0"/>
              </a:rPr>
              <a:pPr>
                <a:spcBef>
                  <a:spcPct val="0"/>
                </a:spcBef>
                <a:buSzTx/>
                <a:buFontTx/>
                <a:buNone/>
              </a:pPr>
              <a:t>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AutoShape 2">
            <a:extLst>
              <a:ext uri="{FF2B5EF4-FFF2-40B4-BE49-F238E27FC236}">
                <a16:creationId xmlns:a16="http://schemas.microsoft.com/office/drawing/2014/main" id="{983A3DE1-3A55-794C-DD87-F2728C9FE907}"/>
              </a:ext>
            </a:extLst>
          </p:cNvPr>
          <p:cNvSpPr>
            <a:spLocks noChangeArrowheads="1"/>
          </p:cNvSpPr>
          <p:nvPr/>
        </p:nvSpPr>
        <p:spPr bwMode="auto">
          <a:xfrm>
            <a:off x="4775200" y="3021013"/>
            <a:ext cx="1276350" cy="463550"/>
          </a:xfrm>
          <a:prstGeom prst="flowChartDocumen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r"/>
            <a:r>
              <a:rPr lang="en-US" altLang="en-US" sz="1800" b="1">
                <a:latin typeface="Arial" panose="020B0604020202020204" pitchFamily="34" charset="0"/>
              </a:rPr>
              <a:t>  Contract</a:t>
            </a:r>
            <a:endParaRPr lang="en-US" altLang="en-US" sz="1800">
              <a:latin typeface="Arial" panose="020B0604020202020204" pitchFamily="34" charset="0"/>
            </a:endParaRPr>
          </a:p>
        </p:txBody>
      </p:sp>
      <p:sp>
        <p:nvSpPr>
          <p:cNvPr id="18435" name="Oval 3">
            <a:extLst>
              <a:ext uri="{FF2B5EF4-FFF2-40B4-BE49-F238E27FC236}">
                <a16:creationId xmlns:a16="http://schemas.microsoft.com/office/drawing/2014/main" id="{B7124993-1692-F312-6FC3-E10DDAC125F3}"/>
              </a:ext>
            </a:extLst>
          </p:cNvPr>
          <p:cNvSpPr>
            <a:spLocks noChangeArrowheads="1"/>
          </p:cNvSpPr>
          <p:nvPr/>
        </p:nvSpPr>
        <p:spPr bwMode="auto">
          <a:xfrm>
            <a:off x="2790825" y="2530475"/>
            <a:ext cx="1728788" cy="50958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spcBef>
                <a:spcPct val="50000"/>
              </a:spcBef>
            </a:pPr>
            <a:r>
              <a:rPr lang="en-US" altLang="en-US" sz="1800" b="1">
                <a:latin typeface="Arial" panose="020B0604020202020204" pitchFamily="34" charset="0"/>
              </a:rPr>
              <a:t>Analysis</a:t>
            </a:r>
          </a:p>
        </p:txBody>
      </p:sp>
      <p:sp>
        <p:nvSpPr>
          <p:cNvPr id="18436" name="AutoShape 4">
            <a:extLst>
              <a:ext uri="{FF2B5EF4-FFF2-40B4-BE49-F238E27FC236}">
                <a16:creationId xmlns:a16="http://schemas.microsoft.com/office/drawing/2014/main" id="{AF568A71-7B93-FD62-8FC6-7BAC213BA383}"/>
              </a:ext>
            </a:extLst>
          </p:cNvPr>
          <p:cNvSpPr>
            <a:spLocks noChangeArrowheads="1"/>
          </p:cNvSpPr>
          <p:nvPr/>
        </p:nvSpPr>
        <p:spPr bwMode="auto">
          <a:xfrm>
            <a:off x="3781425" y="3295650"/>
            <a:ext cx="1190625" cy="492125"/>
          </a:xfrm>
          <a:prstGeom prst="flowChartDocument">
            <a:avLst/>
          </a:prstGeom>
          <a:solidFill>
            <a:schemeClr val="bg1"/>
          </a:solidFill>
          <a:ln w="57150">
            <a:solidFill>
              <a:schemeClr val="tx1"/>
            </a:solidFill>
            <a:miter lim="800000"/>
            <a:headEnd/>
            <a:tailEnd/>
          </a:ln>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Reqspec</a:t>
            </a:r>
            <a:endParaRPr lang="en-US" altLang="en-US" sz="1800">
              <a:latin typeface="Arial" panose="020B0604020202020204" pitchFamily="34" charset="0"/>
            </a:endParaRPr>
          </a:p>
        </p:txBody>
      </p:sp>
      <p:sp>
        <p:nvSpPr>
          <p:cNvPr id="18437" name="Oval 5">
            <a:extLst>
              <a:ext uri="{FF2B5EF4-FFF2-40B4-BE49-F238E27FC236}">
                <a16:creationId xmlns:a16="http://schemas.microsoft.com/office/drawing/2014/main" id="{9CA5D0BE-6CE2-8F44-4450-D7BF1AF3A2C7}"/>
              </a:ext>
            </a:extLst>
          </p:cNvPr>
          <p:cNvSpPr>
            <a:spLocks noChangeArrowheads="1"/>
          </p:cNvSpPr>
          <p:nvPr/>
        </p:nvSpPr>
        <p:spPr bwMode="auto">
          <a:xfrm>
            <a:off x="5815013" y="5849938"/>
            <a:ext cx="1939925" cy="50958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Op &amp; maint</a:t>
            </a:r>
            <a:endParaRPr lang="en-US" altLang="en-US" sz="1800">
              <a:latin typeface="Arial" panose="020B0604020202020204" pitchFamily="34" charset="0"/>
            </a:endParaRPr>
          </a:p>
        </p:txBody>
      </p:sp>
      <p:sp>
        <p:nvSpPr>
          <p:cNvPr id="18438" name="Oval 6">
            <a:extLst>
              <a:ext uri="{FF2B5EF4-FFF2-40B4-BE49-F238E27FC236}">
                <a16:creationId xmlns:a16="http://schemas.microsoft.com/office/drawing/2014/main" id="{72FAC6E1-0E1C-8E05-7057-AF209469A538}"/>
              </a:ext>
            </a:extLst>
          </p:cNvPr>
          <p:cNvSpPr>
            <a:spLocks noChangeArrowheads="1"/>
          </p:cNvSpPr>
          <p:nvPr/>
        </p:nvSpPr>
        <p:spPr bwMode="auto">
          <a:xfrm>
            <a:off x="4232275" y="3910013"/>
            <a:ext cx="1493838" cy="50958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Design</a:t>
            </a:r>
            <a:endParaRPr lang="en-US" altLang="en-US" sz="1800">
              <a:latin typeface="Arial" panose="020B0604020202020204" pitchFamily="34" charset="0"/>
            </a:endParaRPr>
          </a:p>
        </p:txBody>
      </p:sp>
      <p:sp>
        <p:nvSpPr>
          <p:cNvPr id="18439" name="Oval 7">
            <a:extLst>
              <a:ext uri="{FF2B5EF4-FFF2-40B4-BE49-F238E27FC236}">
                <a16:creationId xmlns:a16="http://schemas.microsoft.com/office/drawing/2014/main" id="{A7E8DCDF-23D3-7FDA-9602-B57CFE25ABB4}"/>
              </a:ext>
            </a:extLst>
          </p:cNvPr>
          <p:cNvSpPr>
            <a:spLocks noChangeArrowheads="1"/>
          </p:cNvSpPr>
          <p:nvPr/>
        </p:nvSpPr>
        <p:spPr bwMode="auto">
          <a:xfrm>
            <a:off x="5000625" y="4556125"/>
            <a:ext cx="1539875" cy="50958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Program</a:t>
            </a:r>
            <a:endParaRPr lang="en-US" altLang="en-US" sz="1800">
              <a:latin typeface="Arial" panose="020B0604020202020204" pitchFamily="34" charset="0"/>
            </a:endParaRPr>
          </a:p>
        </p:txBody>
      </p:sp>
      <p:sp>
        <p:nvSpPr>
          <p:cNvPr id="18440" name="Oval 8">
            <a:extLst>
              <a:ext uri="{FF2B5EF4-FFF2-40B4-BE49-F238E27FC236}">
                <a16:creationId xmlns:a16="http://schemas.microsoft.com/office/drawing/2014/main" id="{34B9FAFB-5C24-9077-1ED7-2372D7CCAF53}"/>
              </a:ext>
            </a:extLst>
          </p:cNvPr>
          <p:cNvSpPr>
            <a:spLocks noChangeArrowheads="1"/>
          </p:cNvSpPr>
          <p:nvPr/>
        </p:nvSpPr>
        <p:spPr bwMode="auto">
          <a:xfrm>
            <a:off x="5815013" y="5202238"/>
            <a:ext cx="1238250" cy="50958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Test</a:t>
            </a:r>
            <a:endParaRPr lang="en-US" altLang="en-US" sz="1800">
              <a:latin typeface="Arial" panose="020B0604020202020204" pitchFamily="34" charset="0"/>
            </a:endParaRPr>
          </a:p>
        </p:txBody>
      </p:sp>
      <p:cxnSp>
        <p:nvCxnSpPr>
          <p:cNvPr id="18441" name="AutoShape 9">
            <a:extLst>
              <a:ext uri="{FF2B5EF4-FFF2-40B4-BE49-F238E27FC236}">
                <a16:creationId xmlns:a16="http://schemas.microsoft.com/office/drawing/2014/main" id="{C2D848ED-9A3B-69A5-6AC2-0D332B1E01FA}"/>
              </a:ext>
            </a:extLst>
          </p:cNvPr>
          <p:cNvCxnSpPr>
            <a:cxnSpLocks noChangeShapeType="1"/>
            <a:stCxn id="18435" idx="5"/>
            <a:endCxn id="18436" idx="0"/>
          </p:cNvCxnSpPr>
          <p:nvPr/>
        </p:nvCxnSpPr>
        <p:spPr bwMode="auto">
          <a:xfrm rot="16200000" flipH="1">
            <a:off x="4178300" y="3068638"/>
            <a:ext cx="287337" cy="109538"/>
          </a:xfrm>
          <a:prstGeom prst="curvedConnector3">
            <a:avLst>
              <a:gd name="adj1" fmla="val 65194"/>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442" name="AutoShape 10">
            <a:extLst>
              <a:ext uri="{FF2B5EF4-FFF2-40B4-BE49-F238E27FC236}">
                <a16:creationId xmlns:a16="http://schemas.microsoft.com/office/drawing/2014/main" id="{6F22BF90-8C51-24BC-F24E-7B59E6FA16D3}"/>
              </a:ext>
            </a:extLst>
          </p:cNvPr>
          <p:cNvCxnSpPr>
            <a:cxnSpLocks noChangeShapeType="1"/>
            <a:stCxn id="18436" idx="3"/>
            <a:endCxn id="18438" idx="7"/>
          </p:cNvCxnSpPr>
          <p:nvPr/>
        </p:nvCxnSpPr>
        <p:spPr bwMode="auto">
          <a:xfrm>
            <a:off x="5000625" y="3541713"/>
            <a:ext cx="506413" cy="428625"/>
          </a:xfrm>
          <a:prstGeom prst="curvedConnector2">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443" name="AutoShape 11">
            <a:extLst>
              <a:ext uri="{FF2B5EF4-FFF2-40B4-BE49-F238E27FC236}">
                <a16:creationId xmlns:a16="http://schemas.microsoft.com/office/drawing/2014/main" id="{A2F4A192-4FC7-1980-AC89-0EE10B1923C8}"/>
              </a:ext>
            </a:extLst>
          </p:cNvPr>
          <p:cNvCxnSpPr>
            <a:cxnSpLocks noChangeShapeType="1"/>
            <a:stCxn id="18439" idx="6"/>
            <a:endCxn id="18440" idx="7"/>
          </p:cNvCxnSpPr>
          <p:nvPr/>
        </p:nvCxnSpPr>
        <p:spPr bwMode="auto">
          <a:xfrm>
            <a:off x="6554788" y="4811713"/>
            <a:ext cx="317500" cy="450850"/>
          </a:xfrm>
          <a:prstGeom prst="curvedConnector2">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444" name="AutoShape 12">
            <a:extLst>
              <a:ext uri="{FF2B5EF4-FFF2-40B4-BE49-F238E27FC236}">
                <a16:creationId xmlns:a16="http://schemas.microsoft.com/office/drawing/2014/main" id="{7F4D913B-793F-A259-4727-760B1E874F8A}"/>
              </a:ext>
            </a:extLst>
          </p:cNvPr>
          <p:cNvCxnSpPr>
            <a:cxnSpLocks noChangeShapeType="1"/>
            <a:stCxn id="18438" idx="6"/>
            <a:endCxn id="18439" idx="7"/>
          </p:cNvCxnSpPr>
          <p:nvPr/>
        </p:nvCxnSpPr>
        <p:spPr bwMode="auto">
          <a:xfrm>
            <a:off x="5740400" y="4165600"/>
            <a:ext cx="574675" cy="450850"/>
          </a:xfrm>
          <a:prstGeom prst="curvedConnector2">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445" name="AutoShape 13">
            <a:extLst>
              <a:ext uri="{FF2B5EF4-FFF2-40B4-BE49-F238E27FC236}">
                <a16:creationId xmlns:a16="http://schemas.microsoft.com/office/drawing/2014/main" id="{3A14D1BB-6028-1E72-6765-DB406CB59ABB}"/>
              </a:ext>
            </a:extLst>
          </p:cNvPr>
          <p:cNvCxnSpPr>
            <a:cxnSpLocks noChangeShapeType="1"/>
            <a:stCxn id="18440" idx="6"/>
            <a:endCxn id="18437" idx="7"/>
          </p:cNvCxnSpPr>
          <p:nvPr/>
        </p:nvCxnSpPr>
        <p:spPr bwMode="auto">
          <a:xfrm>
            <a:off x="7067550" y="5457825"/>
            <a:ext cx="403225" cy="452438"/>
          </a:xfrm>
          <a:prstGeom prst="curvedConnector2">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8446" name="Text Box 14">
            <a:extLst>
              <a:ext uri="{FF2B5EF4-FFF2-40B4-BE49-F238E27FC236}">
                <a16:creationId xmlns:a16="http://schemas.microsoft.com/office/drawing/2014/main" id="{B118385D-D171-27D1-3887-234D8C3171DA}"/>
              </a:ext>
            </a:extLst>
          </p:cNvPr>
          <p:cNvSpPr txBox="1">
            <a:spLocks noChangeArrowheads="1"/>
          </p:cNvSpPr>
          <p:nvPr/>
        </p:nvSpPr>
        <p:spPr bwMode="auto">
          <a:xfrm>
            <a:off x="1143000" y="296863"/>
            <a:ext cx="4826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3600" b="1"/>
              <a:t>The Role of Requirements</a:t>
            </a:r>
          </a:p>
        </p:txBody>
      </p:sp>
      <p:graphicFrame>
        <p:nvGraphicFramePr>
          <p:cNvPr id="18447" name="Object 15">
            <a:extLst>
              <a:ext uri="{FF2B5EF4-FFF2-40B4-BE49-F238E27FC236}">
                <a16:creationId xmlns:a16="http://schemas.microsoft.com/office/drawing/2014/main" id="{5E554B3D-89DA-E103-C90E-16480E8B9F9F}"/>
              </a:ext>
            </a:extLst>
          </p:cNvPr>
          <p:cNvGraphicFramePr>
            <a:graphicFrameLocks noChangeAspect="1"/>
          </p:cNvGraphicFramePr>
          <p:nvPr/>
        </p:nvGraphicFramePr>
        <p:xfrm>
          <a:off x="2538413" y="1647825"/>
          <a:ext cx="371475" cy="796925"/>
        </p:xfrm>
        <a:graphic>
          <a:graphicData uri="http://schemas.openxmlformats.org/presentationml/2006/ole">
            <mc:AlternateContent xmlns:mc="http://schemas.openxmlformats.org/markup-compatibility/2006">
              <mc:Choice xmlns:v="urn:schemas-microsoft-com:vml" Requires="v">
                <p:oleObj name="Clip" r:id="rId3" imgW="1854200" imgH="4000500" progId="MS_ClipArt_Gallery.2">
                  <p:embed/>
                </p:oleObj>
              </mc:Choice>
              <mc:Fallback>
                <p:oleObj name="Clip" r:id="rId3" imgW="1854200" imgH="4000500" progId="MS_ClipArt_Gallery.2">
                  <p:embed/>
                  <p:pic>
                    <p:nvPicPr>
                      <p:cNvPr id="18447" name="Object 15">
                        <a:extLst>
                          <a:ext uri="{FF2B5EF4-FFF2-40B4-BE49-F238E27FC236}">
                            <a16:creationId xmlns:a16="http://schemas.microsoft.com/office/drawing/2014/main" id="{5E554B3D-89DA-E103-C90E-16480E8B9F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8413" y="1647825"/>
                        <a:ext cx="371475" cy="796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8448" name="Object 16">
            <a:extLst>
              <a:ext uri="{FF2B5EF4-FFF2-40B4-BE49-F238E27FC236}">
                <a16:creationId xmlns:a16="http://schemas.microsoft.com/office/drawing/2014/main" id="{DB6CFAB7-63BA-1E28-DCFA-CE61B2ABF64F}"/>
              </a:ext>
            </a:extLst>
          </p:cNvPr>
          <p:cNvGraphicFramePr>
            <a:graphicFrameLocks noChangeAspect="1"/>
          </p:cNvGraphicFramePr>
          <p:nvPr/>
        </p:nvGraphicFramePr>
        <p:xfrm>
          <a:off x="2239963" y="2189163"/>
          <a:ext cx="260350" cy="790575"/>
        </p:xfrm>
        <a:graphic>
          <a:graphicData uri="http://schemas.openxmlformats.org/presentationml/2006/ole">
            <mc:AlternateContent xmlns:mc="http://schemas.openxmlformats.org/markup-compatibility/2006">
              <mc:Choice xmlns:v="urn:schemas-microsoft-com:vml" Requires="v">
                <p:oleObj name="Clip" r:id="rId5" imgW="1295400" imgH="3937000" progId="MS_ClipArt_Gallery.2">
                  <p:embed/>
                </p:oleObj>
              </mc:Choice>
              <mc:Fallback>
                <p:oleObj name="Clip" r:id="rId5" imgW="1295400" imgH="3937000" progId="MS_ClipArt_Gallery.2">
                  <p:embed/>
                  <p:pic>
                    <p:nvPicPr>
                      <p:cNvPr id="18448" name="Object 16">
                        <a:extLst>
                          <a:ext uri="{FF2B5EF4-FFF2-40B4-BE49-F238E27FC236}">
                            <a16:creationId xmlns:a16="http://schemas.microsoft.com/office/drawing/2014/main" id="{DB6CFAB7-63BA-1E28-DCFA-CE61B2ABF6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9963" y="2189163"/>
                        <a:ext cx="260350"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8449" name="Object 17">
            <a:extLst>
              <a:ext uri="{FF2B5EF4-FFF2-40B4-BE49-F238E27FC236}">
                <a16:creationId xmlns:a16="http://schemas.microsoft.com/office/drawing/2014/main" id="{DC868EAB-61F4-BE47-6B22-4C641F7DFCF7}"/>
              </a:ext>
            </a:extLst>
          </p:cNvPr>
          <p:cNvGraphicFramePr>
            <a:graphicFrameLocks noChangeAspect="1"/>
          </p:cNvGraphicFramePr>
          <p:nvPr/>
        </p:nvGraphicFramePr>
        <p:xfrm>
          <a:off x="1909763" y="1150938"/>
          <a:ext cx="628650" cy="882650"/>
        </p:xfrm>
        <a:graphic>
          <a:graphicData uri="http://schemas.openxmlformats.org/presentationml/2006/ole">
            <mc:AlternateContent xmlns:mc="http://schemas.openxmlformats.org/markup-compatibility/2006">
              <mc:Choice xmlns:v="urn:schemas-microsoft-com:vml" Requires="v">
                <p:oleObj name="Clip" r:id="rId7" imgW="2679700" imgH="3759200" progId="MS_ClipArt_Gallery.2">
                  <p:embed/>
                </p:oleObj>
              </mc:Choice>
              <mc:Fallback>
                <p:oleObj name="Clip" r:id="rId7" imgW="2679700" imgH="3759200" progId="MS_ClipArt_Gallery.2">
                  <p:embed/>
                  <p:pic>
                    <p:nvPicPr>
                      <p:cNvPr id="18449" name="Object 17">
                        <a:extLst>
                          <a:ext uri="{FF2B5EF4-FFF2-40B4-BE49-F238E27FC236}">
                            <a16:creationId xmlns:a16="http://schemas.microsoft.com/office/drawing/2014/main" id="{DC868EAB-61F4-BE47-6B22-4C641F7DFCF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9763" y="1150938"/>
                        <a:ext cx="628650"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8450" name="AutoShape 18">
            <a:extLst>
              <a:ext uri="{FF2B5EF4-FFF2-40B4-BE49-F238E27FC236}">
                <a16:creationId xmlns:a16="http://schemas.microsoft.com/office/drawing/2014/main" id="{B9CF6B77-DE05-B815-5982-C7C36E5EC233}"/>
              </a:ext>
            </a:extLst>
          </p:cNvPr>
          <p:cNvSpPr>
            <a:spLocks noChangeArrowheads="1"/>
          </p:cNvSpPr>
          <p:nvPr/>
        </p:nvSpPr>
        <p:spPr bwMode="auto">
          <a:xfrm rot="5380938">
            <a:off x="3118644" y="1867694"/>
            <a:ext cx="620712" cy="704850"/>
          </a:xfrm>
          <a:custGeom>
            <a:avLst/>
            <a:gdLst>
              <a:gd name="T0" fmla="*/ 12490996 w 21600"/>
              <a:gd name="T1" fmla="*/ 0 h 21600"/>
              <a:gd name="T2" fmla="*/ 12490996 w 21600"/>
              <a:gd name="T3" fmla="*/ 12946365 h 21600"/>
              <a:gd name="T4" fmla="*/ 2673113 w 21600"/>
              <a:gd name="T5" fmla="*/ 23000626 h 21600"/>
              <a:gd name="T6" fmla="*/ 17837194 w 21600"/>
              <a:gd name="T7" fmla="*/ 647319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GB"/>
          </a:p>
        </p:txBody>
      </p:sp>
      <p:sp>
        <p:nvSpPr>
          <p:cNvPr id="18451" name="Text Box 19">
            <a:extLst>
              <a:ext uri="{FF2B5EF4-FFF2-40B4-BE49-F238E27FC236}">
                <a16:creationId xmlns:a16="http://schemas.microsoft.com/office/drawing/2014/main" id="{00533F91-8A3D-B766-1580-96F123B8925D}"/>
              </a:ext>
            </a:extLst>
          </p:cNvPr>
          <p:cNvSpPr txBox="1">
            <a:spLocks noChangeArrowheads="1"/>
          </p:cNvSpPr>
          <p:nvPr/>
        </p:nvSpPr>
        <p:spPr bwMode="auto">
          <a:xfrm>
            <a:off x="3600450" y="1647825"/>
            <a:ext cx="1400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latin typeface="Arial" panose="020B0604020202020204" pitchFamily="34" charset="0"/>
              </a:rPr>
              <a:t>Demands</a:t>
            </a:r>
          </a:p>
          <a:p>
            <a:r>
              <a:rPr lang="en-US" altLang="en-US" sz="1800" b="1">
                <a:latin typeface="Arial" panose="020B0604020202020204" pitchFamily="34" charset="0"/>
              </a:rPr>
              <a:t>  Elicitation</a:t>
            </a:r>
          </a:p>
        </p:txBody>
      </p:sp>
      <p:sp>
        <p:nvSpPr>
          <p:cNvPr id="18452" name="Text Box 20">
            <a:extLst>
              <a:ext uri="{FF2B5EF4-FFF2-40B4-BE49-F238E27FC236}">
                <a16:creationId xmlns:a16="http://schemas.microsoft.com/office/drawing/2014/main" id="{1F15D3C1-CC12-F3BF-F56B-5388C663814A}"/>
              </a:ext>
            </a:extLst>
          </p:cNvPr>
          <p:cNvSpPr txBox="1">
            <a:spLocks noChangeArrowheads="1"/>
          </p:cNvSpPr>
          <p:nvPr/>
        </p:nvSpPr>
        <p:spPr bwMode="auto">
          <a:xfrm>
            <a:off x="2819400" y="1379538"/>
            <a:ext cx="1616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latin typeface="Arial" panose="020B0604020202020204" pitchFamily="34" charset="0"/>
              </a:rPr>
              <a:t>Stakeholders</a:t>
            </a:r>
          </a:p>
        </p:txBody>
      </p:sp>
      <p:sp>
        <p:nvSpPr>
          <p:cNvPr id="18453" name="Text Box 21">
            <a:extLst>
              <a:ext uri="{FF2B5EF4-FFF2-40B4-BE49-F238E27FC236}">
                <a16:creationId xmlns:a16="http://schemas.microsoft.com/office/drawing/2014/main" id="{D34447D5-A51A-B8AC-B2FE-0E57982E4C1D}"/>
              </a:ext>
            </a:extLst>
          </p:cNvPr>
          <p:cNvSpPr txBox="1">
            <a:spLocks noChangeArrowheads="1"/>
          </p:cNvSpPr>
          <p:nvPr/>
        </p:nvSpPr>
        <p:spPr bwMode="auto">
          <a:xfrm rot="2029772">
            <a:off x="3741738" y="4894263"/>
            <a:ext cx="14255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latin typeface="Arial" panose="020B0604020202020204" pitchFamily="34" charset="0"/>
              </a:rPr>
              <a:t>Verification</a:t>
            </a:r>
          </a:p>
        </p:txBody>
      </p:sp>
      <p:sp>
        <p:nvSpPr>
          <p:cNvPr id="18454" name="Freeform 22">
            <a:extLst>
              <a:ext uri="{FF2B5EF4-FFF2-40B4-BE49-F238E27FC236}">
                <a16:creationId xmlns:a16="http://schemas.microsoft.com/office/drawing/2014/main" id="{8921A9DB-E9D5-20C7-A456-A7162D78645A}"/>
              </a:ext>
            </a:extLst>
          </p:cNvPr>
          <p:cNvSpPr>
            <a:spLocks/>
          </p:cNvSpPr>
          <p:nvPr/>
        </p:nvSpPr>
        <p:spPr bwMode="auto">
          <a:xfrm>
            <a:off x="3913188" y="3786188"/>
            <a:ext cx="1905000" cy="1689100"/>
          </a:xfrm>
          <a:custGeom>
            <a:avLst/>
            <a:gdLst>
              <a:gd name="T0" fmla="*/ 113407825 w 1200"/>
              <a:gd name="T1" fmla="*/ 0 h 1064"/>
              <a:gd name="T2" fmla="*/ 388104063 w 1200"/>
              <a:gd name="T3" fmla="*/ 1214715313 h 1064"/>
              <a:gd name="T4" fmla="*/ 1625501575 w 1200"/>
              <a:gd name="T5" fmla="*/ 2147483646 h 1064"/>
              <a:gd name="T6" fmla="*/ 2147483646 w 1200"/>
              <a:gd name="T7" fmla="*/ 2147483646 h 10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0" h="1064">
                <a:moveTo>
                  <a:pt x="45" y="0"/>
                </a:moveTo>
                <a:cubicBezTo>
                  <a:pt x="0" y="136"/>
                  <a:pt x="49" y="339"/>
                  <a:pt x="154" y="482"/>
                </a:cubicBezTo>
                <a:cubicBezTo>
                  <a:pt x="254" y="627"/>
                  <a:pt x="471" y="785"/>
                  <a:pt x="645" y="882"/>
                </a:cubicBezTo>
                <a:cubicBezTo>
                  <a:pt x="819" y="979"/>
                  <a:pt x="1026" y="1042"/>
                  <a:pt x="1200" y="1064"/>
                </a:cubicBezTo>
              </a:path>
            </a:pathLst>
          </a:custGeom>
          <a:noFill/>
          <a:ln w="28575" cap="flat" cmpd="sng">
            <a:solidFill>
              <a:schemeClr val="tx1"/>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en-GB"/>
          </a:p>
        </p:txBody>
      </p:sp>
      <p:sp>
        <p:nvSpPr>
          <p:cNvPr id="18455" name="AutoShape 23">
            <a:extLst>
              <a:ext uri="{FF2B5EF4-FFF2-40B4-BE49-F238E27FC236}">
                <a16:creationId xmlns:a16="http://schemas.microsoft.com/office/drawing/2014/main" id="{083A9A4A-A570-2388-B4BC-5E629BFCA373}"/>
              </a:ext>
            </a:extLst>
          </p:cNvPr>
          <p:cNvSpPr>
            <a:spLocks noChangeArrowheads="1"/>
          </p:cNvSpPr>
          <p:nvPr/>
        </p:nvSpPr>
        <p:spPr bwMode="auto">
          <a:xfrm rot="-5527284">
            <a:off x="2383631" y="2832894"/>
            <a:ext cx="663575" cy="706438"/>
          </a:xfrm>
          <a:custGeom>
            <a:avLst/>
            <a:gdLst>
              <a:gd name="T0" fmla="*/ 14275679 w 21600"/>
              <a:gd name="T1" fmla="*/ 0 h 21600"/>
              <a:gd name="T2" fmla="*/ 14275679 w 21600"/>
              <a:gd name="T3" fmla="*/ 13004771 h 21600"/>
              <a:gd name="T4" fmla="*/ 3055026 w 21600"/>
              <a:gd name="T5" fmla="*/ 23104382 h 21600"/>
              <a:gd name="T6" fmla="*/ 20385731 w 21600"/>
              <a:gd name="T7" fmla="*/ 6502402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en-GB"/>
          </a:p>
        </p:txBody>
      </p:sp>
      <p:sp>
        <p:nvSpPr>
          <p:cNvPr id="18456" name="Text Box 24">
            <a:extLst>
              <a:ext uri="{FF2B5EF4-FFF2-40B4-BE49-F238E27FC236}">
                <a16:creationId xmlns:a16="http://schemas.microsoft.com/office/drawing/2014/main" id="{084412AB-A3A4-3639-FCB0-5C41B65E38D4}"/>
              </a:ext>
            </a:extLst>
          </p:cNvPr>
          <p:cNvSpPr txBox="1">
            <a:spLocks noChangeArrowheads="1"/>
          </p:cNvSpPr>
          <p:nvPr/>
        </p:nvSpPr>
        <p:spPr bwMode="auto">
          <a:xfrm rot="2029772">
            <a:off x="2003425" y="3486150"/>
            <a:ext cx="1273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latin typeface="Arial" panose="020B0604020202020204" pitchFamily="34" charset="0"/>
              </a:rPr>
              <a:t>Validation</a:t>
            </a:r>
          </a:p>
        </p:txBody>
      </p:sp>
      <p:sp>
        <p:nvSpPr>
          <p:cNvPr id="18457" name="AutoShape 25">
            <a:extLst>
              <a:ext uri="{FF2B5EF4-FFF2-40B4-BE49-F238E27FC236}">
                <a16:creationId xmlns:a16="http://schemas.microsoft.com/office/drawing/2014/main" id="{E6756A53-89AC-E9B2-ADC0-BA54780F807F}"/>
              </a:ext>
            </a:extLst>
          </p:cNvPr>
          <p:cNvSpPr>
            <a:spLocks noChangeArrowheads="1"/>
          </p:cNvSpPr>
          <p:nvPr/>
        </p:nvSpPr>
        <p:spPr bwMode="auto">
          <a:xfrm>
            <a:off x="5638800" y="1295400"/>
            <a:ext cx="1639888" cy="1368425"/>
          </a:xfrm>
          <a:prstGeom prst="cloudCallout">
            <a:avLst>
              <a:gd name="adj1" fmla="val -101889"/>
              <a:gd name="adj2" fmla="val -54523"/>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Tacit</a:t>
            </a:r>
          </a:p>
          <a:p>
            <a:pPr algn="ctr"/>
            <a:r>
              <a:rPr lang="en-US" altLang="en-US" sz="1800" b="1">
                <a:latin typeface="Arial" panose="020B0604020202020204" pitchFamily="34" charset="0"/>
              </a:rPr>
              <a:t>demands</a:t>
            </a:r>
          </a:p>
          <a:p>
            <a:pPr algn="ctr"/>
            <a:r>
              <a:rPr lang="en-US" altLang="en-US" sz="1800" b="1">
                <a:latin typeface="Arial" panose="020B0604020202020204" pitchFamily="34" charset="0"/>
              </a:rPr>
              <a:t>&amp; reqs</a:t>
            </a:r>
          </a:p>
        </p:txBody>
      </p:sp>
      <p:sp>
        <p:nvSpPr>
          <p:cNvPr id="18458" name="Freeform 26">
            <a:extLst>
              <a:ext uri="{FF2B5EF4-FFF2-40B4-BE49-F238E27FC236}">
                <a16:creationId xmlns:a16="http://schemas.microsoft.com/office/drawing/2014/main" id="{DA0D611C-8DE8-CF1D-59E6-AE94BBB13544}"/>
              </a:ext>
            </a:extLst>
          </p:cNvPr>
          <p:cNvSpPr>
            <a:spLocks/>
          </p:cNvSpPr>
          <p:nvPr/>
        </p:nvSpPr>
        <p:spPr bwMode="auto">
          <a:xfrm>
            <a:off x="3946525" y="3794125"/>
            <a:ext cx="1042988" cy="1047750"/>
          </a:xfrm>
          <a:custGeom>
            <a:avLst/>
            <a:gdLst>
              <a:gd name="T0" fmla="*/ 113407879 w 657"/>
              <a:gd name="T1" fmla="*/ 0 h 660"/>
              <a:gd name="T2" fmla="*/ 567036222 w 657"/>
              <a:gd name="T3" fmla="*/ 1149191250 h 660"/>
              <a:gd name="T4" fmla="*/ 1655744244 w 657"/>
              <a:gd name="T5" fmla="*/ 1663303125 h 660"/>
              <a:gd name="T6" fmla="*/ 0 60000 65536"/>
              <a:gd name="T7" fmla="*/ 0 60000 65536"/>
              <a:gd name="T8" fmla="*/ 0 60000 65536"/>
            </a:gdLst>
            <a:ahLst/>
            <a:cxnLst>
              <a:cxn ang="T6">
                <a:pos x="T0" y="T1"/>
              </a:cxn>
              <a:cxn ang="T7">
                <a:pos x="T2" y="T3"/>
              </a:cxn>
              <a:cxn ang="T8">
                <a:pos x="T4" y="T5"/>
              </a:cxn>
            </a:cxnLst>
            <a:rect l="0" t="0" r="r" b="b"/>
            <a:pathLst>
              <a:path w="657" h="660">
                <a:moveTo>
                  <a:pt x="45" y="0"/>
                </a:moveTo>
                <a:cubicBezTo>
                  <a:pt x="0" y="136"/>
                  <a:pt x="123" y="346"/>
                  <a:pt x="225" y="456"/>
                </a:cubicBezTo>
                <a:cubicBezTo>
                  <a:pt x="327" y="566"/>
                  <a:pt x="586" y="646"/>
                  <a:pt x="657" y="660"/>
                </a:cubicBezTo>
              </a:path>
            </a:pathLst>
          </a:custGeom>
          <a:noFill/>
          <a:ln w="28575" cap="flat" cmpd="sng">
            <a:solidFill>
              <a:schemeClr val="tx1"/>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en-GB"/>
          </a:p>
        </p:txBody>
      </p:sp>
      <p:sp>
        <p:nvSpPr>
          <p:cNvPr id="18459" name="Text Box 27">
            <a:extLst>
              <a:ext uri="{FF2B5EF4-FFF2-40B4-BE49-F238E27FC236}">
                <a16:creationId xmlns:a16="http://schemas.microsoft.com/office/drawing/2014/main" id="{B9A7D673-9C0F-E204-FC27-03AD537AD232}"/>
              </a:ext>
            </a:extLst>
          </p:cNvPr>
          <p:cNvSpPr txBox="1">
            <a:spLocks noChangeArrowheads="1"/>
          </p:cNvSpPr>
          <p:nvPr/>
        </p:nvSpPr>
        <p:spPr bwMode="auto">
          <a:xfrm>
            <a:off x="820738" y="4289425"/>
            <a:ext cx="3246437" cy="159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GB" altLang="en-US" sz="1800" b="1" noProof="1">
                <a:latin typeface="Arial" panose="020B0604020202020204" pitchFamily="34" charset="0"/>
              </a:rPr>
              <a:t>Tracing:</a:t>
            </a:r>
            <a:endParaRPr lang="en-GB" altLang="en-US" sz="1800" noProof="1">
              <a:latin typeface="Arial" panose="020B0604020202020204" pitchFamily="34" charset="0"/>
            </a:endParaRPr>
          </a:p>
          <a:p>
            <a:r>
              <a:rPr lang="en-GB" altLang="en-US" sz="1800" noProof="1">
                <a:latin typeface="Arial" panose="020B0604020202020204" pitchFamily="34" charset="0"/>
              </a:rPr>
              <a:t>Forwards . . .</a:t>
            </a:r>
          </a:p>
          <a:p>
            <a:r>
              <a:rPr lang="en-GB" altLang="en-US" sz="1800" noProof="1">
                <a:latin typeface="Arial" panose="020B0604020202020204" pitchFamily="34" charset="0"/>
              </a:rPr>
              <a:t>Backwards . . .</a:t>
            </a:r>
          </a:p>
          <a:p>
            <a:pPr>
              <a:spcBef>
                <a:spcPct val="50000"/>
              </a:spcBef>
            </a:pPr>
            <a:r>
              <a:rPr lang="en-GB" altLang="en-US" sz="1800" b="1" noProof="1">
                <a:latin typeface="Arial" panose="020B0604020202020204" pitchFamily="34" charset="0"/>
              </a:rPr>
              <a:t>Requirements management:</a:t>
            </a:r>
            <a:endParaRPr lang="en-GB" altLang="en-US" sz="1800" noProof="1">
              <a:latin typeface="Arial" panose="020B0604020202020204" pitchFamily="34" charset="0"/>
            </a:endParaRPr>
          </a:p>
          <a:p>
            <a:r>
              <a:rPr lang="en-GB" altLang="en-US" sz="1800" noProof="1">
                <a:latin typeface="Arial" panose="020B0604020202020204" pitchFamily="34" charset="0"/>
              </a:rPr>
              <a:t>Changing requirements</a:t>
            </a:r>
            <a:endParaRPr lang="en-GB" altLang="en-US" sz="1800" b="1" noProof="1">
              <a:latin typeface="Arial" panose="020B0604020202020204" pitchFamily="34" charset="0"/>
            </a:endParaRPr>
          </a:p>
        </p:txBody>
      </p:sp>
      <p:sp>
        <p:nvSpPr>
          <p:cNvPr id="18460" name="Slide Number Placeholder 1">
            <a:extLst>
              <a:ext uri="{FF2B5EF4-FFF2-40B4-BE49-F238E27FC236}">
                <a16:creationId xmlns:a16="http://schemas.microsoft.com/office/drawing/2014/main" id="{A933B1BE-ABCA-4E17-51FC-2ABBAFC5796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98628A0F-6A78-468E-8AD5-4AC93868CA8B}" type="slidenum">
              <a:rPr lang="en-AU" altLang="en-US" sz="1400" smtClean="0">
                <a:latin typeface="Times New Roman" panose="02020603050405020304" pitchFamily="18" charset="0"/>
              </a:rPr>
              <a:pPr>
                <a:spcBef>
                  <a:spcPct val="0"/>
                </a:spcBef>
                <a:buSzTx/>
                <a:buFontTx/>
                <a:buNone/>
              </a:pPr>
              <a:t>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Date Placeholder 2">
            <a:extLst>
              <a:ext uri="{FF2B5EF4-FFF2-40B4-BE49-F238E27FC236}">
                <a16:creationId xmlns:a16="http://schemas.microsoft.com/office/drawing/2014/main" id="{9279D28B-165E-B74B-1C0A-C4843AF3A25C}"/>
              </a:ext>
            </a:extLst>
          </p:cNvPr>
          <p:cNvSpPr txBox="1">
            <a:spLocks noGrp="1"/>
          </p:cNvSpPr>
          <p:nvPr/>
        </p:nvSpPr>
        <p:spPr bwMode="auto">
          <a:xfrm>
            <a:off x="539750" y="6548438"/>
            <a:ext cx="3811588"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de-CH" altLang="en-US" sz="1200">
                <a:solidFill>
                  <a:srgbClr val="A7A7A7"/>
                </a:solidFill>
                <a:latin typeface="Helvetica" panose="020B0604020202020204" pitchFamily="34" charset="0"/>
              </a:rPr>
              <a:t>© Oscar Nierstrasz</a:t>
            </a:r>
          </a:p>
        </p:txBody>
      </p:sp>
      <p:sp>
        <p:nvSpPr>
          <p:cNvPr id="191491" name="Rectangle 2">
            <a:extLst>
              <a:ext uri="{FF2B5EF4-FFF2-40B4-BE49-F238E27FC236}">
                <a16:creationId xmlns:a16="http://schemas.microsoft.com/office/drawing/2014/main" id="{6D03DDD1-715C-79EC-3F59-B87798AC7F9E}"/>
              </a:ext>
            </a:extLst>
          </p:cNvPr>
          <p:cNvSpPr>
            <a:spLocks noGrp="1" noChangeArrowheads="1"/>
          </p:cNvSpPr>
          <p:nvPr>
            <p:ph type="title" idx="4294967295"/>
          </p:nvPr>
        </p:nvSpPr>
        <p:spPr/>
        <p:txBody>
          <a:bodyPr/>
          <a:lstStyle/>
          <a:p>
            <a:pPr eaLnBrk="1" hangingPunct="1">
              <a:defRPr/>
            </a:pPr>
            <a:r>
              <a:rPr lang="en-US" sz="3400">
                <a:ea typeface="+mj-ea"/>
                <a:cs typeface="+mj-cs"/>
              </a:rPr>
              <a:t>The Requirements Engineering Process</a:t>
            </a:r>
            <a:endParaRPr lang="en-US">
              <a:ea typeface="+mj-ea"/>
              <a:cs typeface="+mj-cs"/>
            </a:endParaRPr>
          </a:p>
        </p:txBody>
      </p:sp>
      <p:sp>
        <p:nvSpPr>
          <p:cNvPr id="20484" name="Rectangle 4">
            <a:extLst>
              <a:ext uri="{FF2B5EF4-FFF2-40B4-BE49-F238E27FC236}">
                <a16:creationId xmlns:a16="http://schemas.microsoft.com/office/drawing/2014/main" id="{F257E18C-FD8A-C7EA-FF39-8658026CAB31}"/>
              </a:ext>
            </a:extLst>
          </p:cNvPr>
          <p:cNvSpPr>
            <a:spLocks noChangeArrowheads="1"/>
          </p:cNvSpPr>
          <p:nvPr/>
        </p:nvSpPr>
        <p:spPr bwMode="auto">
          <a:xfrm>
            <a:off x="304800" y="6477000"/>
            <a:ext cx="1812925"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GB" altLang="en-US" sz="1200">
                <a:solidFill>
                  <a:srgbClr val="A7A7A7"/>
                </a:solidFill>
                <a:latin typeface="Helvetica" panose="020B0604020202020204" pitchFamily="34" charset="0"/>
              </a:rPr>
              <a:t>© Ian Sommerville 2000</a:t>
            </a:r>
            <a:endParaRPr lang="en-US" altLang="en-US" sz="1200">
              <a:solidFill>
                <a:srgbClr val="A7A7A7"/>
              </a:solidFill>
              <a:latin typeface="Helvetica" panose="020B0604020202020204" pitchFamily="34" charset="0"/>
            </a:endParaRPr>
          </a:p>
        </p:txBody>
      </p:sp>
      <p:pic>
        <p:nvPicPr>
          <p:cNvPr id="20485" name="Picture 6" descr="REP">
            <a:extLst>
              <a:ext uri="{FF2B5EF4-FFF2-40B4-BE49-F238E27FC236}">
                <a16:creationId xmlns:a16="http://schemas.microsoft.com/office/drawing/2014/main" id="{B2F87561-8D89-2372-66B4-837B93E64E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905000"/>
            <a:ext cx="800100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6" name="Slide Number Placeholder 1">
            <a:extLst>
              <a:ext uri="{FF2B5EF4-FFF2-40B4-BE49-F238E27FC236}">
                <a16:creationId xmlns:a16="http://schemas.microsoft.com/office/drawing/2014/main" id="{97A8BFDA-2C86-D08D-96B4-2775A281F55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3AFE949-E982-4629-80C3-CF22C81722FB}" type="slidenum">
              <a:rPr lang="en-AU" altLang="en-US" sz="1400" smtClean="0">
                <a:latin typeface="Times New Roman" panose="02020603050405020304" pitchFamily="18" charset="0"/>
              </a:rPr>
              <a:pPr>
                <a:spcBef>
                  <a:spcPct val="0"/>
                </a:spcBef>
                <a:buSzTx/>
                <a:buFontTx/>
                <a:buNone/>
              </a:pPr>
              <a:t>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a:extLst>
              <a:ext uri="{FF2B5EF4-FFF2-40B4-BE49-F238E27FC236}">
                <a16:creationId xmlns:a16="http://schemas.microsoft.com/office/drawing/2014/main" id="{C3D2DC11-765F-7EB9-15C8-CBA81596C7B3}"/>
              </a:ext>
            </a:extLst>
          </p:cNvPr>
          <p:cNvSpPr>
            <a:spLocks noGrp="1" noChangeArrowheads="1"/>
          </p:cNvSpPr>
          <p:nvPr>
            <p:ph type="title" idx="4294967295"/>
          </p:nvPr>
        </p:nvSpPr>
        <p:spPr/>
        <p:txBody>
          <a:bodyPr/>
          <a:lstStyle/>
          <a:p>
            <a:pPr eaLnBrk="1" hangingPunct="1">
              <a:defRPr/>
            </a:pPr>
            <a:r>
              <a:rPr lang="en-US">
                <a:ea typeface="+mj-ea"/>
                <a:cs typeface="+mj-cs"/>
              </a:rPr>
              <a:t>Requirements Engineering Activities</a:t>
            </a:r>
          </a:p>
        </p:txBody>
      </p:sp>
      <p:graphicFrame>
        <p:nvGraphicFramePr>
          <p:cNvPr id="193539" name="Group 3">
            <a:extLst>
              <a:ext uri="{FF2B5EF4-FFF2-40B4-BE49-F238E27FC236}">
                <a16:creationId xmlns:a16="http://schemas.microsoft.com/office/drawing/2014/main" id="{5479B3E3-F85F-0CF3-645A-D33631FC6BDA}"/>
              </a:ext>
            </a:extLst>
          </p:cNvPr>
          <p:cNvGraphicFramePr>
            <a:graphicFrameLocks noGrp="1"/>
          </p:cNvGraphicFramePr>
          <p:nvPr>
            <p:ph type="tbl" idx="4294967295"/>
          </p:nvPr>
        </p:nvGraphicFramePr>
        <p:xfrm>
          <a:off x="1066800" y="1143000"/>
          <a:ext cx="7543800" cy="4022768"/>
        </p:xfrm>
        <a:graphic>
          <a:graphicData uri="http://schemas.openxmlformats.org/drawingml/2006/table">
            <a:tbl>
              <a:tblPr/>
              <a:tblGrid>
                <a:gridCol w="2587625">
                  <a:extLst>
                    <a:ext uri="{9D8B030D-6E8A-4147-A177-3AD203B41FA5}">
                      <a16:colId xmlns:a16="http://schemas.microsoft.com/office/drawing/2014/main" val="20000"/>
                    </a:ext>
                  </a:extLst>
                </a:gridCol>
                <a:gridCol w="4956175">
                  <a:extLst>
                    <a:ext uri="{9D8B030D-6E8A-4147-A177-3AD203B41FA5}">
                      <a16:colId xmlns:a16="http://schemas.microsoft.com/office/drawing/2014/main" val="20001"/>
                    </a:ext>
                  </a:extLst>
                </a:gridCol>
              </a:tblGrid>
              <a:tr h="1188559">
                <a:tc>
                  <a:txBody>
                    <a:bodyPr/>
                    <a:lstStyle/>
                    <a:p>
                      <a:pPr marL="0" marR="0" lvl="0" indent="0" algn="ctr"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1" i="1" u="none" strike="noStrike" cap="none" normalizeH="0" baseline="0">
                          <a:ln>
                            <a:noFill/>
                          </a:ln>
                          <a:solidFill>
                            <a:schemeClr val="tx1"/>
                          </a:solidFill>
                          <a:effectLst/>
                          <a:latin typeface="Arial Narrow" charset="0"/>
                          <a:ea typeface="ＭＳ Ｐゴシック" charset="0"/>
                        </a:rPr>
                        <a:t>Feasibility study</a:t>
                      </a:r>
                    </a:p>
                  </a:txBody>
                  <a:tcPr marT="45646" marB="45646" anchor="ctr" horzOverflow="overflow">
                    <a:lnL>
                      <a:noFill/>
                    </a:lnL>
                    <a:lnR w="12700" cap="flat" cmpd="sng" algn="ctr">
                      <a:solidFill>
                        <a:srgbClr val="00027F"/>
                      </a:solidFill>
                      <a:prstDash val="solid"/>
                      <a:round/>
                      <a:headEnd type="none" w="med" len="med"/>
                      <a:tailEnd type="none" w="med" len="med"/>
                    </a:lnR>
                    <a:lnT>
                      <a:noFill/>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0" i="0" u="none" strike="noStrike" cap="none" normalizeH="0" baseline="0">
                          <a:ln>
                            <a:noFill/>
                          </a:ln>
                          <a:solidFill>
                            <a:schemeClr val="tx1"/>
                          </a:solidFill>
                          <a:effectLst/>
                          <a:latin typeface="Arial Narrow" charset="0"/>
                          <a:ea typeface="ＭＳ Ｐゴシック" charset="0"/>
                        </a:rPr>
                        <a:t>Determine if the </a:t>
                      </a:r>
                      <a:r>
                        <a:rPr kumimoji="0" lang="en-US" sz="2400" b="0" i="1" u="none" strike="noStrike" cap="none" normalizeH="0" baseline="0">
                          <a:ln>
                            <a:noFill/>
                          </a:ln>
                          <a:solidFill>
                            <a:srgbClr val="7F0101"/>
                          </a:solidFill>
                          <a:effectLst/>
                          <a:latin typeface="Arial Narrow" charset="0"/>
                          <a:ea typeface="ＭＳ Ｐゴシック" charset="0"/>
                        </a:rPr>
                        <a:t>user needs</a:t>
                      </a:r>
                      <a:r>
                        <a:rPr kumimoji="0" lang="en-US" sz="2400" b="0" i="0" u="none" strike="noStrike" cap="none" normalizeH="0" baseline="0">
                          <a:ln>
                            <a:noFill/>
                          </a:ln>
                          <a:solidFill>
                            <a:schemeClr val="tx1"/>
                          </a:solidFill>
                          <a:effectLst/>
                          <a:latin typeface="Arial Narrow" charset="0"/>
                          <a:ea typeface="ＭＳ Ｐゴシック" charset="0"/>
                        </a:rPr>
                        <a:t> can be </a:t>
                      </a:r>
                      <a:r>
                        <a:rPr kumimoji="0" lang="en-US" sz="2400" b="0" i="1" u="none" strike="noStrike" cap="none" normalizeH="0" baseline="0">
                          <a:ln>
                            <a:noFill/>
                          </a:ln>
                          <a:solidFill>
                            <a:srgbClr val="7F0101"/>
                          </a:solidFill>
                          <a:effectLst/>
                          <a:latin typeface="Arial Narrow" charset="0"/>
                          <a:ea typeface="ＭＳ Ｐゴシック" charset="0"/>
                        </a:rPr>
                        <a:t>satisfied</a:t>
                      </a:r>
                      <a:r>
                        <a:rPr kumimoji="0" lang="en-US" sz="2400" b="0" i="0" u="none" strike="noStrike" cap="none" normalizeH="0" baseline="0">
                          <a:ln>
                            <a:noFill/>
                          </a:ln>
                          <a:solidFill>
                            <a:schemeClr val="tx1"/>
                          </a:solidFill>
                          <a:effectLst/>
                          <a:latin typeface="Arial Narrow" charset="0"/>
                          <a:ea typeface="ＭＳ Ｐゴシック" charset="0"/>
                        </a:rPr>
                        <a:t> with the </a:t>
                      </a:r>
                      <a:r>
                        <a:rPr kumimoji="0" lang="en-US" sz="2400" b="0" i="1" u="none" strike="noStrike" cap="none" normalizeH="0" baseline="0">
                          <a:ln>
                            <a:noFill/>
                          </a:ln>
                          <a:solidFill>
                            <a:srgbClr val="7F0101"/>
                          </a:solidFill>
                          <a:effectLst/>
                          <a:latin typeface="Arial Narrow" charset="0"/>
                          <a:ea typeface="ＭＳ Ｐゴシック" charset="0"/>
                        </a:rPr>
                        <a:t>available technology</a:t>
                      </a:r>
                      <a:r>
                        <a:rPr kumimoji="0" lang="en-US" sz="2400" b="0" i="0" u="none" strike="noStrike" cap="none" normalizeH="0" baseline="0">
                          <a:ln>
                            <a:noFill/>
                          </a:ln>
                          <a:solidFill>
                            <a:schemeClr val="tx1"/>
                          </a:solidFill>
                          <a:effectLst/>
                          <a:latin typeface="Arial Narrow" charset="0"/>
                          <a:ea typeface="ＭＳ Ｐゴシック" charset="0"/>
                        </a:rPr>
                        <a:t> and </a:t>
                      </a:r>
                      <a:r>
                        <a:rPr kumimoji="0" lang="en-US" sz="2400" b="0" i="1" u="none" strike="noStrike" cap="none" normalizeH="0" baseline="0">
                          <a:ln>
                            <a:noFill/>
                          </a:ln>
                          <a:solidFill>
                            <a:srgbClr val="7F0101"/>
                          </a:solidFill>
                          <a:effectLst/>
                          <a:latin typeface="Arial Narrow" charset="0"/>
                          <a:ea typeface="ＭＳ Ｐゴシック" charset="0"/>
                        </a:rPr>
                        <a:t>budget</a:t>
                      </a:r>
                      <a:r>
                        <a:rPr kumimoji="0" lang="en-US" sz="2400" b="0" i="0" u="none" strike="noStrike" cap="none" normalizeH="0" baseline="0">
                          <a:ln>
                            <a:noFill/>
                          </a:ln>
                          <a:solidFill>
                            <a:schemeClr val="tx1"/>
                          </a:solidFill>
                          <a:effectLst/>
                          <a:latin typeface="Arial Narrow" charset="0"/>
                          <a:ea typeface="ＭＳ Ｐゴシック" charset="0"/>
                        </a:rPr>
                        <a:t>.</a:t>
                      </a:r>
                    </a:p>
                  </a:txBody>
                  <a:tcPr marT="45646" marB="45646" horzOverflow="overflow">
                    <a:lnL w="12700" cap="flat" cmpd="sng" algn="ctr">
                      <a:solidFill>
                        <a:srgbClr val="00027F"/>
                      </a:solidFill>
                      <a:prstDash val="solid"/>
                      <a:round/>
                      <a:headEnd type="none" w="med" len="med"/>
                      <a:tailEnd type="none" w="med" len="med"/>
                    </a:lnL>
                    <a:lnR>
                      <a:noFill/>
                    </a:lnR>
                    <a:lnT>
                      <a:noFill/>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22804">
                <a:tc>
                  <a:txBody>
                    <a:bodyPr/>
                    <a:lstStyle/>
                    <a:p>
                      <a:pPr marL="0" marR="0" lvl="0" indent="0" algn="ctr"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1" i="1" u="none" strike="noStrike" cap="none" normalizeH="0" baseline="0">
                          <a:ln>
                            <a:noFill/>
                          </a:ln>
                          <a:solidFill>
                            <a:schemeClr val="tx1"/>
                          </a:solidFill>
                          <a:effectLst/>
                          <a:latin typeface="Arial Narrow" charset="0"/>
                          <a:ea typeface="ＭＳ Ｐゴシック" charset="0"/>
                        </a:rPr>
                        <a:t>Requirements elicitation</a:t>
                      </a:r>
                    </a:p>
                  </a:txBody>
                  <a:tcPr marT="45646" marB="45646" anchor="ct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0" i="0" u="none" strike="noStrike" cap="none" normalizeH="0" baseline="0">
                          <a:ln>
                            <a:noFill/>
                          </a:ln>
                          <a:solidFill>
                            <a:schemeClr val="tx1"/>
                          </a:solidFill>
                          <a:effectLst/>
                          <a:latin typeface="Arial Narrow" charset="0"/>
                          <a:ea typeface="ＭＳ Ｐゴシック" charset="0"/>
                        </a:rPr>
                        <a:t>Find out </a:t>
                      </a:r>
                      <a:r>
                        <a:rPr kumimoji="0" lang="en-US" sz="2400" b="0" i="1" u="none" strike="noStrike" cap="none" normalizeH="0" baseline="0">
                          <a:ln>
                            <a:noFill/>
                          </a:ln>
                          <a:solidFill>
                            <a:srgbClr val="7F0101"/>
                          </a:solidFill>
                          <a:effectLst/>
                          <a:latin typeface="Arial Narrow" charset="0"/>
                          <a:ea typeface="ＭＳ Ｐゴシック" charset="0"/>
                        </a:rPr>
                        <a:t>what system stakeholders require</a:t>
                      </a:r>
                      <a:r>
                        <a:rPr kumimoji="0" lang="en-US" sz="2400" b="0" i="0" u="none" strike="noStrike" cap="none" normalizeH="0" baseline="0">
                          <a:ln>
                            <a:noFill/>
                          </a:ln>
                          <a:solidFill>
                            <a:schemeClr val="tx1"/>
                          </a:solidFill>
                          <a:effectLst/>
                          <a:latin typeface="Arial Narrow" charset="0"/>
                          <a:ea typeface="ＭＳ Ｐゴシック" charset="0"/>
                        </a:rPr>
                        <a:t> from the system.</a:t>
                      </a:r>
                    </a:p>
                  </a:txBody>
                  <a:tcPr marT="45646" marB="45646"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2804">
                <a:tc>
                  <a:txBody>
                    <a:bodyPr/>
                    <a:lstStyle/>
                    <a:p>
                      <a:pPr marL="0" marR="0" lvl="0" indent="0" algn="ctr"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1" i="1" u="none" strike="noStrike" cap="none" normalizeH="0" baseline="0">
                          <a:ln>
                            <a:noFill/>
                          </a:ln>
                          <a:solidFill>
                            <a:schemeClr val="tx1"/>
                          </a:solidFill>
                          <a:effectLst/>
                          <a:latin typeface="Arial Narrow" charset="0"/>
                          <a:ea typeface="ＭＳ Ｐゴシック" charset="0"/>
                        </a:rPr>
                        <a:t>Requirements analysis</a:t>
                      </a:r>
                    </a:p>
                  </a:txBody>
                  <a:tcPr marT="45646" marB="45646" anchor="ct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0" i="1" u="none" strike="noStrike" cap="none" normalizeH="0" baseline="0" dirty="0">
                          <a:ln>
                            <a:noFill/>
                          </a:ln>
                          <a:solidFill>
                            <a:srgbClr val="7F0101"/>
                          </a:solidFill>
                          <a:effectLst/>
                          <a:latin typeface="Arial Narrow" charset="0"/>
                          <a:ea typeface="ＭＳ Ｐゴシック" charset="0"/>
                        </a:rPr>
                        <a:t>Clarify/define/document the requirements</a:t>
                      </a:r>
                      <a:r>
                        <a:rPr kumimoji="0" lang="en-US" sz="2400" b="0" i="0" u="none" strike="noStrike" cap="none" normalizeH="0" baseline="0" dirty="0">
                          <a:ln>
                            <a:noFill/>
                          </a:ln>
                          <a:solidFill>
                            <a:schemeClr val="tx1"/>
                          </a:solidFill>
                          <a:effectLst/>
                          <a:latin typeface="Arial Narrow" charset="0"/>
                          <a:ea typeface="ＭＳ Ｐゴシック" charset="0"/>
                        </a:rPr>
                        <a:t> in a form understandable to the customer.</a:t>
                      </a:r>
                    </a:p>
                  </a:txBody>
                  <a:tcPr marT="45646" marB="45646"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w="12700" cap="flat" cmpd="sng" algn="ctr">
                      <a:solidFill>
                        <a:srgbClr val="0002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88559">
                <a:tc>
                  <a:txBody>
                    <a:bodyPr/>
                    <a:lstStyle/>
                    <a:p>
                      <a:pPr marL="0" marR="0" lvl="0" indent="0" algn="ctr"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1" i="1" u="none" strike="noStrike" cap="none" normalizeH="0" baseline="0">
                          <a:ln>
                            <a:noFill/>
                          </a:ln>
                          <a:solidFill>
                            <a:schemeClr val="tx1"/>
                          </a:solidFill>
                          <a:effectLst/>
                          <a:latin typeface="Arial Narrow" charset="0"/>
                          <a:ea typeface="ＭＳ Ｐゴシック" charset="0"/>
                        </a:rPr>
                        <a:t>Requirements specification</a:t>
                      </a:r>
                    </a:p>
                  </a:txBody>
                  <a:tcPr marT="45646" marB="45646" anchor="ctr" horzOverflow="overflow">
                    <a:lnL>
                      <a:noFill/>
                    </a:lnL>
                    <a:lnR w="12700" cap="flat" cmpd="sng" algn="ctr">
                      <a:solidFill>
                        <a:srgbClr val="00027F"/>
                      </a:solidFill>
                      <a:prstDash val="solid"/>
                      <a:round/>
                      <a:headEnd type="none" w="med" len="med"/>
                      <a:tailEnd type="none" w="med" len="med"/>
                    </a:lnR>
                    <a:lnT w="12700" cap="flat" cmpd="sng" algn="ctr">
                      <a:solidFill>
                        <a:srgbClr val="00027F"/>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40000"/>
                        </a:spcBef>
                        <a:spcAft>
                          <a:spcPct val="0"/>
                        </a:spcAft>
                        <a:buClrTx/>
                        <a:buSzPct val="75000"/>
                        <a:buFont typeface="Wingdings" charset="0"/>
                        <a:buNone/>
                        <a:tabLst/>
                      </a:pPr>
                      <a:r>
                        <a:rPr kumimoji="0" lang="en-US" sz="2400" b="0" i="0" u="none" strike="noStrike" cap="none" normalizeH="0" baseline="0" dirty="0">
                          <a:ln>
                            <a:noFill/>
                          </a:ln>
                          <a:solidFill>
                            <a:schemeClr val="tx1"/>
                          </a:solidFill>
                          <a:effectLst/>
                          <a:latin typeface="Arial Narrow" charset="0"/>
                          <a:ea typeface="ＭＳ Ｐゴシック" charset="0"/>
                        </a:rPr>
                        <a:t>Define the requirements in </a:t>
                      </a:r>
                      <a:r>
                        <a:rPr kumimoji="0" lang="en-US" sz="2400" b="0" i="1" u="none" strike="noStrike" cap="none" normalizeH="0" baseline="0" dirty="0">
                          <a:ln>
                            <a:noFill/>
                          </a:ln>
                          <a:solidFill>
                            <a:srgbClr val="7F0101"/>
                          </a:solidFill>
                          <a:effectLst/>
                          <a:latin typeface="Arial Narrow" charset="0"/>
                          <a:ea typeface="ＭＳ Ｐゴシック" charset="0"/>
                        </a:rPr>
                        <a:t>detail</a:t>
                      </a:r>
                      <a:r>
                        <a:rPr kumimoji="0" lang="en-US" sz="2400" b="0" i="0" u="none" strike="noStrike" cap="none" normalizeH="0" baseline="0" dirty="0">
                          <a:ln>
                            <a:noFill/>
                          </a:ln>
                          <a:solidFill>
                            <a:schemeClr val="tx1"/>
                          </a:solidFill>
                          <a:effectLst/>
                          <a:latin typeface="Arial Narrow" charset="0"/>
                          <a:ea typeface="ＭＳ Ｐゴシック" charset="0"/>
                        </a:rPr>
                        <a:t>. (Written as a contract between client and contractor.)</a:t>
                      </a:r>
                    </a:p>
                  </a:txBody>
                  <a:tcPr marT="45646" marB="45646" horzOverflow="overflow">
                    <a:lnL w="12700" cap="flat" cmpd="sng" algn="ctr">
                      <a:solidFill>
                        <a:srgbClr val="00027F"/>
                      </a:solidFill>
                      <a:prstDash val="solid"/>
                      <a:round/>
                      <a:headEnd type="none" w="med" len="med"/>
                      <a:tailEnd type="none" w="med" len="med"/>
                    </a:lnL>
                    <a:lnR>
                      <a:noFill/>
                    </a:lnR>
                    <a:lnT w="12700" cap="flat" cmpd="sng" algn="ctr">
                      <a:solidFill>
                        <a:srgbClr val="00027F"/>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2544" name="AutoShape 30">
            <a:extLst>
              <a:ext uri="{FF2B5EF4-FFF2-40B4-BE49-F238E27FC236}">
                <a16:creationId xmlns:a16="http://schemas.microsoft.com/office/drawing/2014/main" id="{5F87E1DE-8778-B938-BE33-6330E89A5C84}"/>
              </a:ext>
            </a:extLst>
          </p:cNvPr>
          <p:cNvSpPr>
            <a:spLocks noChangeArrowheads="1"/>
          </p:cNvSpPr>
          <p:nvPr/>
        </p:nvSpPr>
        <p:spPr bwMode="auto">
          <a:xfrm>
            <a:off x="2819400" y="5334000"/>
            <a:ext cx="3810000" cy="1219200"/>
          </a:xfrm>
          <a:prstGeom prst="foldedCorner">
            <a:avLst>
              <a:gd name="adj" fmla="val 12500"/>
            </a:avLst>
          </a:prstGeom>
          <a:solidFill>
            <a:schemeClr val="accent1"/>
          </a:solidFill>
          <a:ln w="9525">
            <a:solidFill>
              <a:schemeClr val="tx1"/>
            </a:solidFill>
            <a:round/>
            <a:headEnd/>
            <a:tailEnd/>
          </a:ln>
        </p:spPr>
        <p:txBody>
          <a:bodyPr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2000" i="1">
                <a:solidFill>
                  <a:srgbClr val="7F0101"/>
                </a:solidFill>
                <a:latin typeface="Helvetica" panose="020B0604020202020204" pitchFamily="34" charset="0"/>
              </a:rPr>
              <a:t>“Requirements are for </a:t>
            </a:r>
            <a:r>
              <a:rPr lang="en-US" altLang="en-US" sz="2000" b="1" i="1">
                <a:solidFill>
                  <a:srgbClr val="7F0101"/>
                </a:solidFill>
                <a:latin typeface="Helvetica" panose="020B0604020202020204" pitchFamily="34" charset="0"/>
              </a:rPr>
              <a:t>users</a:t>
            </a:r>
            <a:r>
              <a:rPr lang="en-US" altLang="en-US" sz="2000" i="1">
                <a:solidFill>
                  <a:srgbClr val="7F0101"/>
                </a:solidFill>
                <a:latin typeface="Helvetica" panose="020B0604020202020204" pitchFamily="34" charset="0"/>
              </a:rPr>
              <a:t>; specifications are for analysts and developers.”</a:t>
            </a:r>
            <a:endParaRPr lang="en-US" altLang="en-US" sz="2000">
              <a:latin typeface="Helvetica" panose="020B0604020202020204" pitchFamily="34" charset="0"/>
            </a:endParaRPr>
          </a:p>
        </p:txBody>
      </p:sp>
      <p:sp>
        <p:nvSpPr>
          <p:cNvPr id="22545" name="Slide Number Placeholder 1">
            <a:extLst>
              <a:ext uri="{FF2B5EF4-FFF2-40B4-BE49-F238E27FC236}">
                <a16:creationId xmlns:a16="http://schemas.microsoft.com/office/drawing/2014/main" id="{A25ED7DA-97DA-A15B-DA84-D086F7D0F4E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8B758A97-AEEF-44E0-9921-B7EDF6B24B05}" type="slidenum">
              <a:rPr lang="en-AU" altLang="en-US" sz="1400" smtClean="0">
                <a:latin typeface="Times New Roman" panose="02020603050405020304" pitchFamily="18" charset="0"/>
              </a:rPr>
              <a:pPr>
                <a:spcBef>
                  <a:spcPct val="0"/>
                </a:spcBef>
                <a:buSzTx/>
                <a:buFontTx/>
                <a:buNone/>
              </a:pPr>
              <a:t>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39388ECB-0A2E-3018-50A9-0185447E49F0}"/>
              </a:ext>
            </a:extLst>
          </p:cNvPr>
          <p:cNvSpPr>
            <a:spLocks noGrp="1" noChangeArrowheads="1"/>
          </p:cNvSpPr>
          <p:nvPr>
            <p:ph type="title" idx="4294967295"/>
          </p:nvPr>
        </p:nvSpPr>
        <p:spPr/>
        <p:txBody>
          <a:bodyPr/>
          <a:lstStyle/>
          <a:p>
            <a:pPr eaLnBrk="1" hangingPunct="1">
              <a:defRPr/>
            </a:pPr>
            <a:r>
              <a:rPr lang="en-US">
                <a:ea typeface="+mj-ea"/>
                <a:cs typeface="+mj-cs"/>
              </a:rPr>
              <a:t>Requirements Elicitation</a:t>
            </a:r>
          </a:p>
        </p:txBody>
      </p:sp>
      <p:sp>
        <p:nvSpPr>
          <p:cNvPr id="24579" name="Rectangle 3">
            <a:extLst>
              <a:ext uri="{FF2B5EF4-FFF2-40B4-BE49-F238E27FC236}">
                <a16:creationId xmlns:a16="http://schemas.microsoft.com/office/drawing/2014/main" id="{877093CD-3928-D490-5235-0E9771A8D667}"/>
              </a:ext>
            </a:extLst>
          </p:cNvPr>
          <p:cNvSpPr>
            <a:spLocks noGrp="1" noChangeArrowheads="1"/>
          </p:cNvSpPr>
          <p:nvPr>
            <p:ph type="body" idx="4294967295"/>
          </p:nvPr>
        </p:nvSpPr>
        <p:spPr/>
        <p:txBody>
          <a:bodyPr anchor="ctr"/>
          <a:lstStyle/>
          <a:p>
            <a:pPr marL="342900" indent="-342900" eaLnBrk="1" hangingPunct="1">
              <a:lnSpc>
                <a:spcPct val="90000"/>
              </a:lnSpc>
              <a:buFont typeface="Wingdings" panose="05000000000000000000" pitchFamily="2" charset="2"/>
              <a:buNone/>
            </a:pPr>
            <a:r>
              <a:rPr lang="en-US" altLang="en-US" sz="2400"/>
              <a:t>Sometimes called </a:t>
            </a:r>
            <a:r>
              <a:rPr lang="en-US" altLang="en-US" sz="2400" i="1">
                <a:solidFill>
                  <a:srgbClr val="7F0101"/>
                </a:solidFill>
              </a:rPr>
              <a:t>requirements discovery</a:t>
            </a:r>
            <a:r>
              <a:rPr lang="en-US" altLang="en-US" sz="2400" i="1"/>
              <a:t>.</a:t>
            </a:r>
            <a:endParaRPr lang="en-US" altLang="en-US" sz="2400"/>
          </a:p>
          <a:p>
            <a:pPr marL="342900" indent="-342900" eaLnBrk="1" hangingPunct="1">
              <a:lnSpc>
                <a:spcPct val="90000"/>
              </a:lnSpc>
              <a:buFont typeface="Wingdings" panose="05000000000000000000" pitchFamily="2" charset="2"/>
              <a:buNone/>
            </a:pPr>
            <a:r>
              <a:rPr lang="en-US" altLang="en-US" sz="2400" i="1">
                <a:solidFill>
                  <a:srgbClr val="7E0401"/>
                </a:solidFill>
              </a:rPr>
              <a:t>Expert</a:t>
            </a:r>
            <a:r>
              <a:rPr lang="en-US" altLang="en-US" sz="2400"/>
              <a:t> staff work with customers to determine </a:t>
            </a:r>
          </a:p>
          <a:p>
            <a:pPr marL="342900" indent="-342900" eaLnBrk="1" hangingPunct="1">
              <a:lnSpc>
                <a:spcPct val="90000"/>
              </a:lnSpc>
            </a:pPr>
            <a:r>
              <a:rPr lang="en-US" altLang="en-US" sz="2400"/>
              <a:t>the application </a:t>
            </a:r>
            <a:r>
              <a:rPr lang="en-US" altLang="en-US" sz="2400" i="1">
                <a:solidFill>
                  <a:srgbClr val="7F0101"/>
                </a:solidFill>
              </a:rPr>
              <a:t>domain</a:t>
            </a:r>
            <a:r>
              <a:rPr lang="en-US" altLang="en-US" sz="2400"/>
              <a:t>, </a:t>
            </a:r>
          </a:p>
          <a:p>
            <a:pPr marL="342900" indent="-342900" eaLnBrk="1" hangingPunct="1">
              <a:lnSpc>
                <a:spcPct val="90000"/>
              </a:lnSpc>
            </a:pPr>
            <a:r>
              <a:rPr lang="en-US" altLang="en-US" sz="2400"/>
              <a:t>the </a:t>
            </a:r>
            <a:r>
              <a:rPr lang="en-US" altLang="en-US" sz="2400" i="1">
                <a:solidFill>
                  <a:srgbClr val="7F0101"/>
                </a:solidFill>
              </a:rPr>
              <a:t>services</a:t>
            </a:r>
            <a:r>
              <a:rPr lang="en-US" altLang="en-US" sz="2400"/>
              <a:t> (functionality </a:t>
            </a:r>
            <a:r>
              <a:rPr lang="en-US" altLang="en-US" sz="2400" i="1" u="sng"/>
              <a:t>and</a:t>
            </a:r>
            <a:r>
              <a:rPr lang="en-US" altLang="en-US" sz="2400"/>
              <a:t> quality) that the system must provide, and</a:t>
            </a:r>
          </a:p>
          <a:p>
            <a:pPr marL="342900" indent="-342900" eaLnBrk="1" hangingPunct="1">
              <a:lnSpc>
                <a:spcPct val="90000"/>
              </a:lnSpc>
            </a:pPr>
            <a:r>
              <a:rPr lang="en-US" altLang="en-US" sz="2400"/>
              <a:t>the system’s operational </a:t>
            </a:r>
            <a:r>
              <a:rPr lang="en-US" altLang="en-US" sz="2400" i="1">
                <a:solidFill>
                  <a:srgbClr val="7F0101"/>
                </a:solidFill>
              </a:rPr>
              <a:t>constraints</a:t>
            </a:r>
            <a:r>
              <a:rPr lang="en-US" altLang="en-US" sz="2400"/>
              <a:t>.</a:t>
            </a:r>
          </a:p>
          <a:p>
            <a:pPr marL="342900" indent="-342900" eaLnBrk="1" hangingPunct="1">
              <a:lnSpc>
                <a:spcPct val="90000"/>
              </a:lnSpc>
            </a:pPr>
            <a:endParaRPr lang="en-US" altLang="en-US" sz="2400"/>
          </a:p>
          <a:p>
            <a:pPr marL="342900" indent="-342900" eaLnBrk="1" hangingPunct="1">
              <a:lnSpc>
                <a:spcPct val="90000"/>
              </a:lnSpc>
              <a:buFont typeface="Wingdings" panose="05000000000000000000" pitchFamily="2" charset="2"/>
              <a:buNone/>
            </a:pPr>
            <a:r>
              <a:rPr lang="en-US" altLang="en-US" sz="2400"/>
              <a:t>Involves various </a:t>
            </a:r>
            <a:r>
              <a:rPr lang="en-US" altLang="en-US" sz="2400" i="1">
                <a:solidFill>
                  <a:srgbClr val="7F0101"/>
                </a:solidFill>
              </a:rPr>
              <a:t>stakeholders</a:t>
            </a:r>
            <a:r>
              <a:rPr lang="en-US" altLang="en-US" sz="2400"/>
              <a:t>:</a:t>
            </a:r>
          </a:p>
          <a:p>
            <a:pPr marL="342900" indent="-342900" eaLnBrk="1" hangingPunct="1">
              <a:lnSpc>
                <a:spcPct val="90000"/>
              </a:lnSpc>
            </a:pPr>
            <a:r>
              <a:rPr lang="en-US" altLang="en-US" sz="2400"/>
              <a:t>e.g., end-users, managers, engineers involved in maintenance, domain experts, trade unions, etc.</a:t>
            </a:r>
          </a:p>
        </p:txBody>
      </p:sp>
      <p:sp>
        <p:nvSpPr>
          <p:cNvPr id="24580" name="Slide Number Placeholder 1">
            <a:extLst>
              <a:ext uri="{FF2B5EF4-FFF2-40B4-BE49-F238E27FC236}">
                <a16:creationId xmlns:a16="http://schemas.microsoft.com/office/drawing/2014/main" id="{EA5E9F88-9645-D072-B910-693D88F4C55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212ADF4D-F57E-4F5D-B16A-8EAEC8634F9F}" type="slidenum">
              <a:rPr lang="en-AU" altLang="en-US" sz="1400" smtClean="0">
                <a:latin typeface="Times New Roman" panose="02020603050405020304" pitchFamily="18" charset="0"/>
              </a:rPr>
              <a:pPr>
                <a:spcBef>
                  <a:spcPct val="0"/>
                </a:spcBef>
                <a:buSzTx/>
                <a:buFontTx/>
                <a:buNone/>
              </a:pPr>
              <a:t>10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39388ECB-0A2E-3018-50A9-0185447E49F0}"/>
              </a:ext>
            </a:extLst>
          </p:cNvPr>
          <p:cNvSpPr>
            <a:spLocks noGrp="1" noChangeArrowheads="1"/>
          </p:cNvSpPr>
          <p:nvPr>
            <p:ph type="title" idx="4294967295"/>
          </p:nvPr>
        </p:nvSpPr>
        <p:spPr/>
        <p:txBody>
          <a:bodyPr/>
          <a:lstStyle/>
          <a:p>
            <a:pPr eaLnBrk="1" hangingPunct="1">
              <a:defRPr/>
            </a:pPr>
            <a:r>
              <a:rPr lang="en-AU">
                <a:ea typeface="+mj-ea"/>
                <a:cs typeface="+mj-cs"/>
              </a:rPr>
              <a:t>Elicitation Example: Library System</a:t>
            </a:r>
          </a:p>
        </p:txBody>
      </p:sp>
      <p:sp>
        <p:nvSpPr>
          <p:cNvPr id="24579" name="Rectangle 3">
            <a:extLst>
              <a:ext uri="{FF2B5EF4-FFF2-40B4-BE49-F238E27FC236}">
                <a16:creationId xmlns:a16="http://schemas.microsoft.com/office/drawing/2014/main" id="{877093CD-3928-D490-5235-0E9771A8D667}"/>
              </a:ext>
            </a:extLst>
          </p:cNvPr>
          <p:cNvSpPr>
            <a:spLocks noGrp="1" noChangeArrowheads="1"/>
          </p:cNvSpPr>
          <p:nvPr>
            <p:ph type="body" idx="4294967295"/>
          </p:nvPr>
        </p:nvSpPr>
        <p:spPr>
          <a:xfrm>
            <a:off x="1079500" y="1168400"/>
            <a:ext cx="7543800" cy="889000"/>
          </a:xfrm>
        </p:spPr>
        <p:txBody>
          <a:bodyPr anchor="ctr"/>
          <a:lstStyle/>
          <a:p>
            <a:pPr marL="0" indent="0" eaLnBrk="1" hangingPunct="1">
              <a:lnSpc>
                <a:spcPct val="90000"/>
              </a:lnSpc>
              <a:buNone/>
            </a:pPr>
            <a:r>
              <a:rPr lang="en-AU" altLang="en-AU" sz="1800" b="1" dirty="0"/>
              <a:t>Scenario: </a:t>
            </a:r>
            <a:r>
              <a:rPr lang="en-AU" altLang="en-AU" sz="1800" dirty="0"/>
              <a:t>University wants a new online library catalogue system.</a:t>
            </a:r>
          </a:p>
          <a:p>
            <a:pPr marL="0" indent="0" eaLnBrk="1" hangingPunct="1">
              <a:lnSpc>
                <a:spcPct val="90000"/>
              </a:lnSpc>
              <a:buNone/>
            </a:pPr>
            <a:r>
              <a:rPr lang="en-AU" altLang="en-AU" sz="1800" i="1" dirty="0">
                <a:solidFill>
                  <a:srgbClr val="7F0101"/>
                </a:solidFill>
              </a:rPr>
              <a:t>Elicitor interviews stakeholders to uncover domain, services, and constraints:</a:t>
            </a:r>
          </a:p>
          <a:p>
            <a:pPr marL="0" indent="0">
              <a:buNone/>
            </a:pPr>
            <a:endParaRPr lang="en-AU" sz="1400" dirty="0"/>
          </a:p>
        </p:txBody>
      </p:sp>
      <p:sp>
        <p:nvSpPr>
          <p:cNvPr id="24580" name="Slide Number Placeholder 1">
            <a:extLst>
              <a:ext uri="{FF2B5EF4-FFF2-40B4-BE49-F238E27FC236}">
                <a16:creationId xmlns:a16="http://schemas.microsoft.com/office/drawing/2014/main" id="{EA5E9F88-9645-D072-B910-693D88F4C55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212ADF4D-F57E-4F5D-B16A-8EAEC8634F9F}" type="slidenum">
              <a:rPr lang="en-AU" altLang="en-US" sz="1400" smtClean="0">
                <a:latin typeface="Times New Roman" panose="02020603050405020304" pitchFamily="18" charset="0"/>
              </a:rPr>
              <a:pPr>
                <a:spcBef>
                  <a:spcPct val="0"/>
                </a:spcBef>
                <a:buSzTx/>
                <a:buFontTx/>
                <a:buNone/>
              </a:pPr>
              <a:t>11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graphicFrame>
        <p:nvGraphicFramePr>
          <p:cNvPr id="3" name="Table 2">
            <a:extLst>
              <a:ext uri="{FF2B5EF4-FFF2-40B4-BE49-F238E27FC236}">
                <a16:creationId xmlns:a16="http://schemas.microsoft.com/office/drawing/2014/main" id="{8E155EDE-03A9-45C1-8B34-0DE3CB37F39F}"/>
              </a:ext>
            </a:extLst>
          </p:cNvPr>
          <p:cNvGraphicFramePr>
            <a:graphicFrameLocks noGrp="1"/>
          </p:cNvGraphicFramePr>
          <p:nvPr>
            <p:extLst>
              <p:ext uri="{D42A27DB-BD31-4B8C-83A1-F6EECF244321}">
                <p14:modId xmlns:p14="http://schemas.microsoft.com/office/powerpoint/2010/main" val="4224728393"/>
              </p:ext>
            </p:extLst>
          </p:nvPr>
        </p:nvGraphicFramePr>
        <p:xfrm>
          <a:off x="457200" y="1999136"/>
          <a:ext cx="7874000" cy="4495801"/>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3203699682"/>
                    </a:ext>
                  </a:extLst>
                </a:gridCol>
                <a:gridCol w="1498600">
                  <a:extLst>
                    <a:ext uri="{9D8B030D-6E8A-4147-A177-3AD203B41FA5}">
                      <a16:colId xmlns:a16="http://schemas.microsoft.com/office/drawing/2014/main" val="3939799700"/>
                    </a:ext>
                  </a:extLst>
                </a:gridCol>
                <a:gridCol w="3048000">
                  <a:extLst>
                    <a:ext uri="{9D8B030D-6E8A-4147-A177-3AD203B41FA5}">
                      <a16:colId xmlns:a16="http://schemas.microsoft.com/office/drawing/2014/main" val="3974766826"/>
                    </a:ext>
                  </a:extLst>
                </a:gridCol>
                <a:gridCol w="1574800">
                  <a:extLst>
                    <a:ext uri="{9D8B030D-6E8A-4147-A177-3AD203B41FA5}">
                      <a16:colId xmlns:a16="http://schemas.microsoft.com/office/drawing/2014/main" val="3785465728"/>
                    </a:ext>
                  </a:extLst>
                </a:gridCol>
              </a:tblGrid>
              <a:tr h="546786">
                <a:tc>
                  <a:txBody>
                    <a:bodyPr/>
                    <a:lstStyle/>
                    <a:p>
                      <a:pPr algn="ctr"/>
                      <a:r>
                        <a:rPr lang="en-GB" sz="1800" b="1">
                          <a:solidFill>
                            <a:srgbClr val="FFFFFF"/>
                          </a:solidFill>
                        </a:rPr>
                        <a:t>Stakeholder</a:t>
                      </a:r>
                    </a:p>
                  </a:txBody>
                  <a:tcPr anchor="ctr">
                    <a:solidFill>
                      <a:srgbClr val="7F0101"/>
                    </a:solidFill>
                  </a:tcPr>
                </a:tc>
                <a:tc>
                  <a:txBody>
                    <a:bodyPr/>
                    <a:lstStyle/>
                    <a:p>
                      <a:pPr algn="ctr"/>
                      <a:r>
                        <a:rPr lang="en-GB" sz="1800" b="1">
                          <a:solidFill>
                            <a:srgbClr val="FFFFFF"/>
                          </a:solidFill>
                        </a:rPr>
                        <a:t>Method</a:t>
                      </a:r>
                    </a:p>
                  </a:txBody>
                  <a:tcPr anchor="ctr">
                    <a:solidFill>
                      <a:srgbClr val="7F0101"/>
                    </a:solidFill>
                  </a:tcPr>
                </a:tc>
                <a:tc>
                  <a:txBody>
                    <a:bodyPr/>
                    <a:lstStyle/>
                    <a:p>
                      <a:pPr algn="ctr"/>
                      <a:r>
                        <a:rPr lang="en-GB" sz="1800" b="1">
                          <a:solidFill>
                            <a:srgbClr val="FFFFFF"/>
                          </a:solidFill>
                        </a:rPr>
                        <a:t>Key Requirement</a:t>
                      </a:r>
                    </a:p>
                  </a:txBody>
                  <a:tcPr anchor="ctr">
                    <a:solidFill>
                      <a:srgbClr val="7F0101"/>
                    </a:solidFill>
                  </a:tcPr>
                </a:tc>
                <a:tc>
                  <a:txBody>
                    <a:bodyPr/>
                    <a:lstStyle/>
                    <a:p>
                      <a:pPr algn="ctr"/>
                      <a:r>
                        <a:rPr lang="en-GB" sz="1800" b="1">
                          <a:solidFill>
                            <a:srgbClr val="FFFFFF"/>
                          </a:solidFill>
                        </a:rPr>
                        <a:t>Type</a:t>
                      </a:r>
                    </a:p>
                  </a:txBody>
                  <a:tcPr anchor="ctr">
                    <a:solidFill>
                      <a:srgbClr val="7F0101"/>
                    </a:solidFill>
                  </a:tcPr>
                </a:tc>
                <a:extLst>
                  <a:ext uri="{0D108BD9-81ED-4DB2-BD59-A6C34878D82A}">
                    <a16:rowId xmlns:a16="http://schemas.microsoft.com/office/drawing/2014/main" val="68560908"/>
                  </a:ext>
                </a:extLst>
              </a:tr>
              <a:tr h="789803">
                <a:tc>
                  <a:txBody>
                    <a:bodyPr/>
                    <a:lstStyle/>
                    <a:p>
                      <a:pPr algn="l"/>
                      <a:r>
                        <a:rPr lang="en-GB" sz="1600" b="1">
                          <a:solidFill>
                            <a:srgbClr val="000000"/>
                          </a:solidFill>
                        </a:rPr>
                        <a:t>Student (end-user)</a:t>
                      </a:r>
                    </a:p>
                  </a:txBody>
                  <a:tcPr anchor="ctr">
                    <a:solidFill>
                      <a:srgbClr val="FFFFFF"/>
                    </a:solidFill>
                  </a:tcPr>
                </a:tc>
                <a:tc>
                  <a:txBody>
                    <a:bodyPr/>
                    <a:lstStyle/>
                    <a:p>
                      <a:pPr algn="l"/>
                      <a:r>
                        <a:rPr lang="en-GB" sz="1600">
                          <a:solidFill>
                            <a:srgbClr val="000000"/>
                          </a:solidFill>
                        </a:rPr>
                        <a:t>Interview</a:t>
                      </a:r>
                    </a:p>
                  </a:txBody>
                  <a:tcPr anchor="ctr">
                    <a:solidFill>
                      <a:srgbClr val="FFFFFF"/>
                    </a:solidFill>
                  </a:tcPr>
                </a:tc>
                <a:tc>
                  <a:txBody>
                    <a:bodyPr/>
                    <a:lstStyle/>
                    <a:p>
                      <a:pPr algn="l"/>
                      <a:r>
                        <a:rPr lang="en-GB" sz="1600">
                          <a:solidFill>
                            <a:srgbClr val="000000"/>
                          </a:solidFill>
                        </a:rPr>
                        <a:t>Search books by title, author, or subject</a:t>
                      </a:r>
                    </a:p>
                  </a:txBody>
                  <a:tcPr anchor="ctr">
                    <a:solidFill>
                      <a:srgbClr val="FFFFFF"/>
                    </a:solidFill>
                  </a:tcPr>
                </a:tc>
                <a:tc>
                  <a:txBody>
                    <a:bodyPr/>
                    <a:lstStyle/>
                    <a:p>
                      <a:pPr algn="ctr"/>
                      <a:r>
                        <a:rPr lang="en-GB" sz="1600">
                          <a:solidFill>
                            <a:srgbClr val="000000"/>
                          </a:solidFill>
                        </a:rPr>
                        <a:t>Functional</a:t>
                      </a:r>
                    </a:p>
                  </a:txBody>
                  <a:tcPr anchor="ctr">
                    <a:solidFill>
                      <a:srgbClr val="FFFFFF"/>
                    </a:solidFill>
                  </a:tcPr>
                </a:tc>
                <a:extLst>
                  <a:ext uri="{0D108BD9-81ED-4DB2-BD59-A6C34878D82A}">
                    <a16:rowId xmlns:a16="http://schemas.microsoft.com/office/drawing/2014/main" val="4146150698"/>
                  </a:ext>
                </a:extLst>
              </a:tr>
              <a:tr h="789803">
                <a:tc>
                  <a:txBody>
                    <a:bodyPr/>
                    <a:lstStyle/>
                    <a:p>
                      <a:pPr algn="l"/>
                      <a:r>
                        <a:rPr lang="en-GB" sz="1600" b="1">
                          <a:solidFill>
                            <a:srgbClr val="000000"/>
                          </a:solidFill>
                        </a:rPr>
                        <a:t>Librarian (admin)</a:t>
                      </a:r>
                    </a:p>
                  </a:txBody>
                  <a:tcPr anchor="ctr">
                    <a:solidFill>
                      <a:srgbClr val="FAE8E8"/>
                    </a:solidFill>
                  </a:tcPr>
                </a:tc>
                <a:tc>
                  <a:txBody>
                    <a:bodyPr/>
                    <a:lstStyle/>
                    <a:p>
                      <a:pPr algn="l"/>
                      <a:r>
                        <a:rPr lang="en-GB" sz="1600" dirty="0">
                          <a:solidFill>
                            <a:srgbClr val="000000"/>
                          </a:solidFill>
                        </a:rPr>
                        <a:t>Workshop</a:t>
                      </a:r>
                    </a:p>
                  </a:txBody>
                  <a:tcPr anchor="ctr">
                    <a:solidFill>
                      <a:srgbClr val="FAE8E8"/>
                    </a:solidFill>
                  </a:tcPr>
                </a:tc>
                <a:tc>
                  <a:txBody>
                    <a:bodyPr/>
                    <a:lstStyle/>
                    <a:p>
                      <a:pPr algn="l"/>
                      <a:r>
                        <a:rPr lang="en-GB" sz="1600">
                          <a:solidFill>
                            <a:srgbClr val="000000"/>
                          </a:solidFill>
                        </a:rPr>
                        <a:t>Add, edit, and remove catalogue entries</a:t>
                      </a:r>
                    </a:p>
                  </a:txBody>
                  <a:tcPr anchor="ctr">
                    <a:solidFill>
                      <a:srgbClr val="FAE8E8"/>
                    </a:solidFill>
                  </a:tcPr>
                </a:tc>
                <a:tc>
                  <a:txBody>
                    <a:bodyPr/>
                    <a:lstStyle/>
                    <a:p>
                      <a:pPr algn="ctr"/>
                      <a:r>
                        <a:rPr lang="en-GB" sz="1600">
                          <a:solidFill>
                            <a:srgbClr val="000000"/>
                          </a:solidFill>
                        </a:rPr>
                        <a:t>Functional</a:t>
                      </a:r>
                    </a:p>
                  </a:txBody>
                  <a:tcPr anchor="ctr">
                    <a:solidFill>
                      <a:srgbClr val="FAE8E8"/>
                    </a:solidFill>
                  </a:tcPr>
                </a:tc>
                <a:extLst>
                  <a:ext uri="{0D108BD9-81ED-4DB2-BD59-A6C34878D82A}">
                    <a16:rowId xmlns:a16="http://schemas.microsoft.com/office/drawing/2014/main" val="2879330053"/>
                  </a:ext>
                </a:extLst>
              </a:tr>
              <a:tr h="789803">
                <a:tc>
                  <a:txBody>
                    <a:bodyPr/>
                    <a:lstStyle/>
                    <a:p>
                      <a:pPr algn="l"/>
                      <a:r>
                        <a:rPr lang="en-GB" sz="1600" b="1">
                          <a:solidFill>
                            <a:srgbClr val="000000"/>
                          </a:solidFill>
                        </a:rPr>
                        <a:t>IT Manager</a:t>
                      </a:r>
                    </a:p>
                  </a:txBody>
                  <a:tcPr anchor="ctr">
                    <a:solidFill>
                      <a:srgbClr val="FFFFFF"/>
                    </a:solidFill>
                  </a:tcPr>
                </a:tc>
                <a:tc>
                  <a:txBody>
                    <a:bodyPr/>
                    <a:lstStyle/>
                    <a:p>
                      <a:pPr algn="l"/>
                      <a:r>
                        <a:rPr lang="en-GB" sz="1600">
                          <a:solidFill>
                            <a:srgbClr val="000000"/>
                          </a:solidFill>
                        </a:rPr>
                        <a:t>Questionnaire</a:t>
                      </a:r>
                    </a:p>
                  </a:txBody>
                  <a:tcPr anchor="ctr">
                    <a:solidFill>
                      <a:srgbClr val="FFFFFF"/>
                    </a:solidFill>
                  </a:tcPr>
                </a:tc>
                <a:tc>
                  <a:txBody>
                    <a:bodyPr/>
                    <a:lstStyle/>
                    <a:p>
                      <a:pPr algn="l"/>
                      <a:r>
                        <a:rPr lang="en-GB" sz="1600">
                          <a:solidFill>
                            <a:srgbClr val="000000"/>
                          </a:solidFill>
                        </a:rPr>
                        <a:t>System uptime ≥ 99.5%; response &lt; 2 sec</a:t>
                      </a:r>
                    </a:p>
                  </a:txBody>
                  <a:tcPr anchor="ctr">
                    <a:solidFill>
                      <a:srgbClr val="FFFFFF"/>
                    </a:solidFill>
                  </a:tcPr>
                </a:tc>
                <a:tc>
                  <a:txBody>
                    <a:bodyPr/>
                    <a:lstStyle/>
                    <a:p>
                      <a:pPr algn="ctr"/>
                      <a:r>
                        <a:rPr lang="en-GB" sz="1600">
                          <a:solidFill>
                            <a:srgbClr val="000000"/>
                          </a:solidFill>
                        </a:rPr>
                        <a:t>Non-functional</a:t>
                      </a:r>
                    </a:p>
                  </a:txBody>
                  <a:tcPr anchor="ctr">
                    <a:solidFill>
                      <a:srgbClr val="FFFFFF"/>
                    </a:solidFill>
                  </a:tcPr>
                </a:tc>
                <a:extLst>
                  <a:ext uri="{0D108BD9-81ED-4DB2-BD59-A6C34878D82A}">
                    <a16:rowId xmlns:a16="http://schemas.microsoft.com/office/drawing/2014/main" val="424132595"/>
                  </a:ext>
                </a:extLst>
              </a:tr>
              <a:tr h="789803">
                <a:tc>
                  <a:txBody>
                    <a:bodyPr/>
                    <a:lstStyle/>
                    <a:p>
                      <a:pPr algn="l"/>
                      <a:r>
                        <a:rPr lang="en-GB" sz="1600" b="1">
                          <a:solidFill>
                            <a:srgbClr val="000000"/>
                          </a:solidFill>
                        </a:rPr>
                        <a:t>Accessibility Officer</a:t>
                      </a:r>
                    </a:p>
                  </a:txBody>
                  <a:tcPr anchor="ctr">
                    <a:solidFill>
                      <a:srgbClr val="FAE8E8"/>
                    </a:solidFill>
                  </a:tcPr>
                </a:tc>
                <a:tc>
                  <a:txBody>
                    <a:bodyPr/>
                    <a:lstStyle/>
                    <a:p>
                      <a:pPr algn="l"/>
                      <a:r>
                        <a:rPr lang="en-GB" sz="1600">
                          <a:solidFill>
                            <a:srgbClr val="000000"/>
                          </a:solidFill>
                        </a:rPr>
                        <a:t>Observation</a:t>
                      </a:r>
                    </a:p>
                  </a:txBody>
                  <a:tcPr anchor="ctr">
                    <a:solidFill>
                      <a:srgbClr val="FAE8E8"/>
                    </a:solidFill>
                  </a:tcPr>
                </a:tc>
                <a:tc>
                  <a:txBody>
                    <a:bodyPr/>
                    <a:lstStyle/>
                    <a:p>
                      <a:pPr algn="l"/>
                      <a:r>
                        <a:rPr lang="en-GB" sz="1600">
                          <a:solidFill>
                            <a:srgbClr val="000000"/>
                          </a:solidFill>
                        </a:rPr>
                        <a:t>Screen-reader compatible; WCAG 2.1 AA</a:t>
                      </a:r>
                    </a:p>
                  </a:txBody>
                  <a:tcPr anchor="ctr">
                    <a:solidFill>
                      <a:srgbClr val="FAE8E8"/>
                    </a:solidFill>
                  </a:tcPr>
                </a:tc>
                <a:tc>
                  <a:txBody>
                    <a:bodyPr/>
                    <a:lstStyle/>
                    <a:p>
                      <a:pPr algn="ctr"/>
                      <a:r>
                        <a:rPr lang="en-GB" sz="1600">
                          <a:solidFill>
                            <a:srgbClr val="000000"/>
                          </a:solidFill>
                        </a:rPr>
                        <a:t>Constraint</a:t>
                      </a:r>
                    </a:p>
                  </a:txBody>
                  <a:tcPr anchor="ctr">
                    <a:solidFill>
                      <a:srgbClr val="FAE8E8"/>
                    </a:solidFill>
                  </a:tcPr>
                </a:tc>
                <a:extLst>
                  <a:ext uri="{0D108BD9-81ED-4DB2-BD59-A6C34878D82A}">
                    <a16:rowId xmlns:a16="http://schemas.microsoft.com/office/drawing/2014/main" val="3304722545"/>
                  </a:ext>
                </a:extLst>
              </a:tr>
              <a:tr h="789803">
                <a:tc>
                  <a:txBody>
                    <a:bodyPr/>
                    <a:lstStyle/>
                    <a:p>
                      <a:pPr algn="l"/>
                      <a:r>
                        <a:rPr lang="en-GB" sz="1600" b="1">
                          <a:solidFill>
                            <a:srgbClr val="000000"/>
                          </a:solidFill>
                        </a:rPr>
                        <a:t>University Legal Dept.</a:t>
                      </a:r>
                    </a:p>
                  </a:txBody>
                  <a:tcPr anchor="ctr">
                    <a:solidFill>
                      <a:srgbClr val="FFFFFF"/>
                    </a:solidFill>
                  </a:tcPr>
                </a:tc>
                <a:tc>
                  <a:txBody>
                    <a:bodyPr/>
                    <a:lstStyle/>
                    <a:p>
                      <a:pPr algn="l"/>
                      <a:r>
                        <a:rPr lang="en-GB" sz="1600">
                          <a:solidFill>
                            <a:srgbClr val="000000"/>
                          </a:solidFill>
                        </a:rPr>
                        <a:t>Document review</a:t>
                      </a:r>
                    </a:p>
                  </a:txBody>
                  <a:tcPr anchor="ctr">
                    <a:solidFill>
                      <a:srgbClr val="FFFFFF"/>
                    </a:solidFill>
                  </a:tcPr>
                </a:tc>
                <a:tc>
                  <a:txBody>
                    <a:bodyPr/>
                    <a:lstStyle/>
                    <a:p>
                      <a:pPr algn="l"/>
                      <a:r>
                        <a:rPr lang="en-GB" sz="1600">
                          <a:solidFill>
                            <a:srgbClr val="000000"/>
                          </a:solidFill>
                        </a:rPr>
                        <a:t>Comply with copyright and data privacy law</a:t>
                      </a:r>
                    </a:p>
                  </a:txBody>
                  <a:tcPr anchor="ctr">
                    <a:solidFill>
                      <a:srgbClr val="FFFFFF"/>
                    </a:solidFill>
                  </a:tcPr>
                </a:tc>
                <a:tc>
                  <a:txBody>
                    <a:bodyPr/>
                    <a:lstStyle/>
                    <a:p>
                      <a:pPr algn="ctr"/>
                      <a:r>
                        <a:rPr lang="en-GB" sz="1600" dirty="0">
                          <a:solidFill>
                            <a:srgbClr val="000000"/>
                          </a:solidFill>
                        </a:rPr>
                        <a:t>Constraint</a:t>
                      </a:r>
                    </a:p>
                  </a:txBody>
                  <a:tcPr anchor="ctr">
                    <a:solidFill>
                      <a:srgbClr val="FFFFFF"/>
                    </a:solidFill>
                  </a:tcPr>
                </a:tc>
                <a:extLst>
                  <a:ext uri="{0D108BD9-81ED-4DB2-BD59-A6C34878D82A}">
                    <a16:rowId xmlns:a16="http://schemas.microsoft.com/office/drawing/2014/main" val="324456444"/>
                  </a:ext>
                </a:extLst>
              </a:tr>
            </a:tbl>
          </a:graphicData>
        </a:graphic>
      </p:graphicFrame>
    </p:spTree>
    <p:extLst>
      <p:ext uri="{BB962C8B-B14F-4D97-AF65-F5344CB8AC3E}">
        <p14:creationId xmlns:p14="http://schemas.microsoft.com/office/powerpoint/2010/main" val="971920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1026">
            <a:extLst>
              <a:ext uri="{FF2B5EF4-FFF2-40B4-BE49-F238E27FC236}">
                <a16:creationId xmlns:a16="http://schemas.microsoft.com/office/drawing/2014/main" id="{8EB5F0C0-F256-43C7-1997-A84A7CF601DE}"/>
              </a:ext>
            </a:extLst>
          </p:cNvPr>
          <p:cNvSpPr>
            <a:spLocks noGrp="1" noChangeArrowheads="1"/>
          </p:cNvSpPr>
          <p:nvPr>
            <p:ph type="title"/>
          </p:nvPr>
        </p:nvSpPr>
        <p:spPr/>
        <p:txBody>
          <a:bodyPr/>
          <a:lstStyle/>
          <a:p>
            <a:pPr>
              <a:defRPr/>
            </a:pPr>
            <a:r>
              <a:rPr lang="en-US">
                <a:ea typeface="+mj-ea"/>
                <a:cs typeface="+mj-cs"/>
              </a:rPr>
              <a:t>Requirements Analysis</a:t>
            </a:r>
          </a:p>
        </p:txBody>
      </p:sp>
      <p:sp>
        <p:nvSpPr>
          <p:cNvPr id="26627" name="Rectangle 1027">
            <a:extLst>
              <a:ext uri="{FF2B5EF4-FFF2-40B4-BE49-F238E27FC236}">
                <a16:creationId xmlns:a16="http://schemas.microsoft.com/office/drawing/2014/main" id="{7B2103E4-43AE-603D-6E0B-3A6E4E819DCE}"/>
              </a:ext>
            </a:extLst>
          </p:cNvPr>
          <p:cNvSpPr>
            <a:spLocks noGrp="1" noChangeArrowheads="1"/>
          </p:cNvSpPr>
          <p:nvPr>
            <p:ph type="body" idx="1"/>
          </p:nvPr>
        </p:nvSpPr>
        <p:spPr/>
        <p:txBody>
          <a:bodyPr/>
          <a:lstStyle/>
          <a:p>
            <a:r>
              <a:rPr lang="en-US" altLang="en-US"/>
              <a:t>Requires </a:t>
            </a:r>
            <a:r>
              <a:rPr lang="en-US" altLang="en-US" i="1">
                <a:solidFill>
                  <a:srgbClr val="0C3A80"/>
                </a:solidFill>
              </a:rPr>
              <a:t>collaboration</a:t>
            </a:r>
            <a:r>
              <a:rPr lang="en-US" altLang="en-US">
                <a:solidFill>
                  <a:srgbClr val="0C3A80"/>
                </a:solidFill>
              </a:rPr>
              <a:t> </a:t>
            </a:r>
            <a:r>
              <a:rPr lang="en-US" altLang="en-US"/>
              <a:t>of people with different backgrounds</a:t>
            </a:r>
          </a:p>
          <a:p>
            <a:pPr lvl="1"/>
            <a:r>
              <a:rPr lang="en-US" altLang="en-US" sz="2000"/>
              <a:t>Users with application domain knowledge</a:t>
            </a:r>
          </a:p>
          <a:p>
            <a:pPr lvl="1"/>
            <a:r>
              <a:rPr lang="en-US" altLang="en-US" sz="2000"/>
              <a:t>Developers with implementation domain knowledge</a:t>
            </a:r>
          </a:p>
          <a:p>
            <a:r>
              <a:rPr lang="en-US" altLang="en-US"/>
              <a:t>Bridging the gap between users and developers:</a:t>
            </a:r>
          </a:p>
          <a:p>
            <a:pPr lvl="1"/>
            <a:r>
              <a:rPr lang="en-US" altLang="en-US" sz="2000">
                <a:solidFill>
                  <a:srgbClr val="0C3A80"/>
                </a:solidFill>
              </a:rPr>
              <a:t>Scenarios</a:t>
            </a:r>
            <a:r>
              <a:rPr lang="en-US" altLang="en-US" sz="2000"/>
              <a:t>: Example of the use of the system in terms of a series of </a:t>
            </a:r>
            <a:r>
              <a:rPr lang="en-US" altLang="en-US" sz="2000" i="1"/>
              <a:t>interactions between the user and the system </a:t>
            </a:r>
          </a:p>
          <a:p>
            <a:pPr lvl="1"/>
            <a:r>
              <a:rPr lang="en-US" altLang="en-US" sz="2000">
                <a:solidFill>
                  <a:srgbClr val="0C3A80"/>
                </a:solidFill>
              </a:rPr>
              <a:t>Use cases</a:t>
            </a:r>
            <a:r>
              <a:rPr lang="en-US" altLang="en-US" sz="2000"/>
              <a:t>: Abstraction that describes a class of scenarios</a:t>
            </a:r>
          </a:p>
          <a:p>
            <a:pPr lvl="1"/>
            <a:r>
              <a:rPr lang="en-US" altLang="en-US" sz="2000">
                <a:solidFill>
                  <a:srgbClr val="0C3A80"/>
                </a:solidFill>
              </a:rPr>
              <a:t>User tasks</a:t>
            </a:r>
            <a:r>
              <a:rPr lang="en-US" altLang="en-US" sz="2000"/>
              <a:t>: Generalizations of different kind of use cases</a:t>
            </a:r>
          </a:p>
          <a:p>
            <a:pPr lvl="1"/>
            <a:r>
              <a:rPr lang="en-US" altLang="en-US" sz="2000">
                <a:solidFill>
                  <a:srgbClr val="0C3A80"/>
                </a:solidFill>
              </a:rPr>
              <a:t>Workflows</a:t>
            </a:r>
            <a:r>
              <a:rPr lang="en-US" altLang="en-US" sz="2000"/>
              <a:t>: Interdependencies between various user tasks</a:t>
            </a:r>
          </a:p>
          <a:p>
            <a:pPr lvl="1"/>
            <a:r>
              <a:rPr lang="en-US" altLang="en-US" sz="2000"/>
              <a:t>…</a:t>
            </a:r>
          </a:p>
        </p:txBody>
      </p:sp>
      <p:sp>
        <p:nvSpPr>
          <p:cNvPr id="26628" name="Slide Number Placeholder 1">
            <a:extLst>
              <a:ext uri="{FF2B5EF4-FFF2-40B4-BE49-F238E27FC236}">
                <a16:creationId xmlns:a16="http://schemas.microsoft.com/office/drawing/2014/main" id="{F7E2B9A3-BAF4-8754-CCDA-BB4CAC9ED3E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EDA69AE-240F-4547-9C8D-F06CBABAEF45}" type="slidenum">
              <a:rPr lang="en-AU" altLang="en-US" sz="1400" smtClean="0">
                <a:latin typeface="Times New Roman" panose="02020603050405020304" pitchFamily="18" charset="0"/>
              </a:rPr>
              <a:pPr>
                <a:spcBef>
                  <a:spcPct val="0"/>
                </a:spcBef>
                <a:buSzTx/>
                <a:buFontTx/>
                <a:buNone/>
              </a:pPr>
              <a:t>12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0BFB3E-2ADB-2FC5-849B-8114B1295464}"/>
              </a:ext>
            </a:extLst>
          </p:cNvPr>
          <p:cNvSpPr>
            <a:spLocks noGrp="1"/>
          </p:cNvSpPr>
          <p:nvPr>
            <p:ph type="sldNum" sz="quarter" idx="10"/>
          </p:nvPr>
        </p:nvSpPr>
        <p:spPr/>
        <p:txBody>
          <a:bodyPr/>
          <a:lstStyle/>
          <a:p>
            <a:pPr>
              <a:defRPr/>
            </a:pPr>
            <a:fld id="{FC279CBA-3DE2-4F3E-9DAD-F437429B7910}" type="slidenum">
              <a:rPr lang="en-AU" altLang="en-US" smtClean="0"/>
              <a:pPr>
                <a:defRPr/>
              </a:pPr>
              <a:t>13</a:t>
            </a:fld>
            <a:endParaRPr lang="en-AU" altLang="en-US"/>
          </a:p>
          <a:p>
            <a:pPr>
              <a:defRPr/>
            </a:pPr>
            <a:endParaRPr lang="en-AU" altLang="en-US"/>
          </a:p>
        </p:txBody>
      </p:sp>
      <p:sp>
        <p:nvSpPr>
          <p:cNvPr id="801" name="BG"/>
          <p:cNvSpPr>
            <a:spLocks noGrp="1"/>
          </p:cNvSpPr>
          <p:nvPr/>
        </p:nvSpPr>
        <p:spPr>
          <a:xfrm>
            <a:off x="0" y="0"/>
            <a:ext cx="9144000" cy="6858000"/>
          </a:xfrm>
          <a:prstGeom prst="rect">
            <a:avLst/>
          </a:prstGeom>
          <a:solidFill>
            <a:srgbClr val="F5F7FA"/>
          </a:solidFill>
          <a:ln>
            <a:noFill/>
          </a:ln>
        </p:spPr>
        <p:txBody>
          <a:bodyPr vert="horz" wrap="square" anchor="ctr" anchorCtr="0">
            <a:normAutofit/>
          </a:bodyPr>
          <a:lstStyle/>
          <a:p>
            <a:pPr algn="ctr">
              <a:spcBef>
                <a:spcPts val="0"/>
              </a:spcBef>
              <a:spcAft>
                <a:spcPts val="0"/>
              </a:spcAft>
              <a:buNone/>
            </a:pPr>
            <a:endParaRPr/>
          </a:p>
        </p:txBody>
      </p:sp>
      <p:sp>
        <p:nvSpPr>
          <p:cNvPr id="802" name="TitleBar"/>
          <p:cNvSpPr>
            <a:spLocks noGrp="1"/>
          </p:cNvSpPr>
          <p:nvPr/>
        </p:nvSpPr>
        <p:spPr>
          <a:xfrm>
            <a:off x="0" y="0"/>
            <a:ext cx="9144000" cy="635000"/>
          </a:xfrm>
          <a:prstGeom prst="rect">
            <a:avLst/>
          </a:prstGeom>
          <a:solidFill>
            <a:srgbClr val="000000"/>
          </a:solidFill>
          <a:ln>
            <a:noFill/>
          </a:ln>
        </p:spPr>
        <p:txBody>
          <a:bodyPr vert="horz" wrap="square" anchor="ctr" anchorCtr="0">
            <a:normAutofit/>
          </a:bodyPr>
          <a:lstStyle/>
          <a:p>
            <a:pPr algn="l">
              <a:spcBef>
                <a:spcPts val="0"/>
              </a:spcBef>
              <a:spcAft>
                <a:spcPts val="0"/>
              </a:spcAft>
              <a:buNone/>
            </a:pPr>
            <a:r>
              <a:rPr lang="en-AU" sz="2000" b="1" dirty="0">
                <a:solidFill>
                  <a:srgbClr val="FFFFFF"/>
                </a:solidFill>
              </a:rPr>
              <a:t>Requirements Analysis Phase</a:t>
            </a:r>
          </a:p>
        </p:txBody>
      </p:sp>
      <p:sp>
        <p:nvSpPr>
          <p:cNvPr id="803" name="AccentBar"/>
          <p:cNvSpPr>
            <a:spLocks noGrp="1"/>
          </p:cNvSpPr>
          <p:nvPr/>
        </p:nvSpPr>
        <p:spPr>
          <a:xfrm>
            <a:off x="0" y="635000"/>
            <a:ext cx="9144000" cy="76200"/>
          </a:xfrm>
          <a:prstGeom prst="rect">
            <a:avLst/>
          </a:prstGeom>
          <a:solidFill>
            <a:srgbClr val="00CC99"/>
          </a:solidFill>
          <a:ln>
            <a:noFill/>
          </a:ln>
        </p:spPr>
        <p:txBody>
          <a:bodyPr vert="horz" wrap="square" anchor="ctr" anchorCtr="0">
            <a:normAutofit fontScale="25000" lnSpcReduction="20000"/>
          </a:bodyPr>
          <a:lstStyle/>
          <a:p>
            <a:pPr algn="ctr">
              <a:spcBef>
                <a:spcPts val="0"/>
              </a:spcBef>
              <a:spcAft>
                <a:spcPts val="0"/>
              </a:spcAft>
              <a:buNone/>
            </a:pPr>
            <a:endParaRPr/>
          </a:p>
        </p:txBody>
      </p:sp>
      <p:sp>
        <p:nvSpPr>
          <p:cNvPr id="810" name="StakeholderHdr"/>
          <p:cNvSpPr>
            <a:spLocks noGrp="1"/>
          </p:cNvSpPr>
          <p:nvPr/>
        </p:nvSpPr>
        <p:spPr>
          <a:xfrm>
            <a:off x="254000" y="914400"/>
            <a:ext cx="1841500" cy="406400"/>
          </a:xfrm>
          <a:prstGeom prst="rect">
            <a:avLst/>
          </a:prstGeom>
          <a:solidFill>
            <a:srgbClr val="003D2E"/>
          </a:solidFill>
          <a:ln>
            <a:noFill/>
          </a:ln>
        </p:spPr>
        <p:txBody>
          <a:bodyPr vert="horz" wrap="square" anchor="ctr" anchorCtr="0">
            <a:normAutofit/>
          </a:bodyPr>
          <a:lstStyle/>
          <a:p>
            <a:pPr algn="ctr">
              <a:spcBef>
                <a:spcPts val="0"/>
              </a:spcBef>
              <a:spcAft>
                <a:spcPts val="0"/>
              </a:spcAft>
              <a:buNone/>
            </a:pPr>
            <a:r>
              <a:rPr lang="en-AU" sz="1200" b="1" dirty="0">
                <a:solidFill>
                  <a:srgbClr val="00CC99"/>
                </a:solidFill>
              </a:rPr>
              <a:t>STAKEHOLDERS</a:t>
            </a:r>
          </a:p>
        </p:txBody>
      </p:sp>
      <p:sp>
        <p:nvSpPr>
          <p:cNvPr id="820" name="StakeCard0"/>
          <p:cNvSpPr>
            <a:spLocks noGrp="1"/>
          </p:cNvSpPr>
          <p:nvPr/>
        </p:nvSpPr>
        <p:spPr>
          <a:xfrm>
            <a:off x="254000" y="1397000"/>
            <a:ext cx="1841500" cy="939800"/>
          </a:xfrm>
          <a:prstGeom prst="rect">
            <a:avLst/>
          </a:prstGeom>
          <a:solidFill>
            <a:srgbClr val="1A5C46"/>
          </a:solidFill>
          <a:ln w="9525">
            <a:solidFill>
              <a:srgbClr val="00CC99"/>
            </a:solidFill>
          </a:ln>
        </p:spPr>
        <p:txBody>
          <a:bodyPr vert="horz" wrap="square" anchor="ctr" anchorCtr="0">
            <a:normAutofit/>
          </a:bodyPr>
          <a:lstStyle/>
          <a:p>
            <a:pPr algn="ctr">
              <a:spcBef>
                <a:spcPts val="0"/>
              </a:spcBef>
              <a:spcAft>
                <a:spcPts val="0"/>
              </a:spcAft>
              <a:buNone/>
            </a:pPr>
            <a:r>
              <a:rPr lang="en-AU" sz="1800" dirty="0">
                <a:solidFill>
                  <a:srgbClr val="FFFFFF"/>
                </a:solidFill>
              </a:rPr>
              <a:t>👤</a:t>
            </a:r>
          </a:p>
          <a:p>
            <a:pPr algn="ctr">
              <a:spcBef>
                <a:spcPts val="100"/>
              </a:spcBef>
              <a:spcAft>
                <a:spcPts val="0"/>
              </a:spcAft>
              <a:buNone/>
            </a:pPr>
            <a:r>
              <a:rPr lang="en-AU" sz="1200" b="1" dirty="0">
                <a:solidFill>
                  <a:srgbClr val="FFFFFF"/>
                </a:solidFill>
              </a:rPr>
              <a:t>Clients /
End Users</a:t>
            </a:r>
          </a:p>
        </p:txBody>
      </p:sp>
      <p:sp>
        <p:nvSpPr>
          <p:cNvPr id="821" name="StakeCard1"/>
          <p:cNvSpPr>
            <a:spLocks noGrp="1"/>
          </p:cNvSpPr>
          <p:nvPr/>
        </p:nvSpPr>
        <p:spPr>
          <a:xfrm>
            <a:off x="254000" y="2540000"/>
            <a:ext cx="1841500" cy="939800"/>
          </a:xfrm>
          <a:prstGeom prst="rect">
            <a:avLst/>
          </a:prstGeom>
          <a:solidFill>
            <a:srgbClr val="1A5C46"/>
          </a:solidFill>
          <a:ln w="9525">
            <a:solidFill>
              <a:srgbClr val="00CC99"/>
            </a:solidFill>
          </a:ln>
        </p:spPr>
        <p:txBody>
          <a:bodyPr vert="horz" wrap="square" anchor="ctr" anchorCtr="0">
            <a:normAutofit/>
          </a:bodyPr>
          <a:lstStyle/>
          <a:p>
            <a:pPr algn="ctr">
              <a:spcBef>
                <a:spcPts val="0"/>
              </a:spcBef>
              <a:spcAft>
                <a:spcPts val="0"/>
              </a:spcAft>
              <a:buNone/>
            </a:pPr>
            <a:r>
              <a:rPr lang="en-AU" sz="1800" dirty="0">
                <a:solidFill>
                  <a:srgbClr val="FFFFFF"/>
                </a:solidFill>
              </a:rPr>
              <a:t>📊</a:t>
            </a:r>
          </a:p>
          <a:p>
            <a:pPr algn="ctr">
              <a:spcBef>
                <a:spcPts val="100"/>
              </a:spcBef>
              <a:spcAft>
                <a:spcPts val="0"/>
              </a:spcAft>
              <a:buNone/>
            </a:pPr>
            <a:r>
              <a:rPr lang="en-AU" sz="1200" b="1" dirty="0">
                <a:solidFill>
                  <a:srgbClr val="FFFFFF"/>
                </a:solidFill>
              </a:rPr>
              <a:t>Business
Analysts</a:t>
            </a:r>
          </a:p>
        </p:txBody>
      </p:sp>
      <p:sp>
        <p:nvSpPr>
          <p:cNvPr id="822" name="StakeCard2"/>
          <p:cNvSpPr>
            <a:spLocks noGrp="1"/>
          </p:cNvSpPr>
          <p:nvPr/>
        </p:nvSpPr>
        <p:spPr>
          <a:xfrm>
            <a:off x="254000" y="3683000"/>
            <a:ext cx="1841500" cy="939800"/>
          </a:xfrm>
          <a:prstGeom prst="rect">
            <a:avLst/>
          </a:prstGeom>
          <a:solidFill>
            <a:srgbClr val="1A5C46"/>
          </a:solidFill>
          <a:ln w="9525">
            <a:solidFill>
              <a:srgbClr val="00CC99"/>
            </a:solidFill>
          </a:ln>
        </p:spPr>
        <p:txBody>
          <a:bodyPr vert="horz" wrap="square" anchor="ctr" anchorCtr="0">
            <a:normAutofit/>
          </a:bodyPr>
          <a:lstStyle/>
          <a:p>
            <a:pPr algn="ctr">
              <a:spcBef>
                <a:spcPts val="0"/>
              </a:spcBef>
              <a:spcAft>
                <a:spcPts val="0"/>
              </a:spcAft>
              <a:buNone/>
            </a:pPr>
            <a:r>
              <a:rPr lang="en-AU" sz="1800" dirty="0">
                <a:solidFill>
                  <a:srgbClr val="FFFFFF"/>
                </a:solidFill>
              </a:rPr>
              <a:t>🔬</a:t>
            </a:r>
          </a:p>
          <a:p>
            <a:pPr algn="ctr">
              <a:spcBef>
                <a:spcPts val="100"/>
              </a:spcBef>
              <a:spcAft>
                <a:spcPts val="0"/>
              </a:spcAft>
              <a:buNone/>
            </a:pPr>
            <a:r>
              <a:rPr lang="en-AU" sz="1200" b="1" dirty="0">
                <a:solidFill>
                  <a:srgbClr val="FFFFFF"/>
                </a:solidFill>
              </a:rPr>
              <a:t>Domain
Experts</a:t>
            </a:r>
          </a:p>
        </p:txBody>
      </p:sp>
      <p:sp>
        <p:nvSpPr>
          <p:cNvPr id="823" name="StakeCard3"/>
          <p:cNvSpPr>
            <a:spLocks noGrp="1"/>
          </p:cNvSpPr>
          <p:nvPr/>
        </p:nvSpPr>
        <p:spPr>
          <a:xfrm>
            <a:off x="254000" y="4826000"/>
            <a:ext cx="1841500" cy="939800"/>
          </a:xfrm>
          <a:prstGeom prst="rect">
            <a:avLst/>
          </a:prstGeom>
          <a:solidFill>
            <a:srgbClr val="1A5C46"/>
          </a:solidFill>
          <a:ln w="9525">
            <a:solidFill>
              <a:srgbClr val="00CC99"/>
            </a:solidFill>
          </a:ln>
        </p:spPr>
        <p:txBody>
          <a:bodyPr vert="horz" wrap="square" anchor="ctr" anchorCtr="0">
            <a:normAutofit/>
          </a:bodyPr>
          <a:lstStyle/>
          <a:p>
            <a:pPr algn="ctr">
              <a:spcBef>
                <a:spcPts val="0"/>
              </a:spcBef>
              <a:spcAft>
                <a:spcPts val="0"/>
              </a:spcAft>
              <a:buNone/>
            </a:pPr>
            <a:r>
              <a:rPr lang="en-AU" sz="1800" dirty="0">
                <a:solidFill>
                  <a:srgbClr val="FFFFFF"/>
                </a:solidFill>
              </a:rPr>
              <a:t>📋</a:t>
            </a:r>
          </a:p>
          <a:p>
            <a:pPr algn="ctr">
              <a:spcBef>
                <a:spcPts val="100"/>
              </a:spcBef>
              <a:spcAft>
                <a:spcPts val="0"/>
              </a:spcAft>
              <a:buNone/>
            </a:pPr>
            <a:r>
              <a:rPr lang="en-AU" sz="1200" b="1" dirty="0">
                <a:solidFill>
                  <a:srgbClr val="FFFFFF"/>
                </a:solidFill>
              </a:rPr>
              <a:t>Project
Managers</a:t>
            </a:r>
          </a:p>
        </p:txBody>
      </p:sp>
      <p:sp>
        <p:nvSpPr>
          <p:cNvPr id="840" name="ProcBG"/>
          <p:cNvSpPr>
            <a:spLocks noGrp="1"/>
          </p:cNvSpPr>
          <p:nvPr/>
        </p:nvSpPr>
        <p:spPr>
          <a:xfrm>
            <a:off x="2667000" y="914400"/>
            <a:ext cx="3810000" cy="5080000"/>
          </a:xfrm>
          <a:prstGeom prst="roundRect">
            <a:avLst/>
          </a:prstGeom>
          <a:solidFill>
            <a:srgbClr val="FFFFFF"/>
          </a:solidFill>
          <a:ln w="25400">
            <a:solidFill>
              <a:srgbClr val="00CC99"/>
            </a:solidFill>
          </a:ln>
        </p:spPr>
        <p:txBody>
          <a:bodyPr vert="horz" wrap="square" anchor="ctr" anchorCtr="0">
            <a:normAutofit/>
          </a:bodyPr>
          <a:lstStyle/>
          <a:p>
            <a:pPr algn="ctr">
              <a:spcBef>
                <a:spcPts val="0"/>
              </a:spcBef>
              <a:spcAft>
                <a:spcPts val="0"/>
              </a:spcAft>
              <a:buNone/>
            </a:pPr>
            <a:endParaRPr/>
          </a:p>
        </p:txBody>
      </p:sp>
      <p:sp>
        <p:nvSpPr>
          <p:cNvPr id="841" name="ProcTitle"/>
          <p:cNvSpPr>
            <a:spLocks noGrp="1"/>
          </p:cNvSpPr>
          <p:nvPr/>
        </p:nvSpPr>
        <p:spPr>
          <a:xfrm>
            <a:off x="2794000" y="1016000"/>
            <a:ext cx="3556000" cy="431800"/>
          </a:xfrm>
          <a:prstGeom prst="roundRect">
            <a:avLst/>
          </a:prstGeom>
          <a:solidFill>
            <a:srgbClr val="00CC99"/>
          </a:solidFill>
          <a:ln>
            <a:noFill/>
          </a:ln>
        </p:spPr>
        <p:txBody>
          <a:bodyPr vert="horz" wrap="square" anchor="ctr" anchorCtr="0">
            <a:normAutofit/>
          </a:bodyPr>
          <a:lstStyle/>
          <a:p>
            <a:pPr algn="ctr">
              <a:spcBef>
                <a:spcPts val="0"/>
              </a:spcBef>
              <a:spcAft>
                <a:spcPts val="0"/>
              </a:spcAft>
              <a:buNone/>
            </a:pPr>
            <a:r>
              <a:rPr lang="en-AU" sz="1500" b="1" dirty="0">
                <a:solidFill>
                  <a:srgbClr val="000000"/>
                </a:solidFill>
              </a:rPr>
              <a:t>⚙  Requirements Analysis</a:t>
            </a:r>
          </a:p>
        </p:txBody>
      </p:sp>
      <p:sp>
        <p:nvSpPr>
          <p:cNvPr id="850" name="StepNum0"/>
          <p:cNvSpPr>
            <a:spLocks noGrp="1"/>
          </p:cNvSpPr>
          <p:nvPr/>
        </p:nvSpPr>
        <p:spPr>
          <a:xfrm>
            <a:off x="2844800" y="1676400"/>
            <a:ext cx="355600" cy="355600"/>
          </a:xfrm>
          <a:prstGeom prst="ellipse">
            <a:avLst/>
          </a:prstGeom>
          <a:solidFill>
            <a:srgbClr val="00CC99"/>
          </a:solidFill>
          <a:ln>
            <a:noFill/>
          </a:ln>
        </p:spPr>
        <p:txBody>
          <a:bodyPr vert="horz" wrap="square" anchor="ctr" anchorCtr="0">
            <a:normAutofit fontScale="92500" lnSpcReduction="20000"/>
          </a:bodyPr>
          <a:lstStyle/>
          <a:p>
            <a:pPr algn="ctr">
              <a:spcBef>
                <a:spcPts val="0"/>
              </a:spcBef>
              <a:spcAft>
                <a:spcPts val="0"/>
              </a:spcAft>
              <a:buNone/>
            </a:pPr>
            <a:r>
              <a:rPr lang="en-AU" sz="1400" b="1" dirty="0">
                <a:solidFill>
                  <a:srgbClr val="000000"/>
                </a:solidFill>
              </a:rPr>
              <a:t>1</a:t>
            </a:r>
          </a:p>
        </p:txBody>
      </p:sp>
      <p:sp>
        <p:nvSpPr>
          <p:cNvPr id="851" name="StepLabel0"/>
          <p:cNvSpPr>
            <a:spLocks noGrp="1"/>
          </p:cNvSpPr>
          <p:nvPr/>
        </p:nvSpPr>
        <p:spPr>
          <a:xfrm>
            <a:off x="3276600" y="1574800"/>
            <a:ext cx="3022600" cy="355600"/>
          </a:xfrm>
          <a:prstGeom prst="rect">
            <a:avLst/>
          </a:prstGeom>
          <a:noFill/>
          <a:ln>
            <a:noFill/>
          </a:ln>
        </p:spPr>
        <p:txBody>
          <a:bodyPr vert="horz" wrap="square" anchor="b" anchorCtr="0">
            <a:normAutofit/>
          </a:bodyPr>
          <a:lstStyle/>
          <a:p>
            <a:pPr algn="l">
              <a:spcBef>
                <a:spcPts val="0"/>
              </a:spcBef>
              <a:spcAft>
                <a:spcPts val="0"/>
              </a:spcAft>
              <a:buNone/>
            </a:pPr>
            <a:r>
              <a:rPr lang="en-AU" sz="1400" b="1" dirty="0">
                <a:solidFill>
                  <a:srgbClr val="000000"/>
                </a:solidFill>
              </a:rPr>
              <a:t>Elicitation</a:t>
            </a:r>
          </a:p>
        </p:txBody>
      </p:sp>
      <p:sp>
        <p:nvSpPr>
          <p:cNvPr id="852" name="StepSub0"/>
          <p:cNvSpPr>
            <a:spLocks noGrp="1"/>
          </p:cNvSpPr>
          <p:nvPr/>
        </p:nvSpPr>
        <p:spPr>
          <a:xfrm>
            <a:off x="3276600" y="1930400"/>
            <a:ext cx="3022600" cy="355600"/>
          </a:xfrm>
          <a:prstGeom prst="rect">
            <a:avLst/>
          </a:prstGeom>
          <a:noFill/>
          <a:ln>
            <a:noFill/>
          </a:ln>
        </p:spPr>
        <p:txBody>
          <a:bodyPr vert="horz" wrap="square" anchor="t" anchorCtr="0">
            <a:normAutofit fontScale="92500" lnSpcReduction="20000"/>
          </a:bodyPr>
          <a:lstStyle/>
          <a:p>
            <a:pPr algn="l">
              <a:spcBef>
                <a:spcPts val="0"/>
              </a:spcBef>
              <a:spcAft>
                <a:spcPts val="0"/>
              </a:spcAft>
              <a:buNone/>
            </a:pPr>
            <a:r>
              <a:rPr lang="en-AU" sz="1100" dirty="0">
                <a:solidFill>
                  <a:srgbClr val="444444"/>
                </a:solidFill>
              </a:rPr>
              <a:t>Interviews, workshops,
observation</a:t>
            </a:r>
          </a:p>
        </p:txBody>
      </p:sp>
      <p:sp>
        <p:nvSpPr>
          <p:cNvPr id="853" name="Divider0"/>
          <p:cNvSpPr>
            <a:spLocks noGrp="1"/>
          </p:cNvSpPr>
          <p:nvPr/>
        </p:nvSpPr>
        <p:spPr>
          <a:xfrm>
            <a:off x="2794000" y="2336800"/>
            <a:ext cx="3556000" cy="12700"/>
          </a:xfrm>
          <a:prstGeom prst="rect">
            <a:avLst/>
          </a:prstGeom>
          <a:solidFill>
            <a:srgbClr val="DDDDDD"/>
          </a:solidFill>
          <a:ln>
            <a:noFill/>
          </a:ln>
        </p:spPr>
        <p:txBody>
          <a:bodyPr vert="horz" wrap="square" anchor="ctr" anchorCtr="0">
            <a:normAutofit fontScale="25000" lnSpcReduction="20000"/>
          </a:bodyPr>
          <a:lstStyle/>
          <a:p>
            <a:pPr algn="ctr">
              <a:spcBef>
                <a:spcPts val="0"/>
              </a:spcBef>
              <a:spcAft>
                <a:spcPts val="0"/>
              </a:spcAft>
              <a:buNone/>
            </a:pPr>
            <a:endParaRPr/>
          </a:p>
        </p:txBody>
      </p:sp>
      <p:sp>
        <p:nvSpPr>
          <p:cNvPr id="3" name="StepNum1"/>
          <p:cNvSpPr>
            <a:spLocks noGrp="1"/>
          </p:cNvSpPr>
          <p:nvPr/>
        </p:nvSpPr>
        <p:spPr>
          <a:xfrm>
            <a:off x="2844800" y="2514600"/>
            <a:ext cx="355600" cy="355600"/>
          </a:xfrm>
          <a:prstGeom prst="ellipse">
            <a:avLst/>
          </a:prstGeom>
          <a:solidFill>
            <a:srgbClr val="00CC99"/>
          </a:solidFill>
          <a:ln>
            <a:noFill/>
          </a:ln>
        </p:spPr>
        <p:txBody>
          <a:bodyPr vert="horz" wrap="square" anchor="ctr" anchorCtr="0">
            <a:normAutofit fontScale="92500" lnSpcReduction="20000"/>
          </a:bodyPr>
          <a:lstStyle/>
          <a:p>
            <a:pPr algn="ctr">
              <a:spcBef>
                <a:spcPts val="0"/>
              </a:spcBef>
              <a:spcAft>
                <a:spcPts val="0"/>
              </a:spcAft>
              <a:buNone/>
            </a:pPr>
            <a:r>
              <a:rPr lang="en-AU" sz="1400" b="1" dirty="0">
                <a:solidFill>
                  <a:srgbClr val="000000"/>
                </a:solidFill>
              </a:rPr>
              <a:t>2</a:t>
            </a:r>
          </a:p>
        </p:txBody>
      </p:sp>
      <p:sp>
        <p:nvSpPr>
          <p:cNvPr id="854" name="StepLabel1"/>
          <p:cNvSpPr>
            <a:spLocks noGrp="1"/>
          </p:cNvSpPr>
          <p:nvPr/>
        </p:nvSpPr>
        <p:spPr>
          <a:xfrm>
            <a:off x="3276600" y="2413000"/>
            <a:ext cx="3022600" cy="355600"/>
          </a:xfrm>
          <a:prstGeom prst="rect">
            <a:avLst/>
          </a:prstGeom>
          <a:noFill/>
          <a:ln>
            <a:noFill/>
          </a:ln>
        </p:spPr>
        <p:txBody>
          <a:bodyPr vert="horz" wrap="square" anchor="b" anchorCtr="0">
            <a:normAutofit/>
          </a:bodyPr>
          <a:lstStyle/>
          <a:p>
            <a:pPr algn="l">
              <a:spcBef>
                <a:spcPts val="0"/>
              </a:spcBef>
              <a:spcAft>
                <a:spcPts val="0"/>
              </a:spcAft>
              <a:buNone/>
            </a:pPr>
            <a:r>
              <a:rPr lang="en-AU" sz="1400" b="1" dirty="0">
                <a:solidFill>
                  <a:srgbClr val="000000"/>
                </a:solidFill>
              </a:rPr>
              <a:t>Classification</a:t>
            </a:r>
          </a:p>
        </p:txBody>
      </p:sp>
      <p:sp>
        <p:nvSpPr>
          <p:cNvPr id="855" name="StepSub1"/>
          <p:cNvSpPr>
            <a:spLocks noGrp="1"/>
          </p:cNvSpPr>
          <p:nvPr/>
        </p:nvSpPr>
        <p:spPr>
          <a:xfrm>
            <a:off x="3276600" y="2768600"/>
            <a:ext cx="3022600" cy="355600"/>
          </a:xfrm>
          <a:prstGeom prst="rect">
            <a:avLst/>
          </a:prstGeom>
          <a:noFill/>
          <a:ln>
            <a:noFill/>
          </a:ln>
        </p:spPr>
        <p:txBody>
          <a:bodyPr vert="horz" wrap="square" anchor="t" anchorCtr="0">
            <a:normAutofit fontScale="92500" lnSpcReduction="20000"/>
          </a:bodyPr>
          <a:lstStyle/>
          <a:p>
            <a:pPr algn="l">
              <a:spcBef>
                <a:spcPts val="0"/>
              </a:spcBef>
              <a:spcAft>
                <a:spcPts val="0"/>
              </a:spcAft>
              <a:buNone/>
            </a:pPr>
            <a:r>
              <a:rPr lang="en-AU" sz="1100" dirty="0">
                <a:solidFill>
                  <a:srgbClr val="444444"/>
                </a:solidFill>
              </a:rPr>
              <a:t>Functional vs Non-functional
constraints</a:t>
            </a:r>
          </a:p>
        </p:txBody>
      </p:sp>
      <p:sp>
        <p:nvSpPr>
          <p:cNvPr id="856" name="Divider1"/>
          <p:cNvSpPr>
            <a:spLocks noGrp="1"/>
          </p:cNvSpPr>
          <p:nvPr/>
        </p:nvSpPr>
        <p:spPr>
          <a:xfrm>
            <a:off x="2794000" y="3175000"/>
            <a:ext cx="3556000" cy="12700"/>
          </a:xfrm>
          <a:prstGeom prst="rect">
            <a:avLst/>
          </a:prstGeom>
          <a:solidFill>
            <a:srgbClr val="DDDDDD"/>
          </a:solidFill>
          <a:ln>
            <a:noFill/>
          </a:ln>
        </p:spPr>
        <p:txBody>
          <a:bodyPr vert="horz" wrap="square" anchor="ctr" anchorCtr="0">
            <a:normAutofit fontScale="25000" lnSpcReduction="20000"/>
          </a:bodyPr>
          <a:lstStyle/>
          <a:p>
            <a:pPr algn="ctr">
              <a:spcBef>
                <a:spcPts val="0"/>
              </a:spcBef>
              <a:spcAft>
                <a:spcPts val="0"/>
              </a:spcAft>
              <a:buNone/>
            </a:pPr>
            <a:endParaRPr/>
          </a:p>
        </p:txBody>
      </p:sp>
      <p:sp>
        <p:nvSpPr>
          <p:cNvPr id="4" name="StepNum2"/>
          <p:cNvSpPr>
            <a:spLocks noGrp="1"/>
          </p:cNvSpPr>
          <p:nvPr/>
        </p:nvSpPr>
        <p:spPr>
          <a:xfrm>
            <a:off x="2844800" y="3352800"/>
            <a:ext cx="355600" cy="355600"/>
          </a:xfrm>
          <a:prstGeom prst="ellipse">
            <a:avLst/>
          </a:prstGeom>
          <a:solidFill>
            <a:srgbClr val="00CC99"/>
          </a:solidFill>
          <a:ln>
            <a:noFill/>
          </a:ln>
        </p:spPr>
        <p:txBody>
          <a:bodyPr vert="horz" wrap="square" anchor="ctr" anchorCtr="0">
            <a:normAutofit fontScale="92500" lnSpcReduction="20000"/>
          </a:bodyPr>
          <a:lstStyle/>
          <a:p>
            <a:pPr algn="ctr">
              <a:spcBef>
                <a:spcPts val="0"/>
              </a:spcBef>
              <a:spcAft>
                <a:spcPts val="0"/>
              </a:spcAft>
              <a:buNone/>
            </a:pPr>
            <a:r>
              <a:rPr lang="en-AU" sz="1400" b="1" dirty="0">
                <a:solidFill>
                  <a:srgbClr val="000000"/>
                </a:solidFill>
              </a:rPr>
              <a:t>3</a:t>
            </a:r>
          </a:p>
        </p:txBody>
      </p:sp>
      <p:sp>
        <p:nvSpPr>
          <p:cNvPr id="857" name="StepLabel2"/>
          <p:cNvSpPr>
            <a:spLocks noGrp="1"/>
          </p:cNvSpPr>
          <p:nvPr/>
        </p:nvSpPr>
        <p:spPr>
          <a:xfrm>
            <a:off x="3276600" y="3251200"/>
            <a:ext cx="3022600" cy="355600"/>
          </a:xfrm>
          <a:prstGeom prst="rect">
            <a:avLst/>
          </a:prstGeom>
          <a:noFill/>
          <a:ln>
            <a:noFill/>
          </a:ln>
        </p:spPr>
        <p:txBody>
          <a:bodyPr vert="horz" wrap="square" anchor="b" anchorCtr="0">
            <a:normAutofit/>
          </a:bodyPr>
          <a:lstStyle/>
          <a:p>
            <a:pPr algn="l">
              <a:spcBef>
                <a:spcPts val="0"/>
              </a:spcBef>
              <a:spcAft>
                <a:spcPts val="0"/>
              </a:spcAft>
              <a:buNone/>
            </a:pPr>
            <a:r>
              <a:rPr lang="en-AU" sz="1400" b="1" dirty="0">
                <a:solidFill>
                  <a:srgbClr val="000000"/>
                </a:solidFill>
              </a:rPr>
              <a:t>Conflict Resolution</a:t>
            </a:r>
          </a:p>
        </p:txBody>
      </p:sp>
      <p:sp>
        <p:nvSpPr>
          <p:cNvPr id="858" name="StepSub2"/>
          <p:cNvSpPr>
            <a:spLocks noGrp="1"/>
          </p:cNvSpPr>
          <p:nvPr/>
        </p:nvSpPr>
        <p:spPr>
          <a:xfrm>
            <a:off x="3276600" y="3606800"/>
            <a:ext cx="3022600" cy="355600"/>
          </a:xfrm>
          <a:prstGeom prst="rect">
            <a:avLst/>
          </a:prstGeom>
          <a:noFill/>
          <a:ln>
            <a:noFill/>
          </a:ln>
        </p:spPr>
        <p:txBody>
          <a:bodyPr vert="horz" wrap="square" anchor="t" anchorCtr="0">
            <a:normAutofit fontScale="92500" lnSpcReduction="20000"/>
          </a:bodyPr>
          <a:lstStyle/>
          <a:p>
            <a:pPr algn="l">
              <a:spcBef>
                <a:spcPts val="0"/>
              </a:spcBef>
              <a:spcAft>
                <a:spcPts val="0"/>
              </a:spcAft>
              <a:buNone/>
            </a:pPr>
            <a:r>
              <a:rPr lang="en-AU" sz="1100" dirty="0">
                <a:solidFill>
                  <a:srgbClr val="444444"/>
                </a:solidFill>
              </a:rPr>
              <a:t>Prioritise &amp; negotiate
stakeholder needs</a:t>
            </a:r>
          </a:p>
        </p:txBody>
      </p:sp>
      <p:sp>
        <p:nvSpPr>
          <p:cNvPr id="859" name="Divider2"/>
          <p:cNvSpPr>
            <a:spLocks noGrp="1"/>
          </p:cNvSpPr>
          <p:nvPr/>
        </p:nvSpPr>
        <p:spPr>
          <a:xfrm>
            <a:off x="2794000" y="4013200"/>
            <a:ext cx="3556000" cy="12700"/>
          </a:xfrm>
          <a:prstGeom prst="rect">
            <a:avLst/>
          </a:prstGeom>
          <a:solidFill>
            <a:srgbClr val="DDDDDD"/>
          </a:solidFill>
          <a:ln>
            <a:noFill/>
          </a:ln>
        </p:spPr>
        <p:txBody>
          <a:bodyPr vert="horz" wrap="square" anchor="ctr" anchorCtr="0">
            <a:normAutofit fontScale="25000" lnSpcReduction="20000"/>
          </a:bodyPr>
          <a:lstStyle/>
          <a:p>
            <a:pPr algn="ctr">
              <a:spcBef>
                <a:spcPts val="0"/>
              </a:spcBef>
              <a:spcAft>
                <a:spcPts val="0"/>
              </a:spcAft>
              <a:buNone/>
            </a:pPr>
            <a:endParaRPr/>
          </a:p>
        </p:txBody>
      </p:sp>
      <p:sp>
        <p:nvSpPr>
          <p:cNvPr id="5" name="StepNum3"/>
          <p:cNvSpPr>
            <a:spLocks noGrp="1"/>
          </p:cNvSpPr>
          <p:nvPr/>
        </p:nvSpPr>
        <p:spPr>
          <a:xfrm>
            <a:off x="2844800" y="4191000"/>
            <a:ext cx="355600" cy="355600"/>
          </a:xfrm>
          <a:prstGeom prst="ellipse">
            <a:avLst/>
          </a:prstGeom>
          <a:solidFill>
            <a:srgbClr val="00CC99"/>
          </a:solidFill>
          <a:ln>
            <a:noFill/>
          </a:ln>
        </p:spPr>
        <p:txBody>
          <a:bodyPr vert="horz" wrap="square" anchor="ctr" anchorCtr="0">
            <a:normAutofit fontScale="92500" lnSpcReduction="20000"/>
          </a:bodyPr>
          <a:lstStyle/>
          <a:p>
            <a:pPr algn="ctr">
              <a:spcBef>
                <a:spcPts val="0"/>
              </a:spcBef>
              <a:spcAft>
                <a:spcPts val="0"/>
              </a:spcAft>
              <a:buNone/>
            </a:pPr>
            <a:r>
              <a:rPr lang="en-AU" sz="1400" b="1" dirty="0">
                <a:solidFill>
                  <a:srgbClr val="000000"/>
                </a:solidFill>
              </a:rPr>
              <a:t>4</a:t>
            </a:r>
          </a:p>
        </p:txBody>
      </p:sp>
      <p:sp>
        <p:nvSpPr>
          <p:cNvPr id="860" name="StepLabel3"/>
          <p:cNvSpPr>
            <a:spLocks noGrp="1"/>
          </p:cNvSpPr>
          <p:nvPr/>
        </p:nvSpPr>
        <p:spPr>
          <a:xfrm>
            <a:off x="3276600" y="4089400"/>
            <a:ext cx="3022600" cy="355600"/>
          </a:xfrm>
          <a:prstGeom prst="rect">
            <a:avLst/>
          </a:prstGeom>
          <a:noFill/>
          <a:ln>
            <a:noFill/>
          </a:ln>
        </p:spPr>
        <p:txBody>
          <a:bodyPr vert="horz" wrap="square" anchor="b" anchorCtr="0">
            <a:normAutofit/>
          </a:bodyPr>
          <a:lstStyle/>
          <a:p>
            <a:pPr algn="l">
              <a:spcBef>
                <a:spcPts val="0"/>
              </a:spcBef>
              <a:spcAft>
                <a:spcPts val="0"/>
              </a:spcAft>
              <a:buNone/>
            </a:pPr>
            <a:r>
              <a:rPr lang="en-AU" sz="1400" b="1" dirty="0">
                <a:solidFill>
                  <a:srgbClr val="000000"/>
                </a:solidFill>
              </a:rPr>
              <a:t>Prioritisation</a:t>
            </a:r>
          </a:p>
        </p:txBody>
      </p:sp>
      <p:sp>
        <p:nvSpPr>
          <p:cNvPr id="861" name="StepSub3"/>
          <p:cNvSpPr>
            <a:spLocks noGrp="1"/>
          </p:cNvSpPr>
          <p:nvPr/>
        </p:nvSpPr>
        <p:spPr>
          <a:xfrm>
            <a:off x="3276600" y="4445000"/>
            <a:ext cx="3022600" cy="355600"/>
          </a:xfrm>
          <a:prstGeom prst="rect">
            <a:avLst/>
          </a:prstGeom>
          <a:noFill/>
          <a:ln>
            <a:noFill/>
          </a:ln>
        </p:spPr>
        <p:txBody>
          <a:bodyPr vert="horz" wrap="square" anchor="t" anchorCtr="0">
            <a:normAutofit fontScale="92500" lnSpcReduction="20000"/>
          </a:bodyPr>
          <a:lstStyle/>
          <a:p>
            <a:pPr algn="l">
              <a:spcBef>
                <a:spcPts val="0"/>
              </a:spcBef>
              <a:spcAft>
                <a:spcPts val="0"/>
              </a:spcAft>
              <a:buNone/>
            </a:pPr>
            <a:r>
              <a:rPr lang="en-AU" sz="1100" dirty="0">
                <a:solidFill>
                  <a:srgbClr val="444444"/>
                </a:solidFill>
              </a:rPr>
              <a:t>MoSCoW, value vs effort
ranking</a:t>
            </a:r>
          </a:p>
        </p:txBody>
      </p:sp>
      <p:sp>
        <p:nvSpPr>
          <p:cNvPr id="862" name="Divider3"/>
          <p:cNvSpPr>
            <a:spLocks noGrp="1"/>
          </p:cNvSpPr>
          <p:nvPr/>
        </p:nvSpPr>
        <p:spPr>
          <a:xfrm>
            <a:off x="2794000" y="4851400"/>
            <a:ext cx="3556000" cy="12700"/>
          </a:xfrm>
          <a:prstGeom prst="rect">
            <a:avLst/>
          </a:prstGeom>
          <a:solidFill>
            <a:srgbClr val="DDDDDD"/>
          </a:solidFill>
          <a:ln>
            <a:noFill/>
          </a:ln>
        </p:spPr>
        <p:txBody>
          <a:bodyPr vert="horz" wrap="square" anchor="ctr" anchorCtr="0">
            <a:normAutofit fontScale="25000" lnSpcReduction="20000"/>
          </a:bodyPr>
          <a:lstStyle/>
          <a:p>
            <a:pPr algn="ctr">
              <a:spcBef>
                <a:spcPts val="0"/>
              </a:spcBef>
              <a:spcAft>
                <a:spcPts val="0"/>
              </a:spcAft>
              <a:buNone/>
            </a:pPr>
            <a:endParaRPr/>
          </a:p>
        </p:txBody>
      </p:sp>
      <p:sp>
        <p:nvSpPr>
          <p:cNvPr id="6" name="StepNum4"/>
          <p:cNvSpPr>
            <a:spLocks noGrp="1"/>
          </p:cNvSpPr>
          <p:nvPr/>
        </p:nvSpPr>
        <p:spPr>
          <a:xfrm>
            <a:off x="2844800" y="5029200"/>
            <a:ext cx="355600" cy="355600"/>
          </a:xfrm>
          <a:prstGeom prst="ellipse">
            <a:avLst/>
          </a:prstGeom>
          <a:solidFill>
            <a:srgbClr val="00CC99"/>
          </a:solidFill>
          <a:ln>
            <a:noFill/>
          </a:ln>
        </p:spPr>
        <p:txBody>
          <a:bodyPr vert="horz" wrap="square" anchor="ctr" anchorCtr="0">
            <a:normAutofit fontScale="92500" lnSpcReduction="20000"/>
          </a:bodyPr>
          <a:lstStyle/>
          <a:p>
            <a:pPr algn="ctr">
              <a:spcBef>
                <a:spcPts val="0"/>
              </a:spcBef>
              <a:spcAft>
                <a:spcPts val="0"/>
              </a:spcAft>
              <a:buNone/>
            </a:pPr>
            <a:r>
              <a:rPr lang="en-AU" sz="1400" b="1" dirty="0">
                <a:solidFill>
                  <a:srgbClr val="000000"/>
                </a:solidFill>
              </a:rPr>
              <a:t>5</a:t>
            </a:r>
          </a:p>
        </p:txBody>
      </p:sp>
      <p:sp>
        <p:nvSpPr>
          <p:cNvPr id="863" name="StepLabel4"/>
          <p:cNvSpPr>
            <a:spLocks noGrp="1"/>
          </p:cNvSpPr>
          <p:nvPr/>
        </p:nvSpPr>
        <p:spPr>
          <a:xfrm>
            <a:off x="3276600" y="4927600"/>
            <a:ext cx="3022600" cy="355600"/>
          </a:xfrm>
          <a:prstGeom prst="rect">
            <a:avLst/>
          </a:prstGeom>
          <a:noFill/>
          <a:ln>
            <a:noFill/>
          </a:ln>
        </p:spPr>
        <p:txBody>
          <a:bodyPr vert="horz" wrap="square" anchor="b" anchorCtr="0">
            <a:normAutofit/>
          </a:bodyPr>
          <a:lstStyle/>
          <a:p>
            <a:pPr algn="l">
              <a:spcBef>
                <a:spcPts val="0"/>
              </a:spcBef>
              <a:spcAft>
                <a:spcPts val="0"/>
              </a:spcAft>
              <a:buNone/>
            </a:pPr>
            <a:r>
              <a:rPr lang="en-AU" sz="1400" b="1" dirty="0">
                <a:solidFill>
                  <a:srgbClr val="000000"/>
                </a:solidFill>
              </a:rPr>
              <a:t>Documentation</a:t>
            </a:r>
          </a:p>
        </p:txBody>
      </p:sp>
      <p:sp>
        <p:nvSpPr>
          <p:cNvPr id="864" name="StepSub4"/>
          <p:cNvSpPr>
            <a:spLocks noGrp="1"/>
          </p:cNvSpPr>
          <p:nvPr/>
        </p:nvSpPr>
        <p:spPr>
          <a:xfrm>
            <a:off x="3276600" y="5283200"/>
            <a:ext cx="3022600" cy="355600"/>
          </a:xfrm>
          <a:prstGeom prst="rect">
            <a:avLst/>
          </a:prstGeom>
          <a:noFill/>
          <a:ln>
            <a:noFill/>
          </a:ln>
        </p:spPr>
        <p:txBody>
          <a:bodyPr vert="horz" wrap="square" anchor="t" anchorCtr="0">
            <a:normAutofit fontScale="92500" lnSpcReduction="20000"/>
          </a:bodyPr>
          <a:lstStyle/>
          <a:p>
            <a:pPr algn="l">
              <a:spcBef>
                <a:spcPts val="0"/>
              </a:spcBef>
              <a:spcAft>
                <a:spcPts val="0"/>
              </a:spcAft>
              <a:buNone/>
            </a:pPr>
            <a:r>
              <a:rPr lang="en-AU" sz="1100" dirty="0">
                <a:solidFill>
                  <a:srgbClr val="444444"/>
                </a:solidFill>
              </a:rPr>
              <a:t>SRS, Use Cases,
User Stories</a:t>
            </a:r>
          </a:p>
        </p:txBody>
      </p:sp>
      <p:sp>
        <p:nvSpPr>
          <p:cNvPr id="880" name="OutputHdr"/>
          <p:cNvSpPr>
            <a:spLocks noGrp="1"/>
          </p:cNvSpPr>
          <p:nvPr/>
        </p:nvSpPr>
        <p:spPr>
          <a:xfrm>
            <a:off x="6794500" y="914400"/>
            <a:ext cx="2095500" cy="406400"/>
          </a:xfrm>
          <a:prstGeom prst="rect">
            <a:avLst/>
          </a:prstGeom>
          <a:solidFill>
            <a:srgbClr val="F5F7FA"/>
          </a:solidFill>
          <a:ln>
            <a:noFill/>
          </a:ln>
        </p:spPr>
        <p:txBody>
          <a:bodyPr vert="horz" wrap="square" anchor="ctr" anchorCtr="0">
            <a:normAutofit/>
          </a:bodyPr>
          <a:lstStyle/>
          <a:p>
            <a:pPr algn="ctr">
              <a:spcBef>
                <a:spcPts val="0"/>
              </a:spcBef>
              <a:spcAft>
                <a:spcPts val="0"/>
              </a:spcAft>
              <a:buNone/>
            </a:pPr>
            <a:r>
              <a:rPr lang="en-AU" sz="1200" b="1" dirty="0">
                <a:solidFill>
                  <a:srgbClr val="000000"/>
                </a:solidFill>
              </a:rPr>
              <a:t>OUTPUTS</a:t>
            </a:r>
          </a:p>
        </p:txBody>
      </p:sp>
      <p:sp>
        <p:nvSpPr>
          <p:cNvPr id="890" name="OutCard0"/>
          <p:cNvSpPr>
            <a:spLocks noGrp="1"/>
          </p:cNvSpPr>
          <p:nvPr/>
        </p:nvSpPr>
        <p:spPr>
          <a:xfrm>
            <a:off x="6794500" y="1397000"/>
            <a:ext cx="2095500" cy="939800"/>
          </a:xfrm>
          <a:prstGeom prst="rect">
            <a:avLst/>
          </a:prstGeom>
          <a:solidFill>
            <a:srgbClr val="003D2E"/>
          </a:solidFill>
          <a:ln w="9525">
            <a:solidFill>
              <a:srgbClr val="00CC99"/>
            </a:solidFill>
          </a:ln>
        </p:spPr>
        <p:txBody>
          <a:bodyPr vert="horz" wrap="square" anchor="ctr" anchorCtr="0">
            <a:normAutofit/>
          </a:bodyPr>
          <a:lstStyle/>
          <a:p>
            <a:pPr algn="ctr">
              <a:spcBef>
                <a:spcPts val="0"/>
              </a:spcBef>
              <a:spcAft>
                <a:spcPts val="0"/>
              </a:spcAft>
              <a:buNone/>
            </a:pPr>
            <a:r>
              <a:rPr lang="en-AU" sz="1800" dirty="0">
                <a:solidFill>
                  <a:srgbClr val="FFFFFF"/>
                </a:solidFill>
              </a:rPr>
              <a:t>📄</a:t>
            </a:r>
          </a:p>
          <a:p>
            <a:pPr algn="ctr">
              <a:spcBef>
                <a:spcPts val="100"/>
              </a:spcBef>
              <a:spcAft>
                <a:spcPts val="0"/>
              </a:spcAft>
              <a:buNone/>
            </a:pPr>
            <a:r>
              <a:rPr lang="en-AU" sz="1100" b="1" dirty="0">
                <a:solidFill>
                  <a:srgbClr val="FFFFFF"/>
                </a:solidFill>
              </a:rPr>
              <a:t>Software
Requirements Spec</a:t>
            </a:r>
          </a:p>
        </p:txBody>
      </p:sp>
      <p:sp>
        <p:nvSpPr>
          <p:cNvPr id="891" name="OutCard1"/>
          <p:cNvSpPr>
            <a:spLocks noGrp="1"/>
          </p:cNvSpPr>
          <p:nvPr/>
        </p:nvSpPr>
        <p:spPr>
          <a:xfrm>
            <a:off x="6794500" y="2540000"/>
            <a:ext cx="2095500" cy="939800"/>
          </a:xfrm>
          <a:prstGeom prst="rect">
            <a:avLst/>
          </a:prstGeom>
          <a:solidFill>
            <a:srgbClr val="003D2E"/>
          </a:solidFill>
          <a:ln w="9525">
            <a:solidFill>
              <a:srgbClr val="00CC99"/>
            </a:solidFill>
          </a:ln>
        </p:spPr>
        <p:txBody>
          <a:bodyPr vert="horz" wrap="square" anchor="ctr" anchorCtr="0">
            <a:normAutofit/>
          </a:bodyPr>
          <a:lstStyle/>
          <a:p>
            <a:pPr algn="ctr">
              <a:spcBef>
                <a:spcPts val="0"/>
              </a:spcBef>
              <a:spcAft>
                <a:spcPts val="0"/>
              </a:spcAft>
              <a:buNone/>
            </a:pPr>
            <a:r>
              <a:rPr lang="en-AU" sz="1800" dirty="0">
                <a:solidFill>
                  <a:srgbClr val="FFFFFF"/>
                </a:solidFill>
              </a:rPr>
              <a:t>📝</a:t>
            </a:r>
          </a:p>
          <a:p>
            <a:pPr algn="ctr">
              <a:spcBef>
                <a:spcPts val="100"/>
              </a:spcBef>
              <a:spcAft>
                <a:spcPts val="0"/>
              </a:spcAft>
              <a:buNone/>
            </a:pPr>
            <a:r>
              <a:rPr lang="en-AU" sz="1100" b="1" dirty="0">
                <a:solidFill>
                  <a:srgbClr val="FFFFFF"/>
                </a:solidFill>
              </a:rPr>
              <a:t>Use Cases &amp;
User Stories</a:t>
            </a:r>
          </a:p>
        </p:txBody>
      </p:sp>
      <p:sp>
        <p:nvSpPr>
          <p:cNvPr id="892" name="OutCard2"/>
          <p:cNvSpPr>
            <a:spLocks noGrp="1"/>
          </p:cNvSpPr>
          <p:nvPr/>
        </p:nvSpPr>
        <p:spPr>
          <a:xfrm>
            <a:off x="6794500" y="3683000"/>
            <a:ext cx="2095500" cy="939800"/>
          </a:xfrm>
          <a:prstGeom prst="rect">
            <a:avLst/>
          </a:prstGeom>
          <a:solidFill>
            <a:srgbClr val="003D2E"/>
          </a:solidFill>
          <a:ln w="9525">
            <a:solidFill>
              <a:srgbClr val="00CC99"/>
            </a:solidFill>
          </a:ln>
        </p:spPr>
        <p:txBody>
          <a:bodyPr vert="horz" wrap="square" anchor="ctr" anchorCtr="0">
            <a:normAutofit/>
          </a:bodyPr>
          <a:lstStyle/>
          <a:p>
            <a:pPr algn="ctr">
              <a:spcBef>
                <a:spcPts val="0"/>
              </a:spcBef>
              <a:spcAft>
                <a:spcPts val="0"/>
              </a:spcAft>
              <a:buNone/>
            </a:pPr>
            <a:r>
              <a:rPr lang="en-AU" sz="1800" dirty="0">
                <a:solidFill>
                  <a:srgbClr val="FFFFFF"/>
                </a:solidFill>
              </a:rPr>
              <a:t>⚡</a:t>
            </a:r>
          </a:p>
          <a:p>
            <a:pPr algn="ctr">
              <a:spcBef>
                <a:spcPts val="100"/>
              </a:spcBef>
              <a:spcAft>
                <a:spcPts val="0"/>
              </a:spcAft>
              <a:buNone/>
            </a:pPr>
            <a:r>
              <a:rPr lang="en-AU" sz="1100" b="1" dirty="0">
                <a:solidFill>
                  <a:srgbClr val="FFFFFF"/>
                </a:solidFill>
              </a:rPr>
              <a:t>Non-Functional
Requirements</a:t>
            </a:r>
          </a:p>
        </p:txBody>
      </p:sp>
      <p:sp>
        <p:nvSpPr>
          <p:cNvPr id="893" name="OutCard3"/>
          <p:cNvSpPr>
            <a:spLocks noGrp="1"/>
          </p:cNvSpPr>
          <p:nvPr/>
        </p:nvSpPr>
        <p:spPr>
          <a:xfrm>
            <a:off x="6794500" y="4826000"/>
            <a:ext cx="2095500" cy="939800"/>
          </a:xfrm>
          <a:prstGeom prst="rect">
            <a:avLst/>
          </a:prstGeom>
          <a:solidFill>
            <a:srgbClr val="003D2E"/>
          </a:solidFill>
          <a:ln w="9525">
            <a:solidFill>
              <a:srgbClr val="00CC99"/>
            </a:solidFill>
          </a:ln>
        </p:spPr>
        <p:txBody>
          <a:bodyPr vert="horz" wrap="square" anchor="ctr" anchorCtr="0">
            <a:normAutofit/>
          </a:bodyPr>
          <a:lstStyle/>
          <a:p>
            <a:pPr algn="ctr">
              <a:spcBef>
                <a:spcPts val="0"/>
              </a:spcBef>
              <a:spcAft>
                <a:spcPts val="0"/>
              </a:spcAft>
              <a:buNone/>
            </a:pPr>
            <a:r>
              <a:rPr lang="en-AU" sz="1800" dirty="0">
                <a:solidFill>
                  <a:srgbClr val="FFFFFF"/>
                </a:solidFill>
              </a:rPr>
              <a:t>📌</a:t>
            </a:r>
          </a:p>
          <a:p>
            <a:pPr algn="ctr">
              <a:spcBef>
                <a:spcPts val="100"/>
              </a:spcBef>
              <a:spcAft>
                <a:spcPts val="0"/>
              </a:spcAft>
              <a:buNone/>
            </a:pPr>
            <a:r>
              <a:rPr lang="en-AU" sz="1100" b="1" dirty="0">
                <a:solidFill>
                  <a:srgbClr val="FFFFFF"/>
                </a:solidFill>
              </a:rPr>
              <a:t>Prioritised
Backlog</a:t>
            </a:r>
          </a:p>
        </p:txBody>
      </p:sp>
      <p:cxnSp>
        <p:nvCxnSpPr>
          <p:cNvPr id="900" name="ArrIn0"/>
          <p:cNvCxnSpPr/>
          <p:nvPr/>
        </p:nvCxnSpPr>
        <p:spPr>
          <a:xfrm>
            <a:off x="2095500" y="1866900"/>
            <a:ext cx="571500" cy="1"/>
          </a:xfrm>
          <a:prstGeom prst="line">
            <a:avLst/>
          </a:prstGeom>
          <a:ln w="22860">
            <a:solidFill>
              <a:srgbClr val="00CC99"/>
            </a:solidFill>
            <a:headEnd type="none"/>
            <a:tailEnd type="arrow" w="med" len="med"/>
          </a:ln>
        </p:spPr>
      </p:cxnSp>
      <p:cxnSp>
        <p:nvCxnSpPr>
          <p:cNvPr id="901" name="ArrIn1"/>
          <p:cNvCxnSpPr/>
          <p:nvPr/>
        </p:nvCxnSpPr>
        <p:spPr>
          <a:xfrm>
            <a:off x="2095500" y="3009900"/>
            <a:ext cx="571500" cy="1"/>
          </a:xfrm>
          <a:prstGeom prst="line">
            <a:avLst/>
          </a:prstGeom>
          <a:ln w="22860">
            <a:solidFill>
              <a:srgbClr val="00CC99"/>
            </a:solidFill>
            <a:headEnd type="none"/>
            <a:tailEnd type="arrow" w="med" len="med"/>
          </a:ln>
        </p:spPr>
      </p:cxnSp>
      <p:cxnSp>
        <p:nvCxnSpPr>
          <p:cNvPr id="902" name="ArrIn2"/>
          <p:cNvCxnSpPr/>
          <p:nvPr/>
        </p:nvCxnSpPr>
        <p:spPr>
          <a:xfrm>
            <a:off x="2095500" y="4152900"/>
            <a:ext cx="571500" cy="1"/>
          </a:xfrm>
          <a:prstGeom prst="line">
            <a:avLst/>
          </a:prstGeom>
          <a:ln w="22860">
            <a:solidFill>
              <a:srgbClr val="00CC99"/>
            </a:solidFill>
            <a:headEnd type="none"/>
            <a:tailEnd type="arrow" w="med" len="med"/>
          </a:ln>
        </p:spPr>
      </p:cxnSp>
      <p:cxnSp>
        <p:nvCxnSpPr>
          <p:cNvPr id="903" name="ArrIn3"/>
          <p:cNvCxnSpPr/>
          <p:nvPr/>
        </p:nvCxnSpPr>
        <p:spPr>
          <a:xfrm>
            <a:off x="2095500" y="5295900"/>
            <a:ext cx="571500" cy="1"/>
          </a:xfrm>
          <a:prstGeom prst="line">
            <a:avLst/>
          </a:prstGeom>
          <a:ln w="22860">
            <a:solidFill>
              <a:srgbClr val="00CC99"/>
            </a:solidFill>
            <a:headEnd type="none"/>
            <a:tailEnd type="arrow" w="med" len="med"/>
          </a:ln>
        </p:spPr>
      </p:cxnSp>
      <p:cxnSp>
        <p:nvCxnSpPr>
          <p:cNvPr id="910" name="ArrOut0"/>
          <p:cNvCxnSpPr/>
          <p:nvPr/>
        </p:nvCxnSpPr>
        <p:spPr>
          <a:xfrm>
            <a:off x="6477000" y="1866900"/>
            <a:ext cx="317500" cy="1"/>
          </a:xfrm>
          <a:prstGeom prst="line">
            <a:avLst/>
          </a:prstGeom>
          <a:ln w="22860">
            <a:solidFill>
              <a:srgbClr val="00CC99"/>
            </a:solidFill>
            <a:headEnd type="none"/>
            <a:tailEnd type="arrow" w="med" len="med"/>
          </a:ln>
        </p:spPr>
      </p:cxnSp>
      <p:cxnSp>
        <p:nvCxnSpPr>
          <p:cNvPr id="911" name="ArrOut1"/>
          <p:cNvCxnSpPr/>
          <p:nvPr/>
        </p:nvCxnSpPr>
        <p:spPr>
          <a:xfrm>
            <a:off x="6477000" y="3009900"/>
            <a:ext cx="317500" cy="1"/>
          </a:xfrm>
          <a:prstGeom prst="line">
            <a:avLst/>
          </a:prstGeom>
          <a:ln w="22860">
            <a:solidFill>
              <a:srgbClr val="00CC99"/>
            </a:solidFill>
            <a:headEnd type="none"/>
            <a:tailEnd type="arrow" w="med" len="med"/>
          </a:ln>
        </p:spPr>
      </p:cxnSp>
      <p:cxnSp>
        <p:nvCxnSpPr>
          <p:cNvPr id="912" name="ArrOut2"/>
          <p:cNvCxnSpPr/>
          <p:nvPr/>
        </p:nvCxnSpPr>
        <p:spPr>
          <a:xfrm>
            <a:off x="6477000" y="4152900"/>
            <a:ext cx="317500" cy="1"/>
          </a:xfrm>
          <a:prstGeom prst="line">
            <a:avLst/>
          </a:prstGeom>
          <a:ln w="22860">
            <a:solidFill>
              <a:srgbClr val="00CC99"/>
            </a:solidFill>
            <a:headEnd type="none"/>
            <a:tailEnd type="arrow" w="med" len="med"/>
          </a:ln>
        </p:spPr>
      </p:cxnSp>
      <p:cxnSp>
        <p:nvCxnSpPr>
          <p:cNvPr id="913" name="ArrOut3"/>
          <p:cNvCxnSpPr/>
          <p:nvPr/>
        </p:nvCxnSpPr>
        <p:spPr>
          <a:xfrm>
            <a:off x="6477000" y="5295900"/>
            <a:ext cx="317500" cy="1"/>
          </a:xfrm>
          <a:prstGeom prst="line">
            <a:avLst/>
          </a:prstGeom>
          <a:ln w="22860">
            <a:solidFill>
              <a:srgbClr val="00CC99"/>
            </a:solidFill>
            <a:headEnd type="none"/>
            <a:tailEnd type="arrow" w="med" len="med"/>
          </a:ln>
        </p:spPr>
      </p:cxnSp>
      <p:sp>
        <p:nvSpPr>
          <p:cNvPr id="920" name="Note"/>
          <p:cNvSpPr>
            <a:spLocks noGrp="1"/>
          </p:cNvSpPr>
          <p:nvPr/>
        </p:nvSpPr>
        <p:spPr>
          <a:xfrm>
            <a:off x="254000" y="6223000"/>
            <a:ext cx="8636000" cy="457200"/>
          </a:xfrm>
          <a:prstGeom prst="rect">
            <a:avLst/>
          </a:prstGeom>
          <a:solidFill>
            <a:srgbClr val="E8F7F2"/>
          </a:solidFill>
          <a:ln w="9525">
            <a:solidFill>
              <a:srgbClr val="00CC99"/>
            </a:solidFill>
          </a:ln>
        </p:spPr>
        <p:txBody>
          <a:bodyPr vert="horz" wrap="square" anchor="ctr" anchorCtr="0">
            <a:normAutofit/>
          </a:bodyPr>
          <a:lstStyle/>
          <a:p>
            <a:pPr algn="l">
              <a:spcBef>
                <a:spcPts val="0"/>
              </a:spcBef>
              <a:spcAft>
                <a:spcPts val="0"/>
              </a:spcAft>
              <a:buNone/>
            </a:pPr>
            <a:r>
              <a:rPr lang="en-AU" sz="1200" dirty="0">
                <a:solidFill>
                  <a:srgbClr val="003D2E"/>
                </a:solidFill>
              </a:rPr>
              <a:t>💡  Key insight: Requirements Analysis bridges the gap between what stakeholders WANT and what developers BUILD.</a:t>
            </a:r>
          </a:p>
        </p:txBody>
      </p:sp>
    </p:spTree>
    <p:extLst>
      <p:ext uri="{BB962C8B-B14F-4D97-AF65-F5344CB8AC3E}">
        <p14:creationId xmlns:p14="http://schemas.microsoft.com/office/powerpoint/2010/main" val="2759318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1026">
            <a:extLst>
              <a:ext uri="{FF2B5EF4-FFF2-40B4-BE49-F238E27FC236}">
                <a16:creationId xmlns:a16="http://schemas.microsoft.com/office/drawing/2014/main" id="{AE497C47-F9EF-260E-0C39-EC82E9A8A4EF}"/>
              </a:ext>
            </a:extLst>
          </p:cNvPr>
          <p:cNvSpPr>
            <a:spLocks noGrp="1" noChangeArrowheads="1"/>
          </p:cNvSpPr>
          <p:nvPr>
            <p:ph type="title"/>
          </p:nvPr>
        </p:nvSpPr>
        <p:spPr/>
        <p:txBody>
          <a:bodyPr/>
          <a:lstStyle/>
          <a:p>
            <a:pPr>
              <a:defRPr/>
            </a:pPr>
            <a:endParaRPr lang="en-US">
              <a:ea typeface="+mj-ea"/>
              <a:cs typeface="+mj-cs"/>
            </a:endParaRPr>
          </a:p>
        </p:txBody>
      </p:sp>
      <p:sp>
        <p:nvSpPr>
          <p:cNvPr id="199683" name="Rectangle 1027">
            <a:extLst>
              <a:ext uri="{FF2B5EF4-FFF2-40B4-BE49-F238E27FC236}">
                <a16:creationId xmlns:a16="http://schemas.microsoft.com/office/drawing/2014/main" id="{56983978-9A16-521A-C386-8AF9D5BFA155}"/>
              </a:ext>
            </a:extLst>
          </p:cNvPr>
          <p:cNvSpPr>
            <a:spLocks noGrp="1" noChangeArrowheads="1"/>
          </p:cNvSpPr>
          <p:nvPr>
            <p:ph type="body" idx="1"/>
          </p:nvPr>
        </p:nvSpPr>
        <p:spPr/>
        <p:txBody>
          <a:bodyPr/>
          <a:lstStyle/>
          <a:p>
            <a:pPr>
              <a:buFont typeface="Wingdings" charset="0"/>
              <a:buNone/>
              <a:defRPr/>
            </a:pPr>
            <a:endParaRPr lang="en-US">
              <a:ea typeface="+mn-ea"/>
              <a:cs typeface="+mn-cs"/>
            </a:endParaRPr>
          </a:p>
          <a:p>
            <a:pPr>
              <a:buFont typeface="Wingdings" charset="0"/>
              <a:buNone/>
              <a:defRPr/>
            </a:pPr>
            <a:endParaRPr lang="en-US">
              <a:ea typeface="+mn-ea"/>
              <a:cs typeface="+mn-cs"/>
            </a:endParaRPr>
          </a:p>
          <a:p>
            <a:pPr>
              <a:buFont typeface="Wingdings" charset="0"/>
              <a:buNone/>
              <a:defRPr/>
            </a:pPr>
            <a:r>
              <a:rPr lang="en-US" sz="3200" b="1" i="1">
                <a:ea typeface="+mn-ea"/>
                <a:cs typeface="+mn-cs"/>
              </a:rPr>
              <a:t>	</a:t>
            </a:r>
            <a:r>
              <a:rPr lang="en-US" sz="3400" b="1" i="1">
                <a:solidFill>
                  <a:srgbClr val="0C3A80"/>
                </a:solidFill>
                <a:ea typeface="+mn-ea"/>
                <a:cs typeface="+mn-cs"/>
              </a:rPr>
              <a:t>But what types of requirements do exist?</a:t>
            </a:r>
            <a:endParaRPr lang="en-US" sz="3200" b="1" i="1">
              <a:solidFill>
                <a:srgbClr val="0C3A80"/>
              </a:solidFill>
              <a:ea typeface="+mn-ea"/>
              <a:cs typeface="+mn-cs"/>
            </a:endParaRPr>
          </a:p>
          <a:p>
            <a:pPr>
              <a:buFont typeface="Wingdings" charset="0"/>
              <a:buNone/>
              <a:defRPr/>
            </a:pPr>
            <a:endParaRPr lang="en-US" sz="1400" i="1">
              <a:ea typeface="+mn-ea"/>
              <a:cs typeface="+mn-cs"/>
            </a:endParaRPr>
          </a:p>
          <a:p>
            <a:pPr>
              <a:buFont typeface="Wingdings" charset="0"/>
              <a:buChar char="F"/>
              <a:defRPr/>
            </a:pPr>
            <a:r>
              <a:rPr lang="en-US" i="1">
                <a:ea typeface="+mn-ea"/>
                <a:cs typeface="+mn-cs"/>
              </a:rPr>
              <a:t>Functional vs. non-functional is only one (coarse-grained) way to distinguish requirements.</a:t>
            </a:r>
            <a:endParaRPr lang="en-US" sz="3200" b="1" i="1">
              <a:ea typeface="+mn-ea"/>
              <a:cs typeface="+mn-cs"/>
            </a:endParaRPr>
          </a:p>
        </p:txBody>
      </p:sp>
      <p:sp>
        <p:nvSpPr>
          <p:cNvPr id="28676" name="Slide Number Placeholder 1">
            <a:extLst>
              <a:ext uri="{FF2B5EF4-FFF2-40B4-BE49-F238E27FC236}">
                <a16:creationId xmlns:a16="http://schemas.microsoft.com/office/drawing/2014/main" id="{61A9F911-0B23-96BC-DC1E-1D71A653F1C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ECCF8246-FDC7-474A-BA89-B2A5E8E5F68A}" type="slidenum">
              <a:rPr lang="en-AU" altLang="en-US" sz="1400" smtClean="0">
                <a:latin typeface="Times New Roman" panose="02020603050405020304" pitchFamily="18" charset="0"/>
              </a:rPr>
              <a:pPr>
                <a:spcBef>
                  <a:spcPct val="0"/>
                </a:spcBef>
                <a:buSzTx/>
                <a:buFontTx/>
                <a:buNone/>
              </a:pPr>
              <a:t>14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a:extLst>
              <a:ext uri="{FF2B5EF4-FFF2-40B4-BE49-F238E27FC236}">
                <a16:creationId xmlns:a16="http://schemas.microsoft.com/office/drawing/2014/main" id="{2B3B5FA0-1BC4-7519-3515-91EBF5D39DF1}"/>
              </a:ext>
            </a:extLst>
          </p:cNvPr>
          <p:cNvSpPr txBox="1">
            <a:spLocks noChangeArrowheads="1"/>
          </p:cNvSpPr>
          <p:nvPr/>
        </p:nvSpPr>
        <p:spPr bwMode="auto">
          <a:xfrm>
            <a:off x="665163" y="4833938"/>
            <a:ext cx="527050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9pPr>
          </a:lstStyle>
          <a:p>
            <a:pPr>
              <a:spcBef>
                <a:spcPct val="10000"/>
              </a:spcBef>
            </a:pPr>
            <a:r>
              <a:rPr lang="en-US" altLang="en-US" sz="1800" b="1">
                <a:latin typeface="Arial" panose="020B0604020202020204" pitchFamily="34" charset="0"/>
              </a:rPr>
              <a:t>Functional requirements, each interface:</a:t>
            </a:r>
            <a:r>
              <a:rPr lang="en-US" altLang="en-US" sz="1800">
                <a:latin typeface="Arial" panose="020B0604020202020204" pitchFamily="34" charset="0"/>
              </a:rPr>
              <a:t> </a:t>
            </a:r>
          </a:p>
          <a:p>
            <a:pPr>
              <a:spcBef>
                <a:spcPct val="10000"/>
              </a:spcBef>
            </a:pPr>
            <a:r>
              <a:rPr lang="en-US" altLang="en-US" sz="1800">
                <a:latin typeface="Arial" panose="020B0604020202020204" pitchFamily="34" charset="0"/>
              </a:rPr>
              <a:t>	</a:t>
            </a:r>
            <a:r>
              <a:rPr lang="en-US" altLang="en-US" sz="1800" i="1">
                <a:latin typeface="Arial" panose="020B0604020202020204" pitchFamily="34" charset="0"/>
              </a:rPr>
              <a:t>Record, compute, transform, transmit</a:t>
            </a:r>
          </a:p>
          <a:p>
            <a:pPr>
              <a:spcBef>
                <a:spcPct val="10000"/>
              </a:spcBef>
            </a:pPr>
            <a:r>
              <a:rPr lang="en-US" altLang="en-US" sz="1800">
                <a:latin typeface="Arial" panose="020B0604020202020204" pitchFamily="34" charset="0"/>
              </a:rPr>
              <a:t>	Theory: F(input, state) -&gt; (output, state)</a:t>
            </a:r>
          </a:p>
          <a:p>
            <a:pPr>
              <a:spcBef>
                <a:spcPct val="10000"/>
              </a:spcBef>
            </a:pPr>
            <a:r>
              <a:rPr lang="en-US" altLang="en-US" sz="1800">
                <a:latin typeface="Arial" panose="020B0604020202020204" pitchFamily="34" charset="0"/>
              </a:rPr>
              <a:t>	Function list, pseudo code, activity diagrams</a:t>
            </a:r>
          </a:p>
          <a:p>
            <a:pPr>
              <a:spcBef>
                <a:spcPct val="10000"/>
              </a:spcBef>
            </a:pPr>
            <a:r>
              <a:rPr lang="en-US" altLang="en-US" sz="1800">
                <a:latin typeface="Arial" panose="020B0604020202020204" pitchFamily="34" charset="0"/>
              </a:rPr>
              <a:t>	Screen prototypes, user tasks</a:t>
            </a:r>
          </a:p>
        </p:txBody>
      </p:sp>
      <p:sp>
        <p:nvSpPr>
          <p:cNvPr id="30723" name="Rectangle 3">
            <a:extLst>
              <a:ext uri="{FF2B5EF4-FFF2-40B4-BE49-F238E27FC236}">
                <a16:creationId xmlns:a16="http://schemas.microsoft.com/office/drawing/2014/main" id="{30149C11-B2A3-DD33-7560-C8EC5FB2EE69}"/>
              </a:ext>
            </a:extLst>
          </p:cNvPr>
          <p:cNvSpPr>
            <a:spLocks noChangeArrowheads="1"/>
          </p:cNvSpPr>
          <p:nvPr/>
        </p:nvSpPr>
        <p:spPr bwMode="auto">
          <a:xfrm>
            <a:off x="2190750" y="2274888"/>
            <a:ext cx="1322388" cy="514350"/>
          </a:xfrm>
          <a:prstGeom prst="rect">
            <a:avLst/>
          </a:prstGeom>
          <a:noFill/>
          <a:ln w="57150" cmpd="thinThick">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b="1">
                <a:solidFill>
                  <a:srgbClr val="0C3A80"/>
                </a:solidFill>
                <a:latin typeface="Arial" panose="020B0604020202020204" pitchFamily="34" charset="0"/>
              </a:rPr>
              <a:t>System</a:t>
            </a:r>
            <a:endParaRPr lang="en-US" altLang="en-US" b="1">
              <a:latin typeface="Arial" panose="020B0604020202020204" pitchFamily="34" charset="0"/>
            </a:endParaRPr>
          </a:p>
        </p:txBody>
      </p:sp>
      <p:sp>
        <p:nvSpPr>
          <p:cNvPr id="30724" name="Text Box 4">
            <a:extLst>
              <a:ext uri="{FF2B5EF4-FFF2-40B4-BE49-F238E27FC236}">
                <a16:creationId xmlns:a16="http://schemas.microsoft.com/office/drawing/2014/main" id="{B13784CF-D350-2E7E-8D23-1FE4A5D4FEC5}"/>
              </a:ext>
            </a:extLst>
          </p:cNvPr>
          <p:cNvSpPr txBox="1">
            <a:spLocks noChangeArrowheads="1"/>
          </p:cNvSpPr>
          <p:nvPr/>
        </p:nvSpPr>
        <p:spPr bwMode="auto">
          <a:xfrm>
            <a:off x="4232275" y="1503363"/>
            <a:ext cx="2139950" cy="9255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latin typeface="Arial" panose="020B0604020202020204" pitchFamily="34" charset="0"/>
              </a:rPr>
              <a:t>Platform:</a:t>
            </a:r>
          </a:p>
          <a:p>
            <a:r>
              <a:rPr lang="en-US" altLang="en-US" sz="1800">
                <a:latin typeface="Arial" panose="020B0604020202020204" pitchFamily="34" charset="0"/>
              </a:rPr>
              <a:t>Hardware, O/S</a:t>
            </a:r>
          </a:p>
          <a:p>
            <a:r>
              <a:rPr lang="en-US" altLang="en-US" sz="1800">
                <a:latin typeface="Arial" panose="020B0604020202020204" pitchFamily="34" charset="0"/>
              </a:rPr>
              <a:t>Sensors, Actuators</a:t>
            </a:r>
            <a:endParaRPr lang="en-US" altLang="en-US" sz="1800" b="1">
              <a:latin typeface="Arial" panose="020B0604020202020204" pitchFamily="34" charset="0"/>
            </a:endParaRPr>
          </a:p>
        </p:txBody>
      </p:sp>
      <p:sp>
        <p:nvSpPr>
          <p:cNvPr id="30725" name="Text Box 5">
            <a:extLst>
              <a:ext uri="{FF2B5EF4-FFF2-40B4-BE49-F238E27FC236}">
                <a16:creationId xmlns:a16="http://schemas.microsoft.com/office/drawing/2014/main" id="{8D2230C5-1FC6-E093-DB09-5C9B1AD5C891}"/>
              </a:ext>
            </a:extLst>
          </p:cNvPr>
          <p:cNvSpPr txBox="1">
            <a:spLocks noChangeArrowheads="1"/>
          </p:cNvSpPr>
          <p:nvPr/>
        </p:nvSpPr>
        <p:spPr bwMode="auto">
          <a:xfrm>
            <a:off x="4232275" y="2760663"/>
            <a:ext cx="2139950" cy="9255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latin typeface="Arial" panose="020B0604020202020204" pitchFamily="34" charset="0"/>
              </a:rPr>
              <a:t>Ext. products:</a:t>
            </a:r>
          </a:p>
          <a:p>
            <a:r>
              <a:rPr lang="en-US" altLang="en-US" sz="1800">
                <a:latin typeface="Arial" panose="020B0604020202020204" pitchFamily="34" charset="0"/>
              </a:rPr>
              <a:t>3</a:t>
            </a:r>
            <a:r>
              <a:rPr lang="en-US" altLang="en-US" sz="1800" baseline="30000">
                <a:latin typeface="Arial" panose="020B0604020202020204" pitchFamily="34" charset="0"/>
              </a:rPr>
              <a:t>rd</a:t>
            </a:r>
            <a:r>
              <a:rPr lang="en-US" altLang="en-US" sz="1800">
                <a:latin typeface="Arial" panose="020B0604020202020204" pitchFamily="34" charset="0"/>
              </a:rPr>
              <a:t> Party Software, Database</a:t>
            </a:r>
          </a:p>
        </p:txBody>
      </p:sp>
      <p:sp>
        <p:nvSpPr>
          <p:cNvPr id="30726" name="Text Box 6">
            <a:extLst>
              <a:ext uri="{FF2B5EF4-FFF2-40B4-BE49-F238E27FC236}">
                <a16:creationId xmlns:a16="http://schemas.microsoft.com/office/drawing/2014/main" id="{477E88D0-AA25-B1E8-07AD-B3F9F623A4BE}"/>
              </a:ext>
            </a:extLst>
          </p:cNvPr>
          <p:cNvSpPr txBox="1">
            <a:spLocks noChangeArrowheads="1"/>
          </p:cNvSpPr>
          <p:nvPr/>
        </p:nvSpPr>
        <p:spPr bwMode="auto">
          <a:xfrm>
            <a:off x="762000" y="304800"/>
            <a:ext cx="7467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3600" b="1"/>
              <a:t>Types of Requirements</a:t>
            </a:r>
            <a:endParaRPr lang="en-US" altLang="en-US" sz="3200" b="1">
              <a:latin typeface="Arial" panose="020B0604020202020204" pitchFamily="34" charset="0"/>
            </a:endParaRPr>
          </a:p>
        </p:txBody>
      </p:sp>
      <p:graphicFrame>
        <p:nvGraphicFramePr>
          <p:cNvPr id="30727" name="Object 7">
            <a:extLst>
              <a:ext uri="{FF2B5EF4-FFF2-40B4-BE49-F238E27FC236}">
                <a16:creationId xmlns:a16="http://schemas.microsoft.com/office/drawing/2014/main" id="{46DCDBE2-683B-5ED2-3356-E96BB7E01043}"/>
              </a:ext>
            </a:extLst>
          </p:cNvPr>
          <p:cNvGraphicFramePr>
            <a:graphicFrameLocks noChangeAspect="1"/>
          </p:cNvGraphicFramePr>
          <p:nvPr/>
        </p:nvGraphicFramePr>
        <p:xfrm>
          <a:off x="755650" y="2447925"/>
          <a:ext cx="371475" cy="796925"/>
        </p:xfrm>
        <a:graphic>
          <a:graphicData uri="http://schemas.openxmlformats.org/presentationml/2006/ole">
            <mc:AlternateContent xmlns:mc="http://schemas.openxmlformats.org/markup-compatibility/2006">
              <mc:Choice xmlns:v="urn:schemas-microsoft-com:vml" Requires="v">
                <p:oleObj name="Clip" r:id="rId3" imgW="1854200" imgH="4000500" progId="MS_ClipArt_Gallery.2">
                  <p:embed/>
                </p:oleObj>
              </mc:Choice>
              <mc:Fallback>
                <p:oleObj name="Clip" r:id="rId3" imgW="1854200" imgH="4000500" progId="MS_ClipArt_Gallery.2">
                  <p:embed/>
                  <p:pic>
                    <p:nvPicPr>
                      <p:cNvPr id="30727" name="Object 7">
                        <a:extLst>
                          <a:ext uri="{FF2B5EF4-FFF2-40B4-BE49-F238E27FC236}">
                            <a16:creationId xmlns:a16="http://schemas.microsoft.com/office/drawing/2014/main" id="{46DCDBE2-683B-5ED2-3356-E96BB7E010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2447925"/>
                        <a:ext cx="371475" cy="796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0728" name="Object 8">
            <a:extLst>
              <a:ext uri="{FF2B5EF4-FFF2-40B4-BE49-F238E27FC236}">
                <a16:creationId xmlns:a16="http://schemas.microsoft.com/office/drawing/2014/main" id="{3FC81D75-B6BA-368B-3C40-955AA4E2A816}"/>
              </a:ext>
            </a:extLst>
          </p:cNvPr>
          <p:cNvGraphicFramePr>
            <a:graphicFrameLocks noChangeAspect="1"/>
          </p:cNvGraphicFramePr>
          <p:nvPr/>
        </p:nvGraphicFramePr>
        <p:xfrm>
          <a:off x="601663" y="1392238"/>
          <a:ext cx="628650" cy="882650"/>
        </p:xfrm>
        <a:graphic>
          <a:graphicData uri="http://schemas.openxmlformats.org/presentationml/2006/ole">
            <mc:AlternateContent xmlns:mc="http://schemas.openxmlformats.org/markup-compatibility/2006">
              <mc:Choice xmlns:v="urn:schemas-microsoft-com:vml" Requires="v">
                <p:oleObj name="Clip" r:id="rId3" imgW="2679700" imgH="3759200" progId="MS_ClipArt_Gallery.2">
                  <p:embed/>
                </p:oleObj>
              </mc:Choice>
              <mc:Fallback>
                <p:oleObj name="Clip" r:id="rId3" imgW="2679700" imgH="3759200" progId="MS_ClipArt_Gallery.2">
                  <p:embed/>
                  <p:pic>
                    <p:nvPicPr>
                      <p:cNvPr id="30728" name="Object 8">
                        <a:extLst>
                          <a:ext uri="{FF2B5EF4-FFF2-40B4-BE49-F238E27FC236}">
                            <a16:creationId xmlns:a16="http://schemas.microsoft.com/office/drawing/2014/main" id="{3FC81D75-B6BA-368B-3C40-955AA4E2A8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663" y="1392238"/>
                        <a:ext cx="628650"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0729" name="Text Box 9">
            <a:extLst>
              <a:ext uri="{FF2B5EF4-FFF2-40B4-BE49-F238E27FC236}">
                <a16:creationId xmlns:a16="http://schemas.microsoft.com/office/drawing/2014/main" id="{45292DC0-5FBC-E763-E2D1-0C9E9889D768}"/>
              </a:ext>
            </a:extLst>
          </p:cNvPr>
          <p:cNvSpPr txBox="1">
            <a:spLocks noChangeArrowheads="1"/>
          </p:cNvSpPr>
          <p:nvPr/>
        </p:nvSpPr>
        <p:spPr bwMode="auto">
          <a:xfrm>
            <a:off x="1312863" y="1392238"/>
            <a:ext cx="8794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User </a:t>
            </a:r>
          </a:p>
          <a:p>
            <a:r>
              <a:rPr lang="en-US" altLang="en-US" sz="1800">
                <a:latin typeface="Arial" panose="020B0604020202020204" pitchFamily="34" charset="0"/>
              </a:rPr>
              <a:t>groups</a:t>
            </a:r>
            <a:endParaRPr lang="en-US" altLang="en-US" sz="1800" b="1">
              <a:latin typeface="Arial" panose="020B0604020202020204" pitchFamily="34" charset="0"/>
            </a:endParaRPr>
          </a:p>
        </p:txBody>
      </p:sp>
      <p:sp>
        <p:nvSpPr>
          <p:cNvPr id="30730" name="Text Box 10">
            <a:extLst>
              <a:ext uri="{FF2B5EF4-FFF2-40B4-BE49-F238E27FC236}">
                <a16:creationId xmlns:a16="http://schemas.microsoft.com/office/drawing/2014/main" id="{D115BC0E-015E-FA72-10CC-64487635F268}"/>
              </a:ext>
            </a:extLst>
          </p:cNvPr>
          <p:cNvSpPr txBox="1">
            <a:spLocks noChangeArrowheads="1"/>
          </p:cNvSpPr>
          <p:nvPr/>
        </p:nvSpPr>
        <p:spPr bwMode="auto">
          <a:xfrm>
            <a:off x="6629400" y="1066800"/>
            <a:ext cx="2252663" cy="271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tabLst>
                <a:tab pos="29210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29210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29210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29210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29210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29210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29210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29210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292100" algn="l"/>
              </a:tabLs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latin typeface="Arial" panose="020B0604020202020204" pitchFamily="34" charset="0"/>
              </a:rPr>
              <a:t>Quality reqs:</a:t>
            </a:r>
            <a:endParaRPr lang="en-US" altLang="en-US" sz="1800">
              <a:latin typeface="Arial" panose="020B0604020202020204" pitchFamily="34" charset="0"/>
            </a:endParaRPr>
          </a:p>
          <a:p>
            <a:r>
              <a:rPr lang="en-US" altLang="en-US" sz="1800">
                <a:latin typeface="Arial" panose="020B0604020202020204" pitchFamily="34" charset="0"/>
              </a:rPr>
              <a:t>	Performance</a:t>
            </a:r>
          </a:p>
          <a:p>
            <a:r>
              <a:rPr lang="en-US" altLang="en-US" sz="1800">
                <a:latin typeface="Arial" panose="020B0604020202020204" pitchFamily="34" charset="0"/>
              </a:rPr>
              <a:t>	Usability</a:t>
            </a:r>
          </a:p>
          <a:p>
            <a:r>
              <a:rPr lang="en-US" altLang="en-US" sz="1800">
                <a:latin typeface="Arial" panose="020B0604020202020204" pitchFamily="34" charset="0"/>
              </a:rPr>
              <a:t>	Maintainability</a:t>
            </a:r>
          </a:p>
          <a:p>
            <a:r>
              <a:rPr lang="en-US" altLang="en-US" sz="1800">
                <a:latin typeface="Arial" panose="020B0604020202020204" pitchFamily="34" charset="0"/>
              </a:rPr>
              <a:t>	. . .</a:t>
            </a:r>
          </a:p>
          <a:p>
            <a:endParaRPr lang="en-US" altLang="en-US" sz="1000">
              <a:latin typeface="Arial" panose="020B0604020202020204" pitchFamily="34" charset="0"/>
            </a:endParaRPr>
          </a:p>
          <a:p>
            <a:r>
              <a:rPr lang="en-US" altLang="en-US" sz="1800" b="1">
                <a:latin typeface="Arial" panose="020B0604020202020204" pitchFamily="34" charset="0"/>
              </a:rPr>
              <a:t>Other deliverables:</a:t>
            </a:r>
            <a:endParaRPr lang="en-US" altLang="en-US" sz="1800">
              <a:latin typeface="Arial" panose="020B0604020202020204" pitchFamily="34" charset="0"/>
            </a:endParaRPr>
          </a:p>
          <a:p>
            <a:r>
              <a:rPr lang="en-US" altLang="en-US" sz="1800">
                <a:latin typeface="Arial" panose="020B0604020202020204" pitchFamily="34" charset="0"/>
              </a:rPr>
              <a:t>	Documentation</a:t>
            </a:r>
          </a:p>
          <a:p>
            <a:r>
              <a:rPr lang="en-US" altLang="en-US" sz="1800">
                <a:latin typeface="Arial" panose="020B0604020202020204" pitchFamily="34" charset="0"/>
              </a:rPr>
              <a:t>	Install, convert,</a:t>
            </a:r>
          </a:p>
          <a:p>
            <a:r>
              <a:rPr lang="en-US" altLang="en-US" sz="1800">
                <a:latin typeface="Arial" panose="020B0604020202020204" pitchFamily="34" charset="0"/>
              </a:rPr>
              <a:t>	train . . .</a:t>
            </a:r>
          </a:p>
        </p:txBody>
      </p:sp>
      <p:sp>
        <p:nvSpPr>
          <p:cNvPr id="30731" name="Text Box 11">
            <a:extLst>
              <a:ext uri="{FF2B5EF4-FFF2-40B4-BE49-F238E27FC236}">
                <a16:creationId xmlns:a16="http://schemas.microsoft.com/office/drawing/2014/main" id="{C3A4E058-8C6A-4299-8D70-E32B4DEB50E4}"/>
              </a:ext>
            </a:extLst>
          </p:cNvPr>
          <p:cNvSpPr txBox="1">
            <a:spLocks noChangeArrowheads="1"/>
          </p:cNvSpPr>
          <p:nvPr/>
        </p:nvSpPr>
        <p:spPr bwMode="auto">
          <a:xfrm>
            <a:off x="6629400" y="3810000"/>
            <a:ext cx="2263775" cy="271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tabLst>
                <a:tab pos="29210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29210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29210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29210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29210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29210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29210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29210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292100" algn="l"/>
              </a:tabLs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latin typeface="Arial" panose="020B0604020202020204" pitchFamily="34" charset="0"/>
              </a:rPr>
              <a:t>Managerial reqs:</a:t>
            </a:r>
            <a:endParaRPr lang="en-US" altLang="en-US" sz="1800">
              <a:latin typeface="Arial" panose="020B0604020202020204" pitchFamily="34" charset="0"/>
            </a:endParaRPr>
          </a:p>
          <a:p>
            <a:r>
              <a:rPr lang="en-US" altLang="en-US" sz="1800">
                <a:latin typeface="Arial" panose="020B0604020202020204" pitchFamily="34" charset="0"/>
              </a:rPr>
              <a:t>	Delivery time</a:t>
            </a:r>
          </a:p>
          <a:p>
            <a:r>
              <a:rPr lang="en-US" altLang="en-US" sz="1800">
                <a:latin typeface="Arial" panose="020B0604020202020204" pitchFamily="34" charset="0"/>
              </a:rPr>
              <a:t>	Legal</a:t>
            </a:r>
          </a:p>
          <a:p>
            <a:r>
              <a:rPr lang="en-US" altLang="en-US" sz="1800">
                <a:latin typeface="Arial" panose="020B0604020202020204" pitchFamily="34" charset="0"/>
              </a:rPr>
              <a:t>	Development </a:t>
            </a:r>
          </a:p>
          <a:p>
            <a:r>
              <a:rPr lang="en-US" altLang="en-US" sz="1800">
                <a:latin typeface="Arial" panose="020B0604020202020204" pitchFamily="34" charset="0"/>
              </a:rPr>
              <a:t>	process . . .</a:t>
            </a:r>
          </a:p>
          <a:p>
            <a:endParaRPr lang="en-US" altLang="en-US" sz="1000">
              <a:latin typeface="Arial" panose="020B0604020202020204" pitchFamily="34" charset="0"/>
            </a:endParaRPr>
          </a:p>
          <a:p>
            <a:r>
              <a:rPr lang="en-US" altLang="en-US" sz="1800" b="1">
                <a:latin typeface="Arial" panose="020B0604020202020204" pitchFamily="34" charset="0"/>
              </a:rPr>
              <a:t>Helping the reader:</a:t>
            </a:r>
            <a:endParaRPr lang="en-US" altLang="en-US" sz="1800">
              <a:latin typeface="Arial" panose="020B0604020202020204" pitchFamily="34" charset="0"/>
            </a:endParaRPr>
          </a:p>
          <a:p>
            <a:r>
              <a:rPr lang="en-US" altLang="en-US" sz="1800">
                <a:latin typeface="Arial" panose="020B0604020202020204" pitchFamily="34" charset="0"/>
              </a:rPr>
              <a:t>	Business goals</a:t>
            </a:r>
          </a:p>
          <a:p>
            <a:r>
              <a:rPr lang="en-US" altLang="en-US" sz="1800">
                <a:latin typeface="Arial" panose="020B0604020202020204" pitchFamily="34" charset="0"/>
              </a:rPr>
              <a:t>	Definitions</a:t>
            </a:r>
          </a:p>
          <a:p>
            <a:r>
              <a:rPr lang="en-US" altLang="en-US" sz="1800">
                <a:latin typeface="Arial" panose="020B0604020202020204" pitchFamily="34" charset="0"/>
              </a:rPr>
              <a:t>	Diagrams . . .	</a:t>
            </a:r>
          </a:p>
        </p:txBody>
      </p:sp>
      <p:sp>
        <p:nvSpPr>
          <p:cNvPr id="30732" name="Line 12">
            <a:extLst>
              <a:ext uri="{FF2B5EF4-FFF2-40B4-BE49-F238E27FC236}">
                <a16:creationId xmlns:a16="http://schemas.microsoft.com/office/drawing/2014/main" id="{DF02F4C7-6E55-D602-7680-5E8CB3B2B620}"/>
              </a:ext>
            </a:extLst>
          </p:cNvPr>
          <p:cNvSpPr>
            <a:spLocks noChangeShapeType="1"/>
          </p:cNvSpPr>
          <p:nvPr/>
        </p:nvSpPr>
        <p:spPr bwMode="auto">
          <a:xfrm flipV="1">
            <a:off x="3562350" y="1847850"/>
            <a:ext cx="669925" cy="452438"/>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en-GB"/>
          </a:p>
        </p:txBody>
      </p:sp>
      <p:sp>
        <p:nvSpPr>
          <p:cNvPr id="30733" name="Line 13">
            <a:extLst>
              <a:ext uri="{FF2B5EF4-FFF2-40B4-BE49-F238E27FC236}">
                <a16:creationId xmlns:a16="http://schemas.microsoft.com/office/drawing/2014/main" id="{6FE7A20D-6FA8-540B-A39E-A0ED73537854}"/>
              </a:ext>
            </a:extLst>
          </p:cNvPr>
          <p:cNvSpPr>
            <a:spLocks noChangeShapeType="1"/>
          </p:cNvSpPr>
          <p:nvPr/>
        </p:nvSpPr>
        <p:spPr bwMode="auto">
          <a:xfrm>
            <a:off x="1312863" y="2033588"/>
            <a:ext cx="790575" cy="3429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en-GB"/>
          </a:p>
        </p:txBody>
      </p:sp>
      <p:sp>
        <p:nvSpPr>
          <p:cNvPr id="30734" name="Line 14">
            <a:extLst>
              <a:ext uri="{FF2B5EF4-FFF2-40B4-BE49-F238E27FC236}">
                <a16:creationId xmlns:a16="http://schemas.microsoft.com/office/drawing/2014/main" id="{492EEC15-6278-C158-86D9-C8344B37F5DD}"/>
              </a:ext>
            </a:extLst>
          </p:cNvPr>
          <p:cNvSpPr>
            <a:spLocks noChangeShapeType="1"/>
          </p:cNvSpPr>
          <p:nvPr/>
        </p:nvSpPr>
        <p:spPr bwMode="auto">
          <a:xfrm>
            <a:off x="3575050" y="2709863"/>
            <a:ext cx="647700" cy="534987"/>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en-GB"/>
          </a:p>
        </p:txBody>
      </p:sp>
      <p:sp>
        <p:nvSpPr>
          <p:cNvPr id="30735" name="Line 15">
            <a:extLst>
              <a:ext uri="{FF2B5EF4-FFF2-40B4-BE49-F238E27FC236}">
                <a16:creationId xmlns:a16="http://schemas.microsoft.com/office/drawing/2014/main" id="{9669ED49-2C24-DFD6-3577-377BC0FF17D7}"/>
              </a:ext>
            </a:extLst>
          </p:cNvPr>
          <p:cNvSpPr>
            <a:spLocks noChangeShapeType="1"/>
          </p:cNvSpPr>
          <p:nvPr/>
        </p:nvSpPr>
        <p:spPr bwMode="auto">
          <a:xfrm flipV="1">
            <a:off x="1312863" y="2697163"/>
            <a:ext cx="776287" cy="319087"/>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en-GB"/>
          </a:p>
        </p:txBody>
      </p:sp>
      <p:sp>
        <p:nvSpPr>
          <p:cNvPr id="30736" name="Oval 16">
            <a:extLst>
              <a:ext uri="{FF2B5EF4-FFF2-40B4-BE49-F238E27FC236}">
                <a16:creationId xmlns:a16="http://schemas.microsoft.com/office/drawing/2014/main" id="{D1835BBB-B864-655C-19B5-FA2BCE97AF2C}"/>
              </a:ext>
            </a:extLst>
          </p:cNvPr>
          <p:cNvSpPr>
            <a:spLocks noChangeArrowheads="1"/>
          </p:cNvSpPr>
          <p:nvPr/>
        </p:nvSpPr>
        <p:spPr bwMode="auto">
          <a:xfrm>
            <a:off x="1874838" y="1579563"/>
            <a:ext cx="1957387" cy="1957387"/>
          </a:xfrm>
          <a:prstGeom prst="ellipse">
            <a:avLst/>
          </a:prstGeom>
          <a:noFill/>
          <a:ln w="2857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sp>
        <p:nvSpPr>
          <p:cNvPr id="30737" name="Text Box 17">
            <a:extLst>
              <a:ext uri="{FF2B5EF4-FFF2-40B4-BE49-F238E27FC236}">
                <a16:creationId xmlns:a16="http://schemas.microsoft.com/office/drawing/2014/main" id="{C6D760B5-3D9B-6111-7D7D-D4B62A65C68E}"/>
              </a:ext>
            </a:extLst>
          </p:cNvPr>
          <p:cNvSpPr txBox="1">
            <a:spLocks noChangeArrowheads="1"/>
          </p:cNvSpPr>
          <p:nvPr/>
        </p:nvSpPr>
        <p:spPr bwMode="auto">
          <a:xfrm>
            <a:off x="2362200" y="1219200"/>
            <a:ext cx="11842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Interfaces</a:t>
            </a:r>
          </a:p>
        </p:txBody>
      </p:sp>
      <p:sp>
        <p:nvSpPr>
          <p:cNvPr id="30738" name="Text Box 18">
            <a:extLst>
              <a:ext uri="{FF2B5EF4-FFF2-40B4-BE49-F238E27FC236}">
                <a16:creationId xmlns:a16="http://schemas.microsoft.com/office/drawing/2014/main" id="{456D5CC1-6C38-E4B1-FA77-166659BE0AD7}"/>
              </a:ext>
            </a:extLst>
          </p:cNvPr>
          <p:cNvSpPr txBox="1">
            <a:spLocks noChangeArrowheads="1"/>
          </p:cNvSpPr>
          <p:nvPr/>
        </p:nvSpPr>
        <p:spPr bwMode="auto">
          <a:xfrm>
            <a:off x="665163" y="3705225"/>
            <a:ext cx="527050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292100" algn="l"/>
                <a:tab pos="2006600" algn="l"/>
              </a:tabLst>
              <a:defRPr sz="2400">
                <a:solidFill>
                  <a:schemeClr val="tx1"/>
                </a:solidFill>
                <a:latin typeface="Arial Narrow" panose="020B0606020202030204" pitchFamily="34" charset="0"/>
                <a:ea typeface="MS PGothic" panose="020B0600070205080204" pitchFamily="34" charset="-128"/>
              </a:defRPr>
            </a:lvl9pPr>
          </a:lstStyle>
          <a:p>
            <a:pPr>
              <a:spcBef>
                <a:spcPct val="10000"/>
              </a:spcBef>
            </a:pPr>
            <a:r>
              <a:rPr lang="en-US" altLang="en-US" sz="1800" b="1">
                <a:latin typeface="Arial" panose="020B0604020202020204" pitchFamily="34" charset="0"/>
              </a:rPr>
              <a:t>Data requirements:</a:t>
            </a:r>
            <a:r>
              <a:rPr lang="en-US" altLang="en-US" sz="1800">
                <a:latin typeface="Arial" panose="020B0604020202020204" pitchFamily="34" charset="0"/>
              </a:rPr>
              <a:t> </a:t>
            </a:r>
          </a:p>
          <a:p>
            <a:pPr>
              <a:spcBef>
                <a:spcPct val="10000"/>
              </a:spcBef>
            </a:pPr>
            <a:r>
              <a:rPr lang="en-US" altLang="en-US" sz="1800">
                <a:latin typeface="Arial" panose="020B0604020202020204" pitchFamily="34" charset="0"/>
              </a:rPr>
              <a:t>	System state: Common states,</a:t>
            </a:r>
          </a:p>
          <a:p>
            <a:pPr>
              <a:spcBef>
                <a:spcPct val="10000"/>
              </a:spcBef>
            </a:pPr>
            <a:r>
              <a:rPr lang="en-US" altLang="en-US" sz="1800">
                <a:latin typeface="Arial" panose="020B0604020202020204" pitchFamily="34" charset="0"/>
              </a:rPr>
              <a:t>	Input/output formats, Persistent Data</a:t>
            </a:r>
          </a:p>
        </p:txBody>
      </p:sp>
      <p:sp>
        <p:nvSpPr>
          <p:cNvPr id="20" name="Rectangle 1027">
            <a:extLst>
              <a:ext uri="{FF2B5EF4-FFF2-40B4-BE49-F238E27FC236}">
                <a16:creationId xmlns:a16="http://schemas.microsoft.com/office/drawing/2014/main" id="{7E29D250-0691-3CA8-EFF1-3B248F296B12}"/>
              </a:ext>
            </a:extLst>
          </p:cNvPr>
          <p:cNvSpPr txBox="1">
            <a:spLocks noChangeArrowheads="1"/>
          </p:cNvSpPr>
          <p:nvPr/>
        </p:nvSpPr>
        <p:spPr bwMode="auto">
          <a:xfrm rot="-1981158">
            <a:off x="757238" y="2746375"/>
            <a:ext cx="7543800"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buFont typeface="Wingdings" panose="05000000000000000000" pitchFamily="2" charset="2"/>
              <a:buNone/>
            </a:pPr>
            <a:r>
              <a:rPr lang="en-US" altLang="en-US" sz="8000" b="1">
                <a:solidFill>
                  <a:srgbClr val="7E0401"/>
                </a:solidFill>
              </a:rPr>
              <a:t>No Size Fits All!</a:t>
            </a:r>
          </a:p>
        </p:txBody>
      </p:sp>
      <p:sp>
        <p:nvSpPr>
          <p:cNvPr id="30740" name="Slide Number Placeholder 1">
            <a:extLst>
              <a:ext uri="{FF2B5EF4-FFF2-40B4-BE49-F238E27FC236}">
                <a16:creationId xmlns:a16="http://schemas.microsoft.com/office/drawing/2014/main" id="{5F821369-36AC-075B-DBB0-275C3F4632E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56B1678E-8566-4E00-AAF6-6A67410CE84A}" type="slidenum">
              <a:rPr lang="en-AU" altLang="en-US" sz="1400" smtClean="0">
                <a:latin typeface="Times New Roman" panose="02020603050405020304" pitchFamily="18" charset="0"/>
              </a:rPr>
              <a:pPr>
                <a:spcBef>
                  <a:spcPct val="0"/>
                </a:spcBef>
                <a:buSzTx/>
                <a:buFontTx/>
                <a:buNone/>
              </a:pPr>
              <a:t>15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decel="50000" fill="hold">
                                          <p:stCondLst>
                                            <p:cond delay="0"/>
                                          </p:stCondLst>
                                        </p:cTn>
                                        <p:tgtEl>
                                          <p:spTgt spid="20"/>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0"/>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0"/>
                                        </p:tgtEl>
                                        <p:attrNameLst>
                                          <p:attrName>ppt_w</p:attrName>
                                        </p:attrNameLst>
                                      </p:cBhvr>
                                      <p:tavLst>
                                        <p:tav tm="0">
                                          <p:val>
                                            <p:strVal val="#ppt_w*.05"/>
                                          </p:val>
                                        </p:tav>
                                        <p:tav tm="100000">
                                          <p:val>
                                            <p:strVal val="#ppt_w"/>
                                          </p:val>
                                        </p:tav>
                                      </p:tavLst>
                                    </p:anim>
                                    <p:anim calcmode="lin" valueType="num">
                                      <p:cBhvr>
                                        <p:cTn id="10" dur="1000" fill="hold"/>
                                        <p:tgtEl>
                                          <p:spTgt spid="20"/>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0"/>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0"/>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0"/>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a:extLst>
              <a:ext uri="{FF2B5EF4-FFF2-40B4-BE49-F238E27FC236}">
                <a16:creationId xmlns:a16="http://schemas.microsoft.com/office/drawing/2014/main" id="{3ABEB003-BC3D-F39D-A426-99B455C4B17C}"/>
              </a:ext>
            </a:extLst>
          </p:cNvPr>
          <p:cNvSpPr txBox="1">
            <a:spLocks noChangeArrowheads="1"/>
          </p:cNvSpPr>
          <p:nvPr/>
        </p:nvSpPr>
        <p:spPr bwMode="auto">
          <a:xfrm>
            <a:off x="609600" y="304800"/>
            <a:ext cx="7543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3600" b="1"/>
              <a:t>Traditional “feature” requirements</a:t>
            </a:r>
            <a:endParaRPr lang="en-US" altLang="en-US" sz="3200" b="1">
              <a:latin typeface="Arial" panose="020B0604020202020204" pitchFamily="34" charset="0"/>
            </a:endParaRPr>
          </a:p>
        </p:txBody>
      </p:sp>
      <p:sp>
        <p:nvSpPr>
          <p:cNvPr id="32771" name="Text Box 3">
            <a:extLst>
              <a:ext uri="{FF2B5EF4-FFF2-40B4-BE49-F238E27FC236}">
                <a16:creationId xmlns:a16="http://schemas.microsoft.com/office/drawing/2014/main" id="{34639C87-1575-A618-1D86-467AD882FEF4}"/>
              </a:ext>
            </a:extLst>
          </p:cNvPr>
          <p:cNvSpPr txBox="1">
            <a:spLocks noChangeArrowheads="1"/>
          </p:cNvSpPr>
          <p:nvPr/>
        </p:nvSpPr>
        <p:spPr bwMode="auto">
          <a:xfrm>
            <a:off x="685800" y="1219200"/>
            <a:ext cx="7569200" cy="408146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44000" tIns="72000" rIns="72000" bIns="72000">
            <a:spAutoFit/>
          </a:bodyPr>
          <a:lstStyle>
            <a:lvl1pPr>
              <a:tabLst>
                <a:tab pos="38100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38100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38100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38100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38100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38100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38100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38100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381000" algn="l"/>
              </a:tabLst>
              <a:defRPr sz="2400">
                <a:solidFill>
                  <a:schemeClr val="tx1"/>
                </a:solidFill>
                <a:latin typeface="Arial Narrow" panose="020B0606020202030204" pitchFamily="34" charset="0"/>
                <a:ea typeface="MS PGothic" panose="020B0600070205080204" pitchFamily="34" charset="-128"/>
              </a:defRPr>
            </a:lvl9pPr>
          </a:lstStyle>
          <a:p>
            <a:pPr>
              <a:spcAft>
                <a:spcPct val="50000"/>
              </a:spcAft>
            </a:pPr>
            <a:r>
              <a:rPr lang="en-GB" altLang="en-US" b="1" noProof="1">
                <a:latin typeface="Arial" panose="020B0604020202020204" pitchFamily="34" charset="0"/>
              </a:rPr>
              <a:t>Roster planning, Midland Hospital</a:t>
            </a:r>
            <a:endParaRPr lang="en-GB" altLang="en-US" sz="2000" noProof="1">
              <a:latin typeface="Arial" panose="020B0604020202020204" pitchFamily="34" charset="0"/>
            </a:endParaRPr>
          </a:p>
          <a:p>
            <a:pPr>
              <a:spcAft>
                <a:spcPct val="50000"/>
              </a:spcAft>
            </a:pPr>
            <a:r>
              <a:rPr lang="en-GB" altLang="en-US" sz="2000" b="1" noProof="1">
                <a:latin typeface="Arial" panose="020B0604020202020204" pitchFamily="34" charset="0"/>
              </a:rPr>
              <a:t>R47.</a:t>
            </a:r>
            <a:r>
              <a:rPr lang="en-GB" altLang="en-US" sz="2000" noProof="1">
                <a:latin typeface="Arial" panose="020B0604020202020204" pitchFamily="34" charset="0"/>
              </a:rPr>
              <a:t>	It must be possible to attach a duty type code (first duty, end duty, etc.) to the individual employee.</a:t>
            </a:r>
          </a:p>
          <a:p>
            <a:pPr>
              <a:spcAft>
                <a:spcPct val="50000"/>
              </a:spcAft>
            </a:pPr>
            <a:r>
              <a:rPr lang="en-US" altLang="en-US" sz="2000" b="1">
                <a:latin typeface="Arial" panose="020B0604020202020204" pitchFamily="34" charset="0"/>
              </a:rPr>
              <a:t>R</a:t>
            </a:r>
            <a:r>
              <a:rPr lang="en-US" altLang="en-US" sz="2000" b="1" noProof="1">
                <a:latin typeface="Arial" panose="020B0604020202020204" pitchFamily="34" charset="0"/>
              </a:rPr>
              <a:t>475.</a:t>
            </a:r>
            <a:r>
              <a:rPr lang="en-US" altLang="en-US" sz="2000" noProof="1">
                <a:latin typeface="Arial" panose="020B0604020202020204" pitchFamily="34" charset="0"/>
              </a:rPr>
              <a:t>	The system must be able to calculate the financial consequences of a given duty roster - in hours and in money terms.</a:t>
            </a:r>
          </a:p>
          <a:p>
            <a:pPr>
              <a:spcAft>
                <a:spcPct val="50000"/>
              </a:spcAft>
            </a:pPr>
            <a:r>
              <a:rPr lang="en-US" altLang="en-US" sz="2000" b="1" noProof="1">
                <a:latin typeface="Arial" panose="020B0604020202020204" pitchFamily="34" charset="0"/>
              </a:rPr>
              <a:t>R479.</a:t>
            </a:r>
            <a:r>
              <a:rPr lang="en-US" altLang="en-US" sz="2000" noProof="1">
                <a:latin typeface="Arial" panose="020B0604020202020204" pitchFamily="34" charset="0"/>
              </a:rPr>
              <a:t>	The system must give notice if a duty roster implies use of a temporary worker for more than three months.</a:t>
            </a:r>
          </a:p>
          <a:p>
            <a:pPr>
              <a:spcAft>
                <a:spcPct val="50000"/>
              </a:spcAft>
            </a:pPr>
            <a:r>
              <a:rPr lang="en-US" altLang="en-US" sz="2000" b="1" noProof="1">
                <a:latin typeface="Arial" panose="020B0604020202020204" pitchFamily="34" charset="0"/>
              </a:rPr>
              <a:t>R669.</a:t>
            </a:r>
            <a:r>
              <a:rPr lang="en-US" altLang="en-US" sz="2000" noProof="1">
                <a:latin typeface="Arial" panose="020B0604020202020204" pitchFamily="34" charset="0"/>
              </a:rPr>
              <a:t>	The system must give understandable messages in text form in the event of errors, and instruct the user on what to do.</a:t>
            </a:r>
            <a:endParaRPr lang="en-US" altLang="en-US" sz="2000">
              <a:latin typeface="Times New Roman" panose="02020603050405020304" pitchFamily="18" charset="0"/>
            </a:endParaRPr>
          </a:p>
        </p:txBody>
      </p:sp>
      <p:sp>
        <p:nvSpPr>
          <p:cNvPr id="32772" name="Text Box 4">
            <a:extLst>
              <a:ext uri="{FF2B5EF4-FFF2-40B4-BE49-F238E27FC236}">
                <a16:creationId xmlns:a16="http://schemas.microsoft.com/office/drawing/2014/main" id="{2D37F434-1F3B-CA12-D1BF-7D4F45E37B29}"/>
              </a:ext>
            </a:extLst>
          </p:cNvPr>
          <p:cNvSpPr txBox="1">
            <a:spLocks noChangeArrowheads="1"/>
          </p:cNvSpPr>
          <p:nvPr/>
        </p:nvSpPr>
        <p:spPr bwMode="auto">
          <a:xfrm rot="-450369">
            <a:off x="4187825" y="5324475"/>
            <a:ext cx="3336925" cy="768350"/>
          </a:xfrm>
          <a:prstGeom prst="rect">
            <a:avLst/>
          </a:prstGeom>
          <a:solidFill>
            <a:schemeClr val="bg1"/>
          </a:solidFill>
          <a:ln w="76200" cmpd="tri">
            <a:solidFill>
              <a:schemeClr val="tx1"/>
            </a:solidFill>
            <a:miter lim="800000"/>
            <a:headEnd/>
            <a:tailEnd/>
          </a:ln>
        </p:spPr>
        <p:txBody>
          <a:bodyPr lIns="72000" tIns="72000" rIns="72000" bIns="72000">
            <a:spAutoFit/>
          </a:bodyPr>
          <a:lstStyle>
            <a:lvl1pPr defTabSz="1238250">
              <a:spcBef>
                <a:spcPct val="40000"/>
              </a:spcBef>
              <a:buSzPct val="75000"/>
              <a:buFont typeface="Wingdings" panose="05000000000000000000" pitchFamily="2" charset="2"/>
              <a:buChar char="n"/>
              <a:tabLst>
                <a:tab pos="1238250" algn="l"/>
              </a:tabLst>
              <a:defRPr sz="2800">
                <a:solidFill>
                  <a:schemeClr val="tx1"/>
                </a:solidFill>
                <a:latin typeface="Arial Narrow" panose="020B0606020202030204" pitchFamily="34" charset="0"/>
                <a:ea typeface="MS PGothic" panose="020B0600070205080204" pitchFamily="34" charset="-128"/>
              </a:defRPr>
            </a:lvl1pPr>
            <a:lvl2pPr marL="742950" indent="-285750" defTabSz="1238250">
              <a:spcBef>
                <a:spcPct val="40000"/>
              </a:spcBef>
              <a:buClr>
                <a:schemeClr val="tx1"/>
              </a:buClr>
              <a:buSzPct val="85000"/>
              <a:buFont typeface="Wingdings" panose="05000000000000000000" pitchFamily="2" charset="2"/>
              <a:buChar char="¨"/>
              <a:tabLst>
                <a:tab pos="1238250" algn="l"/>
              </a:tabLst>
              <a:defRPr sz="2400">
                <a:solidFill>
                  <a:schemeClr val="tx1"/>
                </a:solidFill>
                <a:latin typeface="Arial Narrow" panose="020B0606020202030204" pitchFamily="34" charset="0"/>
                <a:ea typeface="MS PGothic" panose="020B0600070205080204" pitchFamily="34" charset="-128"/>
              </a:defRPr>
            </a:lvl2pPr>
            <a:lvl3pPr marL="1143000" indent="-228600" defTabSz="1238250">
              <a:spcBef>
                <a:spcPct val="40000"/>
              </a:spcBef>
              <a:buClr>
                <a:schemeClr val="tx1"/>
              </a:buClr>
              <a:buSzPct val="85000"/>
              <a:buFont typeface="Wingdings" panose="05000000000000000000" pitchFamily="2" charset="2"/>
              <a:buChar char="¨"/>
              <a:tabLst>
                <a:tab pos="1238250" algn="l"/>
              </a:tabLst>
              <a:defRPr sz="2000">
                <a:solidFill>
                  <a:schemeClr val="tx1"/>
                </a:solidFill>
                <a:latin typeface="Arial Narrow" panose="020B0606020202030204" pitchFamily="34" charset="0"/>
                <a:ea typeface="MS PGothic" panose="020B0600070205080204" pitchFamily="34" charset="-128"/>
              </a:defRPr>
            </a:lvl3pPr>
            <a:lvl4pPr marL="1600200" indent="-228600" defTabSz="1238250">
              <a:spcBef>
                <a:spcPct val="40000"/>
              </a:spcBef>
              <a:buClr>
                <a:schemeClr val="tx1"/>
              </a:buClr>
              <a:buSzPct val="85000"/>
              <a:buFont typeface="Wingdings" panose="05000000000000000000" pitchFamily="2" charset="2"/>
              <a:buChar char="¨"/>
              <a:tabLst>
                <a:tab pos="1238250" algn="l"/>
              </a:tabLst>
              <a:defRPr>
                <a:solidFill>
                  <a:schemeClr val="tx1"/>
                </a:solidFill>
                <a:latin typeface="Arial Narrow" panose="020B0606020202030204" pitchFamily="34" charset="0"/>
                <a:ea typeface="MS PGothic" panose="020B0600070205080204" pitchFamily="34" charset="-128"/>
              </a:defRPr>
            </a:lvl4pPr>
            <a:lvl5pPr marL="2057400" indent="-228600" defTabSz="1238250">
              <a:spcBef>
                <a:spcPct val="40000"/>
              </a:spcBef>
              <a:buClr>
                <a:schemeClr val="tx1"/>
              </a:buClr>
              <a:buSzPct val="85000"/>
              <a:buFont typeface="Wingdings" panose="05000000000000000000" pitchFamily="2" charset="2"/>
              <a:buChar char="¨"/>
              <a:tabLst>
                <a:tab pos="1238250" algn="l"/>
              </a:tabLst>
              <a:defRPr sz="1600">
                <a:solidFill>
                  <a:schemeClr val="tx1"/>
                </a:solidFill>
                <a:latin typeface="Arial Narrow" panose="020B0606020202030204" pitchFamily="34" charset="0"/>
                <a:ea typeface="MS PGothic" panose="020B0600070205080204" pitchFamily="34" charset="-128"/>
              </a:defRPr>
            </a:lvl5pPr>
            <a:lvl6pPr marL="2514600" indent="-228600" defTabSz="1238250" eaLnBrk="0" fontAlgn="base" hangingPunct="0">
              <a:spcBef>
                <a:spcPct val="40000"/>
              </a:spcBef>
              <a:spcAft>
                <a:spcPct val="0"/>
              </a:spcAft>
              <a:buClr>
                <a:schemeClr val="tx1"/>
              </a:buClr>
              <a:buSzPct val="85000"/>
              <a:buFont typeface="Wingdings" panose="05000000000000000000" pitchFamily="2" charset="2"/>
              <a:buChar char="¨"/>
              <a:tabLst>
                <a:tab pos="1238250" algn="l"/>
              </a:tabLst>
              <a:defRPr sz="1600">
                <a:solidFill>
                  <a:schemeClr val="tx1"/>
                </a:solidFill>
                <a:latin typeface="Arial Narrow" panose="020B0606020202030204" pitchFamily="34" charset="0"/>
                <a:ea typeface="MS PGothic" panose="020B0600070205080204" pitchFamily="34" charset="-128"/>
              </a:defRPr>
            </a:lvl6pPr>
            <a:lvl7pPr marL="2971800" indent="-228600" defTabSz="1238250" eaLnBrk="0" fontAlgn="base" hangingPunct="0">
              <a:spcBef>
                <a:spcPct val="40000"/>
              </a:spcBef>
              <a:spcAft>
                <a:spcPct val="0"/>
              </a:spcAft>
              <a:buClr>
                <a:schemeClr val="tx1"/>
              </a:buClr>
              <a:buSzPct val="85000"/>
              <a:buFont typeface="Wingdings" panose="05000000000000000000" pitchFamily="2" charset="2"/>
              <a:buChar char="¨"/>
              <a:tabLst>
                <a:tab pos="1238250" algn="l"/>
              </a:tabLst>
              <a:defRPr sz="1600">
                <a:solidFill>
                  <a:schemeClr val="tx1"/>
                </a:solidFill>
                <a:latin typeface="Arial Narrow" panose="020B0606020202030204" pitchFamily="34" charset="0"/>
                <a:ea typeface="MS PGothic" panose="020B0600070205080204" pitchFamily="34" charset="-128"/>
              </a:defRPr>
            </a:lvl7pPr>
            <a:lvl8pPr marL="3429000" indent="-228600" defTabSz="1238250" eaLnBrk="0" fontAlgn="base" hangingPunct="0">
              <a:spcBef>
                <a:spcPct val="40000"/>
              </a:spcBef>
              <a:spcAft>
                <a:spcPct val="0"/>
              </a:spcAft>
              <a:buClr>
                <a:schemeClr val="tx1"/>
              </a:buClr>
              <a:buSzPct val="85000"/>
              <a:buFont typeface="Wingdings" panose="05000000000000000000" pitchFamily="2" charset="2"/>
              <a:buChar char="¨"/>
              <a:tabLst>
                <a:tab pos="1238250" algn="l"/>
              </a:tabLst>
              <a:defRPr sz="1600">
                <a:solidFill>
                  <a:schemeClr val="tx1"/>
                </a:solidFill>
                <a:latin typeface="Arial Narrow" panose="020B0606020202030204" pitchFamily="34" charset="0"/>
                <a:ea typeface="MS PGothic" panose="020B0600070205080204" pitchFamily="34" charset="-128"/>
              </a:defRPr>
            </a:lvl8pPr>
            <a:lvl9pPr marL="3886200" indent="-228600" defTabSz="1238250" eaLnBrk="0" fontAlgn="base" hangingPunct="0">
              <a:spcBef>
                <a:spcPct val="40000"/>
              </a:spcBef>
              <a:spcAft>
                <a:spcPct val="0"/>
              </a:spcAft>
              <a:buClr>
                <a:schemeClr val="tx1"/>
              </a:buClr>
              <a:buSzPct val="85000"/>
              <a:buFont typeface="Wingdings" panose="05000000000000000000" pitchFamily="2" charset="2"/>
              <a:buChar char="¨"/>
              <a:tabLst>
                <a:tab pos="1238250" algn="l"/>
              </a:tabLst>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1800" b="1">
                <a:latin typeface="Arial" panose="020B0604020202020204" pitchFamily="34" charset="0"/>
              </a:rPr>
              <a:t>What is “wrong” with these kinds of requirements?</a:t>
            </a:r>
          </a:p>
        </p:txBody>
      </p:sp>
      <p:sp>
        <p:nvSpPr>
          <p:cNvPr id="32773" name="Slide Number Placeholder 1">
            <a:extLst>
              <a:ext uri="{FF2B5EF4-FFF2-40B4-BE49-F238E27FC236}">
                <a16:creationId xmlns:a16="http://schemas.microsoft.com/office/drawing/2014/main" id="{E3F637E6-0F8A-860A-6DAF-134D32DA01C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C4C8482-0DB3-4747-BF92-3DB3BC9C5DD2}" type="slidenum">
              <a:rPr lang="en-AU" altLang="en-US" sz="1400" smtClean="0">
                <a:latin typeface="Times New Roman" panose="02020603050405020304" pitchFamily="18" charset="0"/>
              </a:rPr>
              <a:pPr>
                <a:spcBef>
                  <a:spcPct val="0"/>
                </a:spcBef>
                <a:buSzTx/>
                <a:buFontTx/>
                <a:buNone/>
              </a:pPr>
              <a:t>16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FAD4932F-4AE6-4AE2-3FCE-7BB4311FC952}"/>
              </a:ext>
            </a:extLst>
          </p:cNvPr>
          <p:cNvSpPr>
            <a:spLocks noChangeArrowheads="1"/>
          </p:cNvSpPr>
          <p:nvPr/>
        </p:nvSpPr>
        <p:spPr bwMode="auto">
          <a:xfrm>
            <a:off x="0" y="1524000"/>
            <a:ext cx="7162800"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pic>
        <p:nvPicPr>
          <p:cNvPr id="34819" name="Picture 6" descr="roadmap">
            <a:extLst>
              <a:ext uri="{FF2B5EF4-FFF2-40B4-BE49-F238E27FC236}">
                <a16:creationId xmlns:a16="http://schemas.microsoft.com/office/drawing/2014/main" id="{3D659DB3-258B-ED0E-E73D-32B9AA7F1F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54175"/>
            <a:ext cx="41910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0196" name="Rectangle 4">
            <a:extLst>
              <a:ext uri="{FF2B5EF4-FFF2-40B4-BE49-F238E27FC236}">
                <a16:creationId xmlns:a16="http://schemas.microsoft.com/office/drawing/2014/main" id="{EF84ECF2-AC10-39C4-73DB-D450F644C4F7}"/>
              </a:ext>
            </a:extLst>
          </p:cNvPr>
          <p:cNvSpPr>
            <a:spLocks noGrp="1" noChangeArrowheads="1"/>
          </p:cNvSpPr>
          <p:nvPr>
            <p:ph type="title" idx="4294967295"/>
          </p:nvPr>
        </p:nvSpPr>
        <p:spPr/>
        <p:txBody>
          <a:bodyPr/>
          <a:lstStyle/>
          <a:p>
            <a:pPr eaLnBrk="1" hangingPunct="1">
              <a:defRPr/>
            </a:pPr>
            <a:r>
              <a:rPr lang="en-US">
                <a:ea typeface="+mj-ea"/>
                <a:cs typeface="+mj-cs"/>
              </a:rPr>
              <a:t>Outline</a:t>
            </a:r>
          </a:p>
        </p:txBody>
      </p:sp>
      <p:sp>
        <p:nvSpPr>
          <p:cNvPr id="34821" name="Rectangle 4">
            <a:extLst>
              <a:ext uri="{FF2B5EF4-FFF2-40B4-BE49-F238E27FC236}">
                <a16:creationId xmlns:a16="http://schemas.microsoft.com/office/drawing/2014/main" id="{807D9164-1EC4-15B0-34B3-89372CD08327}"/>
              </a:ext>
            </a:extLst>
          </p:cNvPr>
          <p:cNvSpPr>
            <a:spLocks noChangeArrowheads="1"/>
          </p:cNvSpPr>
          <p:nvPr/>
        </p:nvSpPr>
        <p:spPr bwMode="auto">
          <a:xfrm>
            <a:off x="914400" y="1371600"/>
            <a:ext cx="69977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eaLnBrk="1" hangingPunct="1"/>
            <a:endParaRPr lang="en-US" altLang="en-US" sz="3600" b="1">
              <a:solidFill>
                <a:schemeClr val="tx2"/>
              </a:solidFill>
            </a:endParaRPr>
          </a:p>
        </p:txBody>
      </p:sp>
      <p:sp>
        <p:nvSpPr>
          <p:cNvPr id="34822" name="Rectangle 6">
            <a:extLst>
              <a:ext uri="{FF2B5EF4-FFF2-40B4-BE49-F238E27FC236}">
                <a16:creationId xmlns:a16="http://schemas.microsoft.com/office/drawing/2014/main" id="{27C96D34-61C5-7DD6-788B-EB6D2D54B41D}"/>
              </a:ext>
            </a:extLst>
          </p:cNvPr>
          <p:cNvSpPr>
            <a:spLocks noChangeArrowheads="1"/>
          </p:cNvSpPr>
          <p:nvPr/>
        </p:nvSpPr>
        <p:spPr bwMode="auto">
          <a:xfrm>
            <a:off x="1079500" y="1143000"/>
            <a:ext cx="7543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85750" indent="-285750">
              <a:defRPr sz="2400">
                <a:solidFill>
                  <a:schemeClr val="tx1"/>
                </a:solidFill>
                <a:latin typeface="Arial Narrow" panose="020B0606020202030204" pitchFamily="34" charset="0"/>
                <a:ea typeface="MS PGothic" panose="020B0600070205080204" pitchFamily="34" charset="-128"/>
              </a:defRPr>
            </a:lvl1pPr>
            <a:lvl2pPr marL="76200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eaLnBrk="1" hangingPunct="1">
              <a:spcBef>
                <a:spcPct val="40000"/>
              </a:spcBef>
              <a:buSzPct val="75000"/>
              <a:buFont typeface="Wingdings" panose="05000000000000000000" pitchFamily="2" charset="2"/>
              <a:buNone/>
            </a:pPr>
            <a:endParaRPr lang="en-US" altLang="en-US" sz="2800"/>
          </a:p>
          <a:p>
            <a:pPr eaLnBrk="1" hangingPunct="1">
              <a:spcBef>
                <a:spcPct val="40000"/>
              </a:spcBef>
              <a:buSzPct val="75000"/>
              <a:buFont typeface="Wingdings" panose="05000000000000000000" pitchFamily="2" charset="2"/>
              <a:buChar char="n"/>
            </a:pPr>
            <a:r>
              <a:rPr lang="en-US" altLang="en-US" sz="2800"/>
              <a:t>Requirements</a:t>
            </a:r>
          </a:p>
          <a:p>
            <a:pPr lvl="1" eaLnBrk="1" hangingPunct="1">
              <a:spcBef>
                <a:spcPct val="40000"/>
              </a:spcBef>
              <a:buClr>
                <a:schemeClr val="tx1"/>
              </a:buClr>
              <a:buSzPct val="85000"/>
              <a:buFont typeface="Wingdings" panose="05000000000000000000" pitchFamily="2" charset="2"/>
              <a:buChar char="¨"/>
            </a:pPr>
            <a:r>
              <a:rPr lang="en-US" altLang="en-US"/>
              <a:t>Requirements Engineering Process / Activities</a:t>
            </a:r>
          </a:p>
          <a:p>
            <a:pPr lvl="1" eaLnBrk="1" hangingPunct="1">
              <a:spcBef>
                <a:spcPct val="40000"/>
              </a:spcBef>
              <a:buClr>
                <a:schemeClr val="tx1"/>
              </a:buClr>
              <a:buSzPct val="85000"/>
              <a:buFont typeface="Wingdings" panose="05000000000000000000" pitchFamily="2" charset="2"/>
              <a:buChar char="¨"/>
            </a:pPr>
            <a:r>
              <a:rPr lang="en-US" altLang="en-US"/>
              <a:t>Types of Requirements</a:t>
            </a:r>
          </a:p>
          <a:p>
            <a:pPr eaLnBrk="1" hangingPunct="1">
              <a:spcBef>
                <a:spcPct val="40000"/>
              </a:spcBef>
              <a:buSzPct val="75000"/>
              <a:buFont typeface="Wingdings" panose="05000000000000000000" pitchFamily="2" charset="2"/>
              <a:buChar char="n"/>
            </a:pPr>
            <a:r>
              <a:rPr lang="en-US" altLang="en-US" sz="2800" b="1"/>
              <a:t>Scenarios and Use Cases</a:t>
            </a:r>
          </a:p>
          <a:p>
            <a:pPr eaLnBrk="1" hangingPunct="1">
              <a:spcBef>
                <a:spcPct val="40000"/>
              </a:spcBef>
              <a:buSzPct val="75000"/>
              <a:buFont typeface="Wingdings" panose="05000000000000000000" pitchFamily="2" charset="2"/>
              <a:buChar char="n"/>
            </a:pPr>
            <a:r>
              <a:rPr lang="en-US" altLang="en-US" sz="2800"/>
              <a:t>Goal-Design Scale</a:t>
            </a:r>
          </a:p>
          <a:p>
            <a:pPr eaLnBrk="1" hangingPunct="1">
              <a:spcBef>
                <a:spcPct val="40000"/>
              </a:spcBef>
              <a:buSzPct val="75000"/>
              <a:buFont typeface="Wingdings" panose="05000000000000000000" pitchFamily="2" charset="2"/>
              <a:buChar char="n"/>
            </a:pPr>
            <a:r>
              <a:rPr lang="en-US" altLang="en-US" sz="2800"/>
              <a:t>Domain Model and Data Requirements</a:t>
            </a:r>
          </a:p>
          <a:p>
            <a:pPr eaLnBrk="1" hangingPunct="1">
              <a:spcBef>
                <a:spcPct val="40000"/>
              </a:spcBef>
              <a:buSzPct val="75000"/>
              <a:buFont typeface="Wingdings" panose="05000000000000000000" pitchFamily="2" charset="2"/>
              <a:buChar char="n"/>
            </a:pPr>
            <a:r>
              <a:rPr lang="en-US" altLang="en-US" sz="2800"/>
              <a:t>Functional Requirements and Task Description</a:t>
            </a:r>
          </a:p>
          <a:p>
            <a:pPr eaLnBrk="1" hangingPunct="1">
              <a:spcBef>
                <a:spcPct val="40000"/>
              </a:spcBef>
              <a:buSzPct val="75000"/>
              <a:buFont typeface="Wingdings" panose="05000000000000000000" pitchFamily="2" charset="2"/>
              <a:buChar char="n"/>
            </a:pPr>
            <a:endParaRPr lang="en-US" altLang="en-US" sz="2800"/>
          </a:p>
        </p:txBody>
      </p:sp>
      <p:sp>
        <p:nvSpPr>
          <p:cNvPr id="34823" name="Slide Number Placeholder 1">
            <a:extLst>
              <a:ext uri="{FF2B5EF4-FFF2-40B4-BE49-F238E27FC236}">
                <a16:creationId xmlns:a16="http://schemas.microsoft.com/office/drawing/2014/main" id="{C64FF1A3-470E-C1FC-347E-8B017F2CF5B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E0A9EADE-0EB6-4DC8-9A35-F40C3441CABE}" type="slidenum">
              <a:rPr lang="en-AU" altLang="en-US" sz="1400" smtClean="0">
                <a:latin typeface="Times New Roman" panose="02020603050405020304" pitchFamily="18" charset="0"/>
              </a:rPr>
              <a:pPr>
                <a:spcBef>
                  <a:spcPct val="0"/>
                </a:spcBef>
                <a:buSzTx/>
                <a:buFontTx/>
                <a:buNone/>
              </a:pPr>
              <a:t>17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1026">
            <a:extLst>
              <a:ext uri="{FF2B5EF4-FFF2-40B4-BE49-F238E27FC236}">
                <a16:creationId xmlns:a16="http://schemas.microsoft.com/office/drawing/2014/main" id="{C1A21EB5-F9D0-C9E0-5312-DB89D8EA750C}"/>
              </a:ext>
            </a:extLst>
          </p:cNvPr>
          <p:cNvSpPr>
            <a:spLocks noGrp="1" noChangeArrowheads="1"/>
          </p:cNvSpPr>
          <p:nvPr>
            <p:ph type="title"/>
          </p:nvPr>
        </p:nvSpPr>
        <p:spPr/>
        <p:txBody>
          <a:bodyPr/>
          <a:lstStyle/>
          <a:p>
            <a:pPr>
              <a:defRPr/>
            </a:pPr>
            <a:r>
              <a:rPr lang="en-US">
                <a:ea typeface="+mj-ea"/>
                <a:cs typeface="+mj-cs"/>
              </a:rPr>
              <a:t>Users Perspective</a:t>
            </a:r>
          </a:p>
        </p:txBody>
      </p:sp>
      <p:sp>
        <p:nvSpPr>
          <p:cNvPr id="36867" name="Rectangle 1027">
            <a:extLst>
              <a:ext uri="{FF2B5EF4-FFF2-40B4-BE49-F238E27FC236}">
                <a16:creationId xmlns:a16="http://schemas.microsoft.com/office/drawing/2014/main" id="{47966F17-A128-AE1D-AC94-57D172E08F2E}"/>
              </a:ext>
            </a:extLst>
          </p:cNvPr>
          <p:cNvSpPr>
            <a:spLocks noGrp="1" noChangeArrowheads="1"/>
          </p:cNvSpPr>
          <p:nvPr>
            <p:ph type="body" idx="1"/>
          </p:nvPr>
        </p:nvSpPr>
        <p:spPr/>
        <p:txBody>
          <a:bodyPr/>
          <a:lstStyle/>
          <a:p>
            <a:pPr>
              <a:buFont typeface="Wingdings" panose="05000000000000000000" pitchFamily="2" charset="2"/>
              <a:buNone/>
            </a:pPr>
            <a:endParaRPr lang="en-US" altLang="en-US"/>
          </a:p>
          <a:p>
            <a:pPr eaLnBrk="1" hangingPunct="1">
              <a:buFont typeface="Wingdings" panose="05000000000000000000" pitchFamily="2" charset="2"/>
              <a:buNone/>
            </a:pPr>
            <a:r>
              <a:rPr lang="en-US" altLang="en-US" sz="2600" b="1"/>
              <a:t>Users</a:t>
            </a:r>
            <a:r>
              <a:rPr lang="en-US" altLang="en-US" sz="2600"/>
              <a:t> often tend to think about systems in terms of “</a:t>
            </a:r>
            <a:r>
              <a:rPr lang="en-US" altLang="ja-JP" sz="2600" i="1">
                <a:solidFill>
                  <a:srgbClr val="0C3A80"/>
                </a:solidFill>
              </a:rPr>
              <a:t>features</a:t>
            </a:r>
            <a:r>
              <a:rPr lang="en-US" altLang="en-US" sz="2600"/>
              <a:t>”</a:t>
            </a:r>
            <a:endParaRPr lang="en-US" altLang="ja-JP" sz="2600"/>
          </a:p>
          <a:p>
            <a:pPr lvl="1" eaLnBrk="1" hangingPunct="1"/>
            <a:r>
              <a:rPr lang="en-US" altLang="en-US" sz="2600"/>
              <a:t>E.g., “the system must provide a function to do X”</a:t>
            </a:r>
          </a:p>
          <a:p>
            <a:pPr lvl="1" eaLnBrk="1" hangingPunct="1"/>
            <a:r>
              <a:rPr lang="en-US" altLang="en-US" sz="2600"/>
              <a:t>Get users to tell you </a:t>
            </a:r>
            <a:r>
              <a:rPr lang="en-US" altLang="en-US" sz="2600" i="1" u="sng">
                <a:solidFill>
                  <a:srgbClr val="7F0101"/>
                </a:solidFill>
              </a:rPr>
              <a:t>stories</a:t>
            </a:r>
            <a:r>
              <a:rPr lang="en-US" altLang="en-US" sz="2600"/>
              <a:t> involving those features.</a:t>
            </a:r>
          </a:p>
          <a:p>
            <a:pPr marL="1349375" lvl="2" indent="-301625" eaLnBrk="1" hangingPunct="1"/>
            <a:r>
              <a:rPr lang="en-US" altLang="en-US" sz="2200"/>
              <a:t>How do users anticipate these features to be used </a:t>
            </a:r>
            <a:r>
              <a:rPr lang="en-US" altLang="en-US" sz="2200" i="1"/>
              <a:t>in combination</a:t>
            </a:r>
            <a:r>
              <a:rPr lang="en-US" altLang="en-US" sz="2200"/>
              <a:t> with other features.</a:t>
            </a:r>
          </a:p>
          <a:p>
            <a:pPr lvl="1" eaLnBrk="1" hangingPunct="1"/>
            <a:r>
              <a:rPr lang="en-US" altLang="en-US" sz="2600"/>
              <a:t>Scenarios and Use cases can assist in order to get requirements </a:t>
            </a:r>
            <a:r>
              <a:rPr lang="en-US" altLang="en-US" sz="2600" i="1"/>
              <a:t>complete and consistent</a:t>
            </a:r>
            <a:r>
              <a:rPr lang="en-US" altLang="en-US" sz="2600"/>
              <a:t>!</a:t>
            </a:r>
          </a:p>
        </p:txBody>
      </p:sp>
      <p:sp>
        <p:nvSpPr>
          <p:cNvPr id="36868" name="Slide Number Placeholder 1">
            <a:extLst>
              <a:ext uri="{FF2B5EF4-FFF2-40B4-BE49-F238E27FC236}">
                <a16:creationId xmlns:a16="http://schemas.microsoft.com/office/drawing/2014/main" id="{3F4224D1-FC57-DB2B-46FB-8B9E40ACA0E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224659CF-3FE0-4A2A-BD6E-5437E8A93990}" type="slidenum">
              <a:rPr lang="en-AU" altLang="en-US" sz="1400" smtClean="0">
                <a:latin typeface="Times New Roman" panose="02020603050405020304" pitchFamily="18" charset="0"/>
              </a:rPr>
              <a:pPr>
                <a:spcBef>
                  <a:spcPct val="0"/>
                </a:spcBef>
                <a:buSzTx/>
                <a:buFontTx/>
                <a:buNone/>
              </a:pPr>
              <a:t>18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D76834A1-10D6-A917-02EF-29037A2CB495}"/>
              </a:ext>
            </a:extLst>
          </p:cNvPr>
          <p:cNvSpPr>
            <a:spLocks noGrp="1" noChangeArrowheads="1"/>
          </p:cNvSpPr>
          <p:nvPr>
            <p:ph type="title" idx="4294967295"/>
          </p:nvPr>
        </p:nvSpPr>
        <p:spPr/>
        <p:txBody>
          <a:bodyPr/>
          <a:lstStyle/>
          <a:p>
            <a:pPr>
              <a:defRPr/>
            </a:pPr>
            <a:r>
              <a:rPr lang="en-AU">
                <a:ea typeface="+mj-ea"/>
                <a:cs typeface="+mj-cs"/>
              </a:rPr>
              <a:t>Scenarios</a:t>
            </a:r>
          </a:p>
        </p:txBody>
      </p:sp>
      <p:sp>
        <p:nvSpPr>
          <p:cNvPr id="38915" name="Rectangle 3">
            <a:extLst>
              <a:ext uri="{FF2B5EF4-FFF2-40B4-BE49-F238E27FC236}">
                <a16:creationId xmlns:a16="http://schemas.microsoft.com/office/drawing/2014/main" id="{81EBFCDF-E0F1-1E58-061E-2A77EAC0E316}"/>
              </a:ext>
            </a:extLst>
          </p:cNvPr>
          <p:cNvSpPr>
            <a:spLocks noGrp="1" noChangeArrowheads="1"/>
          </p:cNvSpPr>
          <p:nvPr>
            <p:ph type="body" idx="4294967295"/>
          </p:nvPr>
        </p:nvSpPr>
        <p:spPr/>
        <p:txBody>
          <a:bodyPr/>
          <a:lstStyle/>
          <a:p>
            <a:r>
              <a:rPr lang="en-AU" altLang="en-US"/>
              <a:t>Users </a:t>
            </a:r>
            <a:r>
              <a:rPr lang="en-AU" altLang="en-US" i="1">
                <a:solidFill>
                  <a:srgbClr val="0C3A80"/>
                </a:solidFill>
              </a:rPr>
              <a:t>interact</a:t>
            </a:r>
            <a:r>
              <a:rPr lang="en-AU" altLang="en-US"/>
              <a:t> with a computer systems to complete a </a:t>
            </a:r>
            <a:r>
              <a:rPr lang="en-AU" altLang="en-US">
                <a:latin typeface="Arial" panose="020B0604020202020204" pitchFamily="34" charset="0"/>
              </a:rPr>
              <a:t>“</a:t>
            </a:r>
            <a:r>
              <a:rPr lang="en-AU" altLang="ja-JP"/>
              <a:t>task</a:t>
            </a:r>
            <a:r>
              <a:rPr lang="en-AU" altLang="en-US">
                <a:latin typeface="Arial" panose="020B0604020202020204" pitchFamily="34" charset="0"/>
              </a:rPr>
              <a:t>”</a:t>
            </a:r>
            <a:r>
              <a:rPr lang="en-AU" altLang="ja-JP"/>
              <a:t> (or) achieve a </a:t>
            </a:r>
            <a:r>
              <a:rPr lang="en-AU" altLang="en-US"/>
              <a:t>“</a:t>
            </a:r>
            <a:r>
              <a:rPr lang="en-AU" altLang="ja-JP"/>
              <a:t>goal</a:t>
            </a:r>
            <a:r>
              <a:rPr lang="en-AU" altLang="en-US"/>
              <a:t>”</a:t>
            </a:r>
            <a:r>
              <a:rPr lang="en-AU" altLang="ja-JP"/>
              <a:t> (or have some fun…)</a:t>
            </a:r>
          </a:p>
          <a:p>
            <a:r>
              <a:rPr lang="en-AU" altLang="en-US"/>
              <a:t>These interactions can be captured as a set of </a:t>
            </a:r>
            <a:r>
              <a:rPr lang="en-AU" altLang="en-US" i="1">
                <a:solidFill>
                  <a:srgbClr val="0C3A80"/>
                </a:solidFill>
              </a:rPr>
              <a:t>scenarios</a:t>
            </a:r>
            <a:r>
              <a:rPr lang="en-AU" altLang="en-US"/>
              <a:t> (or) stories</a:t>
            </a:r>
          </a:p>
          <a:p>
            <a:r>
              <a:rPr lang="en-AU" altLang="en-US"/>
              <a:t>Example: </a:t>
            </a:r>
            <a:r>
              <a:rPr lang="en-AU" altLang="en-US" i="1">
                <a:latin typeface="Arial" panose="020B0604020202020204" pitchFamily="34" charset="0"/>
              </a:rPr>
              <a:t>“</a:t>
            </a:r>
            <a:r>
              <a:rPr lang="en-AU" altLang="ja-JP" i="1"/>
              <a:t>Buy a product</a:t>
            </a:r>
            <a:r>
              <a:rPr lang="en-AU" altLang="en-US" i="1">
                <a:latin typeface="Arial" panose="020B0604020202020204" pitchFamily="34" charset="0"/>
              </a:rPr>
              <a:t>”</a:t>
            </a:r>
            <a:r>
              <a:rPr lang="en-AU" altLang="ja-JP"/>
              <a:t> scenario for an online store:</a:t>
            </a:r>
          </a:p>
          <a:p>
            <a:pPr lvl="1">
              <a:buFont typeface="Wingdings" panose="05000000000000000000" pitchFamily="2" charset="2"/>
              <a:buChar char="F"/>
            </a:pPr>
            <a:r>
              <a:rPr lang="en-AU" altLang="en-US" i="1"/>
              <a:t>Mary browses the catalogue and adds desired items (chocolate) to the shopping basket. When she has finished shopping, Mary provides her address for delivery, credit card information and then confirms the transaction. The system confirms her payment and e-mails a transaction record.</a:t>
            </a:r>
            <a:endParaRPr lang="en-AU" altLang="en-US"/>
          </a:p>
        </p:txBody>
      </p:sp>
      <p:sp>
        <p:nvSpPr>
          <p:cNvPr id="38916" name="Slide Number Placeholder 1">
            <a:extLst>
              <a:ext uri="{FF2B5EF4-FFF2-40B4-BE49-F238E27FC236}">
                <a16:creationId xmlns:a16="http://schemas.microsoft.com/office/drawing/2014/main" id="{3410F6A8-2D70-8F1D-01DA-BDAA79DBC3E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9BF71E5-B7F3-4EF9-A28A-8ADF9EE73B7C}" type="slidenum">
              <a:rPr lang="en-AU" altLang="en-US" sz="1400" smtClean="0">
                <a:latin typeface="Times New Roman" panose="02020603050405020304" pitchFamily="18" charset="0"/>
              </a:rPr>
              <a:pPr>
                <a:spcBef>
                  <a:spcPct val="0"/>
                </a:spcBef>
                <a:buSzTx/>
                <a:buFontTx/>
                <a:buNone/>
              </a:pPr>
              <a:t>19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76E01D70-B176-88CB-A48B-03107DD2ACDA}"/>
              </a:ext>
            </a:extLst>
          </p:cNvPr>
          <p:cNvSpPr>
            <a:spLocks noGrp="1" noChangeArrowheads="1"/>
          </p:cNvSpPr>
          <p:nvPr>
            <p:ph type="title" idx="4294967295"/>
          </p:nvPr>
        </p:nvSpPr>
        <p:spPr/>
        <p:txBody>
          <a:bodyPr/>
          <a:lstStyle/>
          <a:p>
            <a:pPr>
              <a:defRPr/>
            </a:pPr>
            <a:r>
              <a:rPr lang="en-AU">
                <a:ea typeface="+mj-ea"/>
                <a:cs typeface="+mj-cs"/>
              </a:rPr>
              <a:t>Scenarios (cont.)</a:t>
            </a:r>
          </a:p>
        </p:txBody>
      </p:sp>
      <p:sp>
        <p:nvSpPr>
          <p:cNvPr id="40963" name="Rectangle 3">
            <a:extLst>
              <a:ext uri="{FF2B5EF4-FFF2-40B4-BE49-F238E27FC236}">
                <a16:creationId xmlns:a16="http://schemas.microsoft.com/office/drawing/2014/main" id="{323752F8-1841-4F69-EA7B-C5369B2B142A}"/>
              </a:ext>
            </a:extLst>
          </p:cNvPr>
          <p:cNvSpPr>
            <a:spLocks noGrp="1" noChangeArrowheads="1"/>
          </p:cNvSpPr>
          <p:nvPr>
            <p:ph type="body" idx="4294967295"/>
          </p:nvPr>
        </p:nvSpPr>
        <p:spPr/>
        <p:txBody>
          <a:bodyPr/>
          <a:lstStyle/>
          <a:p>
            <a:r>
              <a:rPr lang="en-AU" altLang="en-US"/>
              <a:t>In the </a:t>
            </a:r>
            <a:r>
              <a:rPr lang="en-AU" altLang="en-US">
                <a:latin typeface="Arial" panose="020B0604020202020204" pitchFamily="34" charset="0"/>
              </a:rPr>
              <a:t>“</a:t>
            </a:r>
            <a:r>
              <a:rPr lang="en-AU" altLang="ja-JP" i="1"/>
              <a:t>Buy a product</a:t>
            </a:r>
            <a:r>
              <a:rPr lang="en-AU" altLang="en-US">
                <a:latin typeface="Arial" panose="020B0604020202020204" pitchFamily="34" charset="0"/>
              </a:rPr>
              <a:t>”</a:t>
            </a:r>
            <a:r>
              <a:rPr lang="en-AU" altLang="ja-JP"/>
              <a:t> scenario we covered the normal </a:t>
            </a:r>
            <a:r>
              <a:rPr lang="en-AU" altLang="ja-JP" i="1">
                <a:solidFill>
                  <a:srgbClr val="7E0401"/>
                </a:solidFill>
              </a:rPr>
              <a:t>ideal interaction</a:t>
            </a:r>
            <a:r>
              <a:rPr lang="en-AU" altLang="ja-JP"/>
              <a:t> between </a:t>
            </a:r>
            <a:r>
              <a:rPr lang="en-AU" altLang="ja-JP">
                <a:solidFill>
                  <a:srgbClr val="0C3A80"/>
                </a:solidFill>
              </a:rPr>
              <a:t>a user</a:t>
            </a:r>
            <a:r>
              <a:rPr lang="en-AU" altLang="ja-JP"/>
              <a:t> and </a:t>
            </a:r>
            <a:r>
              <a:rPr lang="en-AU" altLang="en-US"/>
              <a:t>“</a:t>
            </a:r>
            <a:r>
              <a:rPr lang="en-AU" altLang="ja-JP">
                <a:solidFill>
                  <a:srgbClr val="0C3A80"/>
                </a:solidFill>
              </a:rPr>
              <a:t>the system</a:t>
            </a:r>
            <a:r>
              <a:rPr lang="en-AU" altLang="en-US">
                <a:solidFill>
                  <a:srgbClr val="0C3A80"/>
                </a:solidFill>
              </a:rPr>
              <a:t>”</a:t>
            </a:r>
            <a:r>
              <a:rPr lang="en-AU" altLang="ja-JP"/>
              <a:t>. But</a:t>
            </a:r>
          </a:p>
          <a:p>
            <a:pPr lvl="1"/>
            <a:r>
              <a:rPr lang="en-AU" altLang="en-US"/>
              <a:t>What happens if the credit-card payment fails?</a:t>
            </a:r>
          </a:p>
          <a:p>
            <a:pPr lvl="1"/>
            <a:r>
              <a:rPr lang="en-AU" altLang="en-US"/>
              <a:t>What if the customer is a repeat customer, so shipping details are already in the system?</a:t>
            </a:r>
          </a:p>
          <a:p>
            <a:r>
              <a:rPr lang="en-AU" altLang="en-US"/>
              <a:t>The key scenario would hold, but to answer the above questions we have to add </a:t>
            </a:r>
            <a:r>
              <a:rPr lang="en-AU" altLang="en-US" i="1" u="sng"/>
              <a:t>alternative</a:t>
            </a:r>
            <a:r>
              <a:rPr lang="en-AU" altLang="en-US"/>
              <a:t> scenarios.</a:t>
            </a:r>
          </a:p>
          <a:p>
            <a:r>
              <a:rPr lang="en-AU" altLang="en-US"/>
              <a:t>Scenarios can also be written down as a </a:t>
            </a:r>
            <a:r>
              <a:rPr lang="en-AU" altLang="en-US" i="1">
                <a:solidFill>
                  <a:srgbClr val="0C3A80"/>
                </a:solidFill>
              </a:rPr>
              <a:t>series of steps</a:t>
            </a:r>
          </a:p>
          <a:p>
            <a:r>
              <a:rPr lang="en-AU" altLang="en-US"/>
              <a:t>Identify different scenarios that can be written up</a:t>
            </a:r>
          </a:p>
        </p:txBody>
      </p:sp>
      <p:sp>
        <p:nvSpPr>
          <p:cNvPr id="40964" name="Slide Number Placeholder 1">
            <a:extLst>
              <a:ext uri="{FF2B5EF4-FFF2-40B4-BE49-F238E27FC236}">
                <a16:creationId xmlns:a16="http://schemas.microsoft.com/office/drawing/2014/main" id="{83228DFA-21D4-7755-0C9B-14DD4419A18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C299C875-5CD8-4887-BCEA-1D7AE74CA71A}" type="slidenum">
              <a:rPr lang="en-AU" altLang="en-US" sz="1400" smtClean="0">
                <a:latin typeface="Times New Roman" panose="02020603050405020304" pitchFamily="18" charset="0"/>
              </a:rPr>
              <a:pPr>
                <a:spcBef>
                  <a:spcPct val="0"/>
                </a:spcBef>
                <a:buSzTx/>
                <a:buFontTx/>
                <a:buNone/>
              </a:pPr>
              <a:t>20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a:extLst>
              <a:ext uri="{FF2B5EF4-FFF2-40B4-BE49-F238E27FC236}">
                <a16:creationId xmlns:a16="http://schemas.microsoft.com/office/drawing/2014/main" id="{F12DAA20-CE37-2AA0-4373-9A456D3F25F2}"/>
              </a:ext>
            </a:extLst>
          </p:cNvPr>
          <p:cNvSpPr>
            <a:spLocks noGrp="1" noChangeArrowheads="1"/>
          </p:cNvSpPr>
          <p:nvPr>
            <p:ph type="title" idx="4294967295"/>
          </p:nvPr>
        </p:nvSpPr>
        <p:spPr/>
        <p:txBody>
          <a:bodyPr/>
          <a:lstStyle/>
          <a:p>
            <a:pPr>
              <a:defRPr/>
            </a:pPr>
            <a:r>
              <a:rPr lang="en-AU">
                <a:ea typeface="+mj-ea"/>
                <a:cs typeface="+mj-cs"/>
              </a:rPr>
              <a:t>Use Case</a:t>
            </a:r>
          </a:p>
        </p:txBody>
      </p:sp>
      <p:sp>
        <p:nvSpPr>
          <p:cNvPr id="43011" name="Rectangle 3">
            <a:extLst>
              <a:ext uri="{FF2B5EF4-FFF2-40B4-BE49-F238E27FC236}">
                <a16:creationId xmlns:a16="http://schemas.microsoft.com/office/drawing/2014/main" id="{55B777DD-77E7-F748-CCD4-E93E036AA419}"/>
              </a:ext>
            </a:extLst>
          </p:cNvPr>
          <p:cNvSpPr>
            <a:spLocks noGrp="1" noChangeArrowheads="1"/>
          </p:cNvSpPr>
          <p:nvPr>
            <p:ph type="body" idx="4294967295"/>
          </p:nvPr>
        </p:nvSpPr>
        <p:spPr/>
        <p:txBody>
          <a:bodyPr/>
          <a:lstStyle/>
          <a:p>
            <a:pPr>
              <a:lnSpc>
                <a:spcPct val="90000"/>
              </a:lnSpc>
            </a:pPr>
            <a:r>
              <a:rPr lang="en-AU" altLang="en-US"/>
              <a:t>If we structure scenarios, they can represent the behavioural requirements of the system – from a </a:t>
            </a:r>
            <a:r>
              <a:rPr lang="en-AU" altLang="en-US" i="1">
                <a:solidFill>
                  <a:srgbClr val="0C3A80"/>
                </a:solidFill>
              </a:rPr>
              <a:t>user’s view point</a:t>
            </a:r>
            <a:r>
              <a:rPr lang="en-AU" altLang="en-US"/>
              <a:t>.</a:t>
            </a:r>
          </a:p>
          <a:p>
            <a:pPr>
              <a:lnSpc>
                <a:spcPct val="90000"/>
              </a:lnSpc>
            </a:pPr>
            <a:r>
              <a:rPr lang="en-AU" altLang="en-US" i="1">
                <a:latin typeface="Arial" panose="020B0604020202020204" pitchFamily="34" charset="0"/>
              </a:rPr>
              <a:t>“</a:t>
            </a:r>
            <a:r>
              <a:rPr lang="en-AU" altLang="ja-JP" i="1"/>
              <a:t>A use case is a set of scenarios tied together by a common user </a:t>
            </a:r>
            <a:r>
              <a:rPr lang="en-AU" altLang="ja-JP" i="1">
                <a:solidFill>
                  <a:srgbClr val="0C3A80"/>
                </a:solidFill>
              </a:rPr>
              <a:t>goal</a:t>
            </a:r>
            <a:r>
              <a:rPr lang="en-AU" altLang="en-US" i="1">
                <a:latin typeface="Arial" panose="020B0604020202020204" pitchFamily="34" charset="0"/>
              </a:rPr>
              <a:t>”</a:t>
            </a:r>
            <a:r>
              <a:rPr lang="en-AU" altLang="ja-JP"/>
              <a:t> – Martin Fowler</a:t>
            </a:r>
          </a:p>
          <a:p>
            <a:pPr lvl="1">
              <a:lnSpc>
                <a:spcPct val="90000"/>
              </a:lnSpc>
            </a:pPr>
            <a:r>
              <a:rPr lang="en-AU" altLang="en-US"/>
              <a:t>Every use case must be tied to a </a:t>
            </a:r>
            <a:r>
              <a:rPr lang="en-AU" altLang="en-US" i="1"/>
              <a:t>specific goal</a:t>
            </a:r>
          </a:p>
          <a:p>
            <a:pPr lvl="1">
              <a:lnSpc>
                <a:spcPct val="90000"/>
              </a:lnSpc>
            </a:pPr>
            <a:r>
              <a:rPr lang="en-AU" altLang="en-US"/>
              <a:t>A use case is directly or indirectly invoked by an </a:t>
            </a:r>
            <a:r>
              <a:rPr lang="en-AU" altLang="en-US" i="1"/>
              <a:t>actor</a:t>
            </a:r>
          </a:p>
          <a:p>
            <a:pPr>
              <a:lnSpc>
                <a:spcPct val="90000"/>
              </a:lnSpc>
            </a:pPr>
            <a:r>
              <a:rPr lang="en-US" altLang="en-US"/>
              <a:t>“A </a:t>
            </a:r>
            <a:r>
              <a:rPr lang="en-US" altLang="en-US" i="1"/>
              <a:t>use case</a:t>
            </a:r>
            <a:r>
              <a:rPr lang="en-US" altLang="en-US"/>
              <a:t> is the </a:t>
            </a:r>
            <a:r>
              <a:rPr lang="en-US" altLang="en-US" i="1"/>
              <a:t>specification</a:t>
            </a:r>
            <a:r>
              <a:rPr lang="en-US" altLang="en-US"/>
              <a:t> of a </a:t>
            </a:r>
            <a:r>
              <a:rPr lang="en-US" altLang="en-US" i="1">
                <a:solidFill>
                  <a:srgbClr val="7F0101"/>
                </a:solidFill>
              </a:rPr>
              <a:t>sequence of actions</a:t>
            </a:r>
            <a:r>
              <a:rPr lang="en-US" altLang="en-US"/>
              <a:t>, including </a:t>
            </a:r>
            <a:r>
              <a:rPr lang="en-US" altLang="en-US" i="1">
                <a:solidFill>
                  <a:srgbClr val="7F0101"/>
                </a:solidFill>
              </a:rPr>
              <a:t>variants</a:t>
            </a:r>
            <a:r>
              <a:rPr lang="en-US" altLang="en-US"/>
              <a:t>, that a system (or other entity) can perform, </a:t>
            </a:r>
            <a:r>
              <a:rPr lang="en-US" altLang="en-US" i="1"/>
              <a:t>interacting with</a:t>
            </a:r>
            <a:r>
              <a:rPr lang="en-US" altLang="en-US" i="1">
                <a:solidFill>
                  <a:srgbClr val="7F0101"/>
                </a:solidFill>
              </a:rPr>
              <a:t> actors</a:t>
            </a:r>
            <a:r>
              <a:rPr lang="en-US" altLang="en-US"/>
              <a:t> of the system.”</a:t>
            </a:r>
            <a:endParaRPr lang="en-AU" altLang="en-US"/>
          </a:p>
        </p:txBody>
      </p:sp>
      <p:sp>
        <p:nvSpPr>
          <p:cNvPr id="43012" name="Slide Number Placeholder 1">
            <a:extLst>
              <a:ext uri="{FF2B5EF4-FFF2-40B4-BE49-F238E27FC236}">
                <a16:creationId xmlns:a16="http://schemas.microsoft.com/office/drawing/2014/main" id="{65D09A2E-5A1C-0E06-FFA5-4DAE47829A4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4A471BE9-41B3-4BF8-9647-B0AB3A285122}" type="slidenum">
              <a:rPr lang="en-AU" altLang="en-US" sz="1400" smtClean="0">
                <a:latin typeface="Times New Roman" panose="02020603050405020304" pitchFamily="18" charset="0"/>
              </a:rPr>
              <a:pPr>
                <a:spcBef>
                  <a:spcPct val="0"/>
                </a:spcBef>
                <a:buSzTx/>
                <a:buFontTx/>
                <a:buNone/>
              </a:pPr>
              <a:t>21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7D47C14E-6FE1-918E-DD3E-78ED5CCDD7F5}"/>
              </a:ext>
            </a:extLst>
          </p:cNvPr>
          <p:cNvSpPr>
            <a:spLocks noGrp="1" noChangeArrowheads="1"/>
          </p:cNvSpPr>
          <p:nvPr>
            <p:ph type="title" idx="4294967295"/>
          </p:nvPr>
        </p:nvSpPr>
        <p:spPr/>
        <p:txBody>
          <a:bodyPr/>
          <a:lstStyle/>
          <a:p>
            <a:pPr>
              <a:defRPr/>
            </a:pPr>
            <a:r>
              <a:rPr lang="en-AU">
                <a:ea typeface="+mj-ea"/>
                <a:cs typeface="+mj-cs"/>
              </a:rPr>
              <a:t>Actors</a:t>
            </a:r>
          </a:p>
        </p:txBody>
      </p:sp>
      <p:sp>
        <p:nvSpPr>
          <p:cNvPr id="212995" name="Rectangle 3">
            <a:extLst>
              <a:ext uri="{FF2B5EF4-FFF2-40B4-BE49-F238E27FC236}">
                <a16:creationId xmlns:a16="http://schemas.microsoft.com/office/drawing/2014/main" id="{B2BB4B45-D206-60C7-687E-55C93E6E0031}"/>
              </a:ext>
            </a:extLst>
          </p:cNvPr>
          <p:cNvSpPr>
            <a:spLocks noGrp="1" noChangeArrowheads="1"/>
          </p:cNvSpPr>
          <p:nvPr>
            <p:ph type="body" idx="4294967295"/>
          </p:nvPr>
        </p:nvSpPr>
        <p:spPr/>
        <p:txBody>
          <a:bodyPr/>
          <a:lstStyle/>
          <a:p>
            <a:pPr>
              <a:buFont typeface="Wingdings" charset="0"/>
              <a:buChar char="n"/>
              <a:defRPr/>
            </a:pPr>
            <a:r>
              <a:rPr lang="en-AU" dirty="0">
                <a:ea typeface="+mn-ea"/>
                <a:cs typeface="+mn-cs"/>
              </a:rPr>
              <a:t>An actor is a </a:t>
            </a:r>
            <a:r>
              <a:rPr lang="en-AU" i="1" dirty="0">
                <a:solidFill>
                  <a:srgbClr val="0C3A80"/>
                </a:solidFill>
                <a:ea typeface="+mn-ea"/>
                <a:cs typeface="+mn-cs"/>
              </a:rPr>
              <a:t>role</a:t>
            </a:r>
            <a:r>
              <a:rPr lang="en-AU" dirty="0">
                <a:ea typeface="+mn-ea"/>
                <a:cs typeface="+mn-cs"/>
              </a:rPr>
              <a:t> that a user plays when interacting with the system.  </a:t>
            </a:r>
          </a:p>
          <a:p>
            <a:pPr>
              <a:buFont typeface="Wingdings" charset="0"/>
              <a:buChar char="n"/>
              <a:defRPr/>
            </a:pPr>
            <a:r>
              <a:rPr lang="en-AU" dirty="0">
                <a:ea typeface="+mn-ea"/>
                <a:cs typeface="+mn-cs"/>
              </a:rPr>
              <a:t>An actor </a:t>
            </a:r>
            <a:r>
              <a:rPr lang="en-AU" i="1" dirty="0">
                <a:solidFill>
                  <a:srgbClr val="0C3A80"/>
                </a:solidFill>
                <a:ea typeface="+mn-ea"/>
                <a:cs typeface="+mn-cs"/>
              </a:rPr>
              <a:t>performs</a:t>
            </a:r>
            <a:r>
              <a:rPr lang="en-AU" dirty="0">
                <a:ea typeface="+mn-ea"/>
                <a:cs typeface="+mn-cs"/>
              </a:rPr>
              <a:t> a Use Case.</a:t>
            </a:r>
          </a:p>
          <a:p>
            <a:pPr lvl="1">
              <a:buFont typeface="Wingdings" charset="0"/>
              <a:buChar char="¨"/>
              <a:defRPr/>
            </a:pPr>
            <a:r>
              <a:rPr lang="en-AU" dirty="0">
                <a:ea typeface="+mn-ea"/>
              </a:rPr>
              <a:t>A single actor may perform many use cases</a:t>
            </a:r>
          </a:p>
          <a:p>
            <a:pPr lvl="1">
              <a:buFont typeface="Wingdings" charset="0"/>
              <a:buChar char="¨"/>
              <a:defRPr/>
            </a:pPr>
            <a:r>
              <a:rPr lang="en-AU" dirty="0">
                <a:ea typeface="+mn-ea"/>
              </a:rPr>
              <a:t>A use case may have several actors performing it</a:t>
            </a:r>
          </a:p>
          <a:p>
            <a:pPr>
              <a:buFont typeface="Wingdings" charset="0"/>
              <a:buChar char="n"/>
              <a:defRPr/>
            </a:pPr>
            <a:r>
              <a:rPr lang="en-AU" dirty="0">
                <a:ea typeface="+mn-ea"/>
                <a:cs typeface="+mn-cs"/>
              </a:rPr>
              <a:t>Actors do </a:t>
            </a:r>
            <a:r>
              <a:rPr lang="en-AU" i="1" dirty="0">
                <a:ea typeface="+mn-ea"/>
                <a:cs typeface="+mn-cs"/>
              </a:rPr>
              <a:t>not</a:t>
            </a:r>
            <a:r>
              <a:rPr lang="en-AU" dirty="0">
                <a:ea typeface="+mn-ea"/>
                <a:cs typeface="+mn-cs"/>
              </a:rPr>
              <a:t> need to be human</a:t>
            </a:r>
          </a:p>
          <a:p>
            <a:pPr lvl="1">
              <a:buFont typeface="Wingdings" charset="0"/>
              <a:buChar char="¨"/>
              <a:defRPr/>
            </a:pPr>
            <a:r>
              <a:rPr lang="en-AU" dirty="0">
                <a:ea typeface="+mn-ea"/>
              </a:rPr>
              <a:t>Can be an external system</a:t>
            </a:r>
          </a:p>
          <a:p>
            <a:pPr lvl="1">
              <a:buFont typeface="Wingdings" charset="0"/>
              <a:buChar char="¨"/>
              <a:defRPr/>
            </a:pPr>
            <a:r>
              <a:rPr lang="en-AU" dirty="0">
                <a:ea typeface="+mn-ea"/>
              </a:rPr>
              <a:t>Can be a device (e.g., temperature probe)</a:t>
            </a:r>
          </a:p>
        </p:txBody>
      </p:sp>
      <p:grpSp>
        <p:nvGrpSpPr>
          <p:cNvPr id="45060" name="Group 4">
            <a:extLst>
              <a:ext uri="{FF2B5EF4-FFF2-40B4-BE49-F238E27FC236}">
                <a16:creationId xmlns:a16="http://schemas.microsoft.com/office/drawing/2014/main" id="{B5587C91-5489-647E-8C13-289AD4CA9F66}"/>
              </a:ext>
            </a:extLst>
          </p:cNvPr>
          <p:cNvGrpSpPr>
            <a:grpSpLocks/>
          </p:cNvGrpSpPr>
          <p:nvPr/>
        </p:nvGrpSpPr>
        <p:grpSpPr bwMode="auto">
          <a:xfrm>
            <a:off x="7451725" y="3213100"/>
            <a:ext cx="792163" cy="1800225"/>
            <a:chOff x="2240" y="2063"/>
            <a:chExt cx="239" cy="529"/>
          </a:xfrm>
        </p:grpSpPr>
        <p:sp>
          <p:nvSpPr>
            <p:cNvPr id="45062" name="Oval 5">
              <a:extLst>
                <a:ext uri="{FF2B5EF4-FFF2-40B4-BE49-F238E27FC236}">
                  <a16:creationId xmlns:a16="http://schemas.microsoft.com/office/drawing/2014/main" id="{4AD5E96B-F428-4992-4348-A9FD228F7FD1}"/>
                </a:ext>
              </a:extLst>
            </p:cNvPr>
            <p:cNvSpPr>
              <a:spLocks noChangeArrowheads="1"/>
            </p:cNvSpPr>
            <p:nvPr/>
          </p:nvSpPr>
          <p:spPr bwMode="auto">
            <a:xfrm>
              <a:off x="2259" y="2063"/>
              <a:ext cx="200" cy="197"/>
            </a:xfrm>
            <a:prstGeom prst="ellipse">
              <a:avLst/>
            </a:prstGeom>
            <a:solidFill>
              <a:srgbClr val="CCCCFF"/>
            </a:solidFill>
            <a:ln w="25400">
              <a:solidFill>
                <a:schemeClr val="tx1"/>
              </a:solidFill>
              <a:round/>
              <a:headEnd/>
              <a:tailEnd/>
            </a:ln>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grpSp>
          <p:nvGrpSpPr>
            <p:cNvPr id="45063" name="Group 6">
              <a:extLst>
                <a:ext uri="{FF2B5EF4-FFF2-40B4-BE49-F238E27FC236}">
                  <a16:creationId xmlns:a16="http://schemas.microsoft.com/office/drawing/2014/main" id="{4EE4A428-2534-E352-9EAC-F654553DD144}"/>
                </a:ext>
              </a:extLst>
            </p:cNvPr>
            <p:cNvGrpSpPr>
              <a:grpSpLocks/>
            </p:cNvGrpSpPr>
            <p:nvPr/>
          </p:nvGrpSpPr>
          <p:grpSpPr bwMode="auto">
            <a:xfrm>
              <a:off x="2240" y="2434"/>
              <a:ext cx="239" cy="158"/>
              <a:chOff x="2240" y="2434"/>
              <a:chExt cx="239" cy="158"/>
            </a:xfrm>
          </p:grpSpPr>
          <p:sp>
            <p:nvSpPr>
              <p:cNvPr id="45067" name="Line 7">
                <a:extLst>
                  <a:ext uri="{FF2B5EF4-FFF2-40B4-BE49-F238E27FC236}">
                    <a16:creationId xmlns:a16="http://schemas.microsoft.com/office/drawing/2014/main" id="{197C04EC-B2DD-AD2E-B09F-DF1F729E21FD}"/>
                  </a:ext>
                </a:extLst>
              </p:cNvPr>
              <p:cNvSpPr>
                <a:spLocks noChangeShapeType="1"/>
              </p:cNvSpPr>
              <p:nvPr/>
            </p:nvSpPr>
            <p:spPr bwMode="auto">
              <a:xfrm flipH="1">
                <a:off x="2240" y="2434"/>
                <a:ext cx="12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5068" name="Line 8">
                <a:extLst>
                  <a:ext uri="{FF2B5EF4-FFF2-40B4-BE49-F238E27FC236}">
                    <a16:creationId xmlns:a16="http://schemas.microsoft.com/office/drawing/2014/main" id="{07BD25D7-62D6-4267-506D-1C958B123054}"/>
                  </a:ext>
                </a:extLst>
              </p:cNvPr>
              <p:cNvSpPr>
                <a:spLocks noChangeShapeType="1"/>
              </p:cNvSpPr>
              <p:nvPr/>
            </p:nvSpPr>
            <p:spPr bwMode="auto">
              <a:xfrm>
                <a:off x="2359" y="2434"/>
                <a:ext cx="120"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grpSp>
          <p:nvGrpSpPr>
            <p:cNvPr id="45064" name="Group 9">
              <a:extLst>
                <a:ext uri="{FF2B5EF4-FFF2-40B4-BE49-F238E27FC236}">
                  <a16:creationId xmlns:a16="http://schemas.microsoft.com/office/drawing/2014/main" id="{E8D430DB-8658-235C-C5A8-1CC6D99E2F5E}"/>
                </a:ext>
              </a:extLst>
            </p:cNvPr>
            <p:cNvGrpSpPr>
              <a:grpSpLocks/>
            </p:cNvGrpSpPr>
            <p:nvPr/>
          </p:nvGrpSpPr>
          <p:grpSpPr bwMode="auto">
            <a:xfrm>
              <a:off x="2241" y="2268"/>
              <a:ext cx="237" cy="162"/>
              <a:chOff x="2241" y="2268"/>
              <a:chExt cx="237" cy="162"/>
            </a:xfrm>
          </p:grpSpPr>
          <p:sp>
            <p:nvSpPr>
              <p:cNvPr id="45065" name="Line 10">
                <a:extLst>
                  <a:ext uri="{FF2B5EF4-FFF2-40B4-BE49-F238E27FC236}">
                    <a16:creationId xmlns:a16="http://schemas.microsoft.com/office/drawing/2014/main" id="{EF6A587F-1A61-F840-C367-0704E351BA79}"/>
                  </a:ext>
                </a:extLst>
              </p:cNvPr>
              <p:cNvSpPr>
                <a:spLocks noChangeShapeType="1"/>
              </p:cNvSpPr>
              <p:nvPr/>
            </p:nvSpPr>
            <p:spPr bwMode="auto">
              <a:xfrm>
                <a:off x="2359" y="2268"/>
                <a:ext cx="0" cy="1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45066" name="Line 11">
                <a:extLst>
                  <a:ext uri="{FF2B5EF4-FFF2-40B4-BE49-F238E27FC236}">
                    <a16:creationId xmlns:a16="http://schemas.microsoft.com/office/drawing/2014/main" id="{9017D792-3776-DF3A-CB23-28454DCE4E4B}"/>
                  </a:ext>
                </a:extLst>
              </p:cNvPr>
              <p:cNvSpPr>
                <a:spLocks noChangeShapeType="1"/>
              </p:cNvSpPr>
              <p:nvPr/>
            </p:nvSpPr>
            <p:spPr bwMode="auto">
              <a:xfrm>
                <a:off x="2241" y="2328"/>
                <a:ext cx="2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grpSp>
      <p:sp>
        <p:nvSpPr>
          <p:cNvPr id="45061" name="Slide Number Placeholder 1">
            <a:extLst>
              <a:ext uri="{FF2B5EF4-FFF2-40B4-BE49-F238E27FC236}">
                <a16:creationId xmlns:a16="http://schemas.microsoft.com/office/drawing/2014/main" id="{CC09FBEB-40AE-83F8-C49A-D7EFB7A8C37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4FBDF4E4-0BE9-4498-9676-08E91C81CEAC}" type="slidenum">
              <a:rPr lang="en-AU" altLang="en-US" sz="1400" smtClean="0">
                <a:latin typeface="Times New Roman" panose="02020603050405020304" pitchFamily="18" charset="0"/>
              </a:rPr>
              <a:pPr>
                <a:spcBef>
                  <a:spcPct val="0"/>
                </a:spcBef>
                <a:buSzTx/>
                <a:buFontTx/>
                <a:buNone/>
              </a:pPr>
              <a:t>22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26">
            <a:extLst>
              <a:ext uri="{FF2B5EF4-FFF2-40B4-BE49-F238E27FC236}">
                <a16:creationId xmlns:a16="http://schemas.microsoft.com/office/drawing/2014/main" id="{9C900590-99FB-69F1-B0E1-A608A5D2FFE0}"/>
              </a:ext>
            </a:extLst>
          </p:cNvPr>
          <p:cNvSpPr>
            <a:spLocks noGrp="1" noChangeArrowheads="1"/>
          </p:cNvSpPr>
          <p:nvPr>
            <p:ph type="title"/>
          </p:nvPr>
        </p:nvSpPr>
        <p:spPr/>
        <p:txBody>
          <a:bodyPr/>
          <a:lstStyle/>
          <a:p>
            <a:r>
              <a:rPr lang="en-US" altLang="en-US"/>
              <a:t>But…</a:t>
            </a:r>
          </a:p>
        </p:txBody>
      </p:sp>
      <p:sp>
        <p:nvSpPr>
          <p:cNvPr id="47107" name="Rectangle 1027">
            <a:extLst>
              <a:ext uri="{FF2B5EF4-FFF2-40B4-BE49-F238E27FC236}">
                <a16:creationId xmlns:a16="http://schemas.microsoft.com/office/drawing/2014/main" id="{4908F8EA-61A2-7BB8-317D-5214AB197BDA}"/>
              </a:ext>
            </a:extLst>
          </p:cNvPr>
          <p:cNvSpPr>
            <a:spLocks noGrp="1" noChangeArrowheads="1"/>
          </p:cNvSpPr>
          <p:nvPr>
            <p:ph type="body" idx="1"/>
          </p:nvPr>
        </p:nvSpPr>
        <p:spPr/>
        <p:txBody>
          <a:bodyPr/>
          <a:lstStyle/>
          <a:p>
            <a:pPr>
              <a:buFont typeface="Wingdings" panose="05000000000000000000" pitchFamily="2" charset="2"/>
              <a:buNone/>
            </a:pPr>
            <a:endParaRPr lang="en-US" altLang="en-US"/>
          </a:p>
          <a:p>
            <a:pPr>
              <a:buFont typeface="Wingdings" panose="05000000000000000000" pitchFamily="2" charset="2"/>
              <a:buNone/>
            </a:pPr>
            <a:endParaRPr lang="en-US" altLang="en-US"/>
          </a:p>
          <a:p>
            <a:pPr>
              <a:buFont typeface="Wingdings" panose="05000000000000000000" pitchFamily="2" charset="2"/>
              <a:buNone/>
            </a:pPr>
            <a:r>
              <a:rPr lang="en-US" altLang="en-US"/>
              <a:t>	</a:t>
            </a:r>
            <a:r>
              <a:rPr lang="en-US" altLang="en-US" sz="3600" i="1">
                <a:solidFill>
                  <a:srgbClr val="0C3A80"/>
                </a:solidFill>
              </a:rPr>
              <a:t>Use cases and scenarios are still too much focused on the “solution domain” instead of identifying the </a:t>
            </a:r>
            <a:r>
              <a:rPr lang="en-US" altLang="en-US" sz="3600" i="1" u="sng">
                <a:solidFill>
                  <a:srgbClr val="0C3A80"/>
                </a:solidFill>
              </a:rPr>
              <a:t>real problem</a:t>
            </a:r>
            <a:r>
              <a:rPr lang="en-US" altLang="en-US" sz="3600" i="1">
                <a:solidFill>
                  <a:srgbClr val="0C3A80"/>
                </a:solidFill>
              </a:rPr>
              <a:t> to be addressed.</a:t>
            </a:r>
          </a:p>
          <a:p>
            <a:pPr>
              <a:buFont typeface="Wingdings" panose="05000000000000000000" pitchFamily="2" charset="2"/>
              <a:buNone/>
            </a:pPr>
            <a:r>
              <a:rPr lang="en-US" altLang="en-US">
                <a:sym typeface="Wingdings" panose="05000000000000000000" pitchFamily="2" charset="2"/>
              </a:rPr>
              <a:t>The “Tasks &amp; Support” approach …</a:t>
            </a:r>
            <a:endParaRPr lang="en-US" altLang="en-US" sz="3600" i="1">
              <a:solidFill>
                <a:srgbClr val="0C3A80"/>
              </a:solidFill>
            </a:endParaRPr>
          </a:p>
        </p:txBody>
      </p:sp>
      <p:sp>
        <p:nvSpPr>
          <p:cNvPr id="47108" name="Slide Number Placeholder 1">
            <a:extLst>
              <a:ext uri="{FF2B5EF4-FFF2-40B4-BE49-F238E27FC236}">
                <a16:creationId xmlns:a16="http://schemas.microsoft.com/office/drawing/2014/main" id="{B3650F9A-D7C3-14CB-22BF-5C6BA0ECEEA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5502FF12-E423-45C1-B8A0-6A79A7CD926C}" type="slidenum">
              <a:rPr lang="en-AU" altLang="en-US" sz="1400" smtClean="0">
                <a:latin typeface="Times New Roman" panose="02020603050405020304" pitchFamily="18" charset="0"/>
              </a:rPr>
              <a:pPr>
                <a:spcBef>
                  <a:spcPct val="0"/>
                </a:spcBef>
                <a:buSzTx/>
                <a:buFontTx/>
                <a:buNone/>
              </a:pPr>
              <a:t>23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F625722B-BB61-D7A4-CC4C-33E94D2C9573}"/>
              </a:ext>
            </a:extLst>
          </p:cNvPr>
          <p:cNvSpPr>
            <a:spLocks noChangeArrowheads="1"/>
          </p:cNvSpPr>
          <p:nvPr/>
        </p:nvSpPr>
        <p:spPr bwMode="auto">
          <a:xfrm>
            <a:off x="0" y="1524000"/>
            <a:ext cx="7162800"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pic>
        <p:nvPicPr>
          <p:cNvPr id="49155" name="Picture 6" descr="roadmap">
            <a:extLst>
              <a:ext uri="{FF2B5EF4-FFF2-40B4-BE49-F238E27FC236}">
                <a16:creationId xmlns:a16="http://schemas.microsoft.com/office/drawing/2014/main" id="{F452194C-DE6A-E861-2E8E-5B71E953AA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54175"/>
            <a:ext cx="41910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0196" name="Rectangle 4">
            <a:extLst>
              <a:ext uri="{FF2B5EF4-FFF2-40B4-BE49-F238E27FC236}">
                <a16:creationId xmlns:a16="http://schemas.microsoft.com/office/drawing/2014/main" id="{0DA58ABC-B105-1A05-E7C3-0770AB172077}"/>
              </a:ext>
            </a:extLst>
          </p:cNvPr>
          <p:cNvSpPr>
            <a:spLocks noGrp="1" noChangeArrowheads="1"/>
          </p:cNvSpPr>
          <p:nvPr>
            <p:ph type="title" idx="4294967295"/>
          </p:nvPr>
        </p:nvSpPr>
        <p:spPr/>
        <p:txBody>
          <a:bodyPr/>
          <a:lstStyle/>
          <a:p>
            <a:pPr eaLnBrk="1" hangingPunct="1">
              <a:defRPr/>
            </a:pPr>
            <a:r>
              <a:rPr lang="en-US">
                <a:ea typeface="+mj-ea"/>
                <a:cs typeface="+mj-cs"/>
              </a:rPr>
              <a:t>Outline</a:t>
            </a:r>
          </a:p>
        </p:txBody>
      </p:sp>
      <p:sp>
        <p:nvSpPr>
          <p:cNvPr id="49157" name="Rectangle 4">
            <a:extLst>
              <a:ext uri="{FF2B5EF4-FFF2-40B4-BE49-F238E27FC236}">
                <a16:creationId xmlns:a16="http://schemas.microsoft.com/office/drawing/2014/main" id="{C9570513-3493-9BA6-0CB9-0C9BC0099064}"/>
              </a:ext>
            </a:extLst>
          </p:cNvPr>
          <p:cNvSpPr>
            <a:spLocks noChangeArrowheads="1"/>
          </p:cNvSpPr>
          <p:nvPr/>
        </p:nvSpPr>
        <p:spPr bwMode="auto">
          <a:xfrm>
            <a:off x="914400" y="1371600"/>
            <a:ext cx="69977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eaLnBrk="1" hangingPunct="1"/>
            <a:endParaRPr lang="en-US" altLang="en-US" sz="3600" b="1">
              <a:solidFill>
                <a:schemeClr val="tx2"/>
              </a:solidFill>
            </a:endParaRPr>
          </a:p>
        </p:txBody>
      </p:sp>
      <p:sp>
        <p:nvSpPr>
          <p:cNvPr id="49158" name="Rectangle 6">
            <a:extLst>
              <a:ext uri="{FF2B5EF4-FFF2-40B4-BE49-F238E27FC236}">
                <a16:creationId xmlns:a16="http://schemas.microsoft.com/office/drawing/2014/main" id="{327D7C39-DBBF-16BF-60A8-AAA74962BBA3}"/>
              </a:ext>
            </a:extLst>
          </p:cNvPr>
          <p:cNvSpPr>
            <a:spLocks noChangeArrowheads="1"/>
          </p:cNvSpPr>
          <p:nvPr/>
        </p:nvSpPr>
        <p:spPr bwMode="auto">
          <a:xfrm>
            <a:off x="1079500" y="1143000"/>
            <a:ext cx="7543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85750" indent="-285750">
              <a:defRPr sz="2400">
                <a:solidFill>
                  <a:schemeClr val="tx1"/>
                </a:solidFill>
                <a:latin typeface="Arial Narrow" panose="020B0606020202030204" pitchFamily="34" charset="0"/>
                <a:ea typeface="MS PGothic" panose="020B0600070205080204" pitchFamily="34" charset="-128"/>
              </a:defRPr>
            </a:lvl1pPr>
            <a:lvl2pPr marL="76200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eaLnBrk="1" hangingPunct="1">
              <a:spcBef>
                <a:spcPct val="40000"/>
              </a:spcBef>
              <a:buSzPct val="75000"/>
              <a:buFont typeface="Wingdings" panose="05000000000000000000" pitchFamily="2" charset="2"/>
              <a:buNone/>
            </a:pPr>
            <a:endParaRPr lang="en-US" altLang="en-US" sz="2800"/>
          </a:p>
          <a:p>
            <a:pPr eaLnBrk="1" hangingPunct="1">
              <a:spcBef>
                <a:spcPct val="40000"/>
              </a:spcBef>
              <a:buSzPct val="75000"/>
              <a:buFont typeface="Wingdings" panose="05000000000000000000" pitchFamily="2" charset="2"/>
              <a:buChar char="n"/>
            </a:pPr>
            <a:r>
              <a:rPr lang="en-US" altLang="en-US" sz="2800"/>
              <a:t>Requirements</a:t>
            </a:r>
          </a:p>
          <a:p>
            <a:pPr lvl="1" eaLnBrk="1" hangingPunct="1">
              <a:spcBef>
                <a:spcPct val="40000"/>
              </a:spcBef>
              <a:buClr>
                <a:schemeClr val="tx1"/>
              </a:buClr>
              <a:buSzPct val="85000"/>
              <a:buFont typeface="Wingdings" panose="05000000000000000000" pitchFamily="2" charset="2"/>
              <a:buChar char="¨"/>
            </a:pPr>
            <a:r>
              <a:rPr lang="en-US" altLang="en-US"/>
              <a:t>Requirements Engineering Process / Activities</a:t>
            </a:r>
          </a:p>
          <a:p>
            <a:pPr lvl="1" eaLnBrk="1" hangingPunct="1">
              <a:spcBef>
                <a:spcPct val="40000"/>
              </a:spcBef>
              <a:buClr>
                <a:schemeClr val="tx1"/>
              </a:buClr>
              <a:buSzPct val="85000"/>
              <a:buFont typeface="Wingdings" panose="05000000000000000000" pitchFamily="2" charset="2"/>
              <a:buChar char="¨"/>
            </a:pPr>
            <a:r>
              <a:rPr lang="en-US" altLang="en-US"/>
              <a:t>Types of Requirements</a:t>
            </a:r>
          </a:p>
          <a:p>
            <a:pPr eaLnBrk="1" hangingPunct="1">
              <a:spcBef>
                <a:spcPct val="40000"/>
              </a:spcBef>
              <a:buSzPct val="75000"/>
              <a:buFont typeface="Wingdings" panose="05000000000000000000" pitchFamily="2" charset="2"/>
              <a:buChar char="n"/>
            </a:pPr>
            <a:r>
              <a:rPr lang="en-US" altLang="en-US" sz="2800"/>
              <a:t>Scenarios and Use Cases</a:t>
            </a:r>
          </a:p>
          <a:p>
            <a:pPr eaLnBrk="1" hangingPunct="1">
              <a:spcBef>
                <a:spcPct val="40000"/>
              </a:spcBef>
              <a:buSzPct val="75000"/>
              <a:buFont typeface="Wingdings" panose="05000000000000000000" pitchFamily="2" charset="2"/>
              <a:buChar char="n"/>
            </a:pPr>
            <a:r>
              <a:rPr lang="en-US" altLang="en-US" sz="2800" b="1"/>
              <a:t>Goal-Design Scale</a:t>
            </a:r>
          </a:p>
          <a:p>
            <a:pPr eaLnBrk="1" hangingPunct="1">
              <a:spcBef>
                <a:spcPct val="40000"/>
              </a:spcBef>
              <a:buSzPct val="75000"/>
              <a:buFont typeface="Wingdings" panose="05000000000000000000" pitchFamily="2" charset="2"/>
              <a:buChar char="n"/>
            </a:pPr>
            <a:r>
              <a:rPr lang="en-US" altLang="en-US" sz="2800"/>
              <a:t>Domain Model and Data Requirements</a:t>
            </a:r>
          </a:p>
          <a:p>
            <a:pPr eaLnBrk="1" hangingPunct="1">
              <a:spcBef>
                <a:spcPct val="40000"/>
              </a:spcBef>
              <a:buSzPct val="75000"/>
              <a:buFont typeface="Wingdings" panose="05000000000000000000" pitchFamily="2" charset="2"/>
              <a:buChar char="n"/>
            </a:pPr>
            <a:r>
              <a:rPr lang="en-US" altLang="en-US" sz="2800"/>
              <a:t>Functional Requirements and Task Description</a:t>
            </a:r>
          </a:p>
          <a:p>
            <a:pPr eaLnBrk="1" hangingPunct="1">
              <a:spcBef>
                <a:spcPct val="40000"/>
              </a:spcBef>
              <a:buSzPct val="75000"/>
              <a:buFont typeface="Wingdings" panose="05000000000000000000" pitchFamily="2" charset="2"/>
              <a:buChar char="n"/>
            </a:pPr>
            <a:endParaRPr lang="en-US" altLang="en-US" sz="2800"/>
          </a:p>
        </p:txBody>
      </p:sp>
      <p:sp>
        <p:nvSpPr>
          <p:cNvPr id="49159" name="Slide Number Placeholder 1">
            <a:extLst>
              <a:ext uri="{FF2B5EF4-FFF2-40B4-BE49-F238E27FC236}">
                <a16:creationId xmlns:a16="http://schemas.microsoft.com/office/drawing/2014/main" id="{FE121893-6660-2F1B-F0D1-5FCE81D465C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4E67EFD3-080E-4174-81E6-F162377F9769}" type="slidenum">
              <a:rPr lang="en-AU" altLang="en-US" sz="1400" smtClean="0">
                <a:latin typeface="Times New Roman" panose="02020603050405020304" pitchFamily="18" charset="0"/>
              </a:rPr>
              <a:pPr>
                <a:spcBef>
                  <a:spcPct val="0"/>
                </a:spcBef>
                <a:buSzTx/>
                <a:buFontTx/>
                <a:buNone/>
              </a:pPr>
              <a:t>24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77DC73FB-12BE-5865-3642-4A9E0CDF2F12}"/>
              </a:ext>
            </a:extLst>
          </p:cNvPr>
          <p:cNvSpPr>
            <a:spLocks noChangeArrowheads="1"/>
          </p:cNvSpPr>
          <p:nvPr/>
        </p:nvSpPr>
        <p:spPr bwMode="auto">
          <a:xfrm>
            <a:off x="3814763" y="2733675"/>
            <a:ext cx="1063625" cy="404813"/>
          </a:xfrm>
          <a:prstGeom prst="rect">
            <a:avLst/>
          </a:prstGeom>
          <a:noFill/>
          <a:ln w="57150" cmpd="thinThick">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72000" tIns="36000" rIns="72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solidFill>
                  <a:srgbClr val="0C3A80"/>
                </a:solidFill>
                <a:latin typeface="Arial" panose="020B0604020202020204" pitchFamily="34" charset="0"/>
              </a:rPr>
              <a:t>Product</a:t>
            </a:r>
            <a:endParaRPr lang="en-US" altLang="en-US" b="1">
              <a:latin typeface="Arial" panose="020B0604020202020204" pitchFamily="34" charset="0"/>
            </a:endParaRPr>
          </a:p>
        </p:txBody>
      </p:sp>
      <p:sp>
        <p:nvSpPr>
          <p:cNvPr id="51203" name="Text Box 3">
            <a:extLst>
              <a:ext uri="{FF2B5EF4-FFF2-40B4-BE49-F238E27FC236}">
                <a16:creationId xmlns:a16="http://schemas.microsoft.com/office/drawing/2014/main" id="{E7473870-3A3F-765E-3BA4-D2A7022D9EC2}"/>
              </a:ext>
            </a:extLst>
          </p:cNvPr>
          <p:cNvSpPr txBox="1">
            <a:spLocks noChangeArrowheads="1"/>
          </p:cNvSpPr>
          <p:nvPr/>
        </p:nvSpPr>
        <p:spPr bwMode="auto">
          <a:xfrm>
            <a:off x="4711700" y="2151063"/>
            <a:ext cx="822325" cy="2413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0" rIns="36000" bIns="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400" b="1">
                <a:latin typeface="Arial" panose="020B0604020202020204" pitchFamily="34" charset="0"/>
              </a:rPr>
              <a:t>Platform</a:t>
            </a:r>
            <a:endParaRPr lang="en-US" altLang="en-US" sz="1800" b="1">
              <a:latin typeface="Arial" panose="020B0604020202020204" pitchFamily="34" charset="0"/>
            </a:endParaRPr>
          </a:p>
        </p:txBody>
      </p:sp>
      <p:sp>
        <p:nvSpPr>
          <p:cNvPr id="51204" name="Text Box 4">
            <a:extLst>
              <a:ext uri="{FF2B5EF4-FFF2-40B4-BE49-F238E27FC236}">
                <a16:creationId xmlns:a16="http://schemas.microsoft.com/office/drawing/2014/main" id="{0C0CB28A-C361-398F-2D62-E508F0BA6359}"/>
              </a:ext>
            </a:extLst>
          </p:cNvPr>
          <p:cNvSpPr txBox="1">
            <a:spLocks noChangeArrowheads="1"/>
          </p:cNvSpPr>
          <p:nvPr/>
        </p:nvSpPr>
        <p:spPr bwMode="auto">
          <a:xfrm>
            <a:off x="4721225" y="3452813"/>
            <a:ext cx="1011238" cy="4540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0" rIns="36000" bIns="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400" b="1">
                <a:latin typeface="Arial" panose="020B0604020202020204" pitchFamily="34" charset="0"/>
              </a:rPr>
              <a:t>Control</a:t>
            </a:r>
          </a:p>
          <a:p>
            <a:pPr algn="ctr"/>
            <a:r>
              <a:rPr lang="en-US" altLang="en-US" sz="1400" b="1">
                <a:latin typeface="Arial" panose="020B0604020202020204" pitchFamily="34" charset="0"/>
              </a:rPr>
              <a:t>computers</a:t>
            </a:r>
          </a:p>
        </p:txBody>
      </p:sp>
      <p:sp>
        <p:nvSpPr>
          <p:cNvPr id="51205" name="Text Box 5">
            <a:extLst>
              <a:ext uri="{FF2B5EF4-FFF2-40B4-BE49-F238E27FC236}">
                <a16:creationId xmlns:a16="http://schemas.microsoft.com/office/drawing/2014/main" id="{19D97718-5963-6CDD-93BE-3866740F145C}"/>
              </a:ext>
            </a:extLst>
          </p:cNvPr>
          <p:cNvSpPr txBox="1">
            <a:spLocks noChangeArrowheads="1"/>
          </p:cNvSpPr>
          <p:nvPr/>
        </p:nvSpPr>
        <p:spPr bwMode="auto">
          <a:xfrm>
            <a:off x="838200" y="304800"/>
            <a:ext cx="60039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3200" b="1"/>
              <a:t>Domain and Product Levels</a:t>
            </a:r>
            <a:endParaRPr lang="en-US" altLang="en-US" b="1" u="sng">
              <a:latin typeface="Arial" panose="020B0604020202020204" pitchFamily="34" charset="0"/>
            </a:endParaRPr>
          </a:p>
        </p:txBody>
      </p:sp>
      <p:graphicFrame>
        <p:nvGraphicFramePr>
          <p:cNvPr id="51206" name="Object 6">
            <a:extLst>
              <a:ext uri="{FF2B5EF4-FFF2-40B4-BE49-F238E27FC236}">
                <a16:creationId xmlns:a16="http://schemas.microsoft.com/office/drawing/2014/main" id="{FEB226BC-E35C-E7D2-5FE4-1B93EE48EF60}"/>
              </a:ext>
            </a:extLst>
          </p:cNvPr>
          <p:cNvGraphicFramePr>
            <a:graphicFrameLocks noChangeAspect="1"/>
          </p:cNvGraphicFramePr>
          <p:nvPr/>
        </p:nvGraphicFramePr>
        <p:xfrm>
          <a:off x="2794000" y="3133725"/>
          <a:ext cx="292100" cy="627063"/>
        </p:xfrm>
        <a:graphic>
          <a:graphicData uri="http://schemas.openxmlformats.org/presentationml/2006/ole">
            <mc:AlternateContent xmlns:mc="http://schemas.openxmlformats.org/markup-compatibility/2006">
              <mc:Choice xmlns:v="urn:schemas-microsoft-com:vml" Requires="v">
                <p:oleObj name="Clip" r:id="rId3" imgW="1854200" imgH="4000500" progId="MS_ClipArt_Gallery.2">
                  <p:embed/>
                </p:oleObj>
              </mc:Choice>
              <mc:Fallback>
                <p:oleObj name="Clip" r:id="rId3" imgW="1854200" imgH="4000500" progId="MS_ClipArt_Gallery.2">
                  <p:embed/>
                  <p:pic>
                    <p:nvPicPr>
                      <p:cNvPr id="51206" name="Object 6">
                        <a:extLst>
                          <a:ext uri="{FF2B5EF4-FFF2-40B4-BE49-F238E27FC236}">
                            <a16:creationId xmlns:a16="http://schemas.microsoft.com/office/drawing/2014/main" id="{FEB226BC-E35C-E7D2-5FE4-1B93EE48EF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4000" y="3133725"/>
                        <a:ext cx="292100" cy="62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1207" name="Object 7">
            <a:extLst>
              <a:ext uri="{FF2B5EF4-FFF2-40B4-BE49-F238E27FC236}">
                <a16:creationId xmlns:a16="http://schemas.microsoft.com/office/drawing/2014/main" id="{3A51A5F0-FEF6-14F9-1C40-12D3CB1BB84F}"/>
              </a:ext>
            </a:extLst>
          </p:cNvPr>
          <p:cNvGraphicFramePr>
            <a:graphicFrameLocks noChangeAspect="1"/>
          </p:cNvGraphicFramePr>
          <p:nvPr/>
        </p:nvGraphicFramePr>
        <p:xfrm>
          <a:off x="2714625" y="2151063"/>
          <a:ext cx="490538" cy="688975"/>
        </p:xfrm>
        <a:graphic>
          <a:graphicData uri="http://schemas.openxmlformats.org/presentationml/2006/ole">
            <mc:AlternateContent xmlns:mc="http://schemas.openxmlformats.org/markup-compatibility/2006">
              <mc:Choice xmlns:v="urn:schemas-microsoft-com:vml" Requires="v">
                <p:oleObj name="Clip" r:id="rId5" imgW="2679700" imgH="3759200" progId="MS_ClipArt_Gallery.2">
                  <p:embed/>
                </p:oleObj>
              </mc:Choice>
              <mc:Fallback>
                <p:oleObj name="Clip" r:id="rId5" imgW="2679700" imgH="3759200" progId="MS_ClipArt_Gallery.2">
                  <p:embed/>
                  <p:pic>
                    <p:nvPicPr>
                      <p:cNvPr id="51207" name="Object 7">
                        <a:extLst>
                          <a:ext uri="{FF2B5EF4-FFF2-40B4-BE49-F238E27FC236}">
                            <a16:creationId xmlns:a16="http://schemas.microsoft.com/office/drawing/2014/main" id="{3A51A5F0-FEF6-14F9-1C40-12D3CB1BB8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4625" y="2151063"/>
                        <a:ext cx="490538" cy="688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1208" name="Text Box 8">
            <a:extLst>
              <a:ext uri="{FF2B5EF4-FFF2-40B4-BE49-F238E27FC236}">
                <a16:creationId xmlns:a16="http://schemas.microsoft.com/office/drawing/2014/main" id="{B4CB228E-7E47-0320-55CC-2AD788D4D1A9}"/>
              </a:ext>
            </a:extLst>
          </p:cNvPr>
          <p:cNvSpPr txBox="1">
            <a:spLocks noChangeArrowheads="1"/>
          </p:cNvSpPr>
          <p:nvPr/>
        </p:nvSpPr>
        <p:spPr bwMode="auto">
          <a:xfrm>
            <a:off x="2792413" y="3452813"/>
            <a:ext cx="1158875"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600" b="1">
                <a:latin typeface="Arial" panose="020B0604020202020204" pitchFamily="34" charset="0"/>
              </a:rPr>
              <a:t>User </a:t>
            </a:r>
            <a:endParaRPr lang="en-US" altLang="en-US" sz="1600">
              <a:latin typeface="Arial" panose="020B0604020202020204" pitchFamily="34" charset="0"/>
            </a:endParaRPr>
          </a:p>
          <a:p>
            <a:pPr algn="ctr"/>
            <a:r>
              <a:rPr lang="en-US" altLang="en-US" sz="1800" b="1">
                <a:latin typeface="Arial" panose="020B0604020202020204" pitchFamily="34" charset="0"/>
              </a:rPr>
              <a:t>activities</a:t>
            </a:r>
          </a:p>
        </p:txBody>
      </p:sp>
      <p:sp>
        <p:nvSpPr>
          <p:cNvPr id="51209" name="Line 9">
            <a:extLst>
              <a:ext uri="{FF2B5EF4-FFF2-40B4-BE49-F238E27FC236}">
                <a16:creationId xmlns:a16="http://schemas.microsoft.com/office/drawing/2014/main" id="{AB8A9594-45D9-5763-742C-0C5960083911}"/>
              </a:ext>
            </a:extLst>
          </p:cNvPr>
          <p:cNvSpPr>
            <a:spLocks noChangeShapeType="1"/>
          </p:cNvSpPr>
          <p:nvPr/>
        </p:nvSpPr>
        <p:spPr bwMode="auto">
          <a:xfrm flipV="1">
            <a:off x="4456113" y="2279650"/>
            <a:ext cx="209550" cy="452438"/>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en-GB"/>
          </a:p>
        </p:txBody>
      </p:sp>
      <p:sp>
        <p:nvSpPr>
          <p:cNvPr id="51210" name="Line 10">
            <a:extLst>
              <a:ext uri="{FF2B5EF4-FFF2-40B4-BE49-F238E27FC236}">
                <a16:creationId xmlns:a16="http://schemas.microsoft.com/office/drawing/2014/main" id="{697F3461-BDE6-7AA0-7BD2-E7BF5CF48AC3}"/>
              </a:ext>
            </a:extLst>
          </p:cNvPr>
          <p:cNvSpPr>
            <a:spLocks noChangeShapeType="1"/>
          </p:cNvSpPr>
          <p:nvPr/>
        </p:nvSpPr>
        <p:spPr bwMode="auto">
          <a:xfrm>
            <a:off x="3205163" y="2598738"/>
            <a:ext cx="569912" cy="192087"/>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en-GB"/>
          </a:p>
        </p:txBody>
      </p:sp>
      <p:sp>
        <p:nvSpPr>
          <p:cNvPr id="51211" name="Line 11">
            <a:extLst>
              <a:ext uri="{FF2B5EF4-FFF2-40B4-BE49-F238E27FC236}">
                <a16:creationId xmlns:a16="http://schemas.microsoft.com/office/drawing/2014/main" id="{4D1657B3-79A1-76C6-1410-6A599308471E}"/>
              </a:ext>
            </a:extLst>
          </p:cNvPr>
          <p:cNvSpPr>
            <a:spLocks noChangeShapeType="1"/>
          </p:cNvSpPr>
          <p:nvPr/>
        </p:nvSpPr>
        <p:spPr bwMode="auto">
          <a:xfrm>
            <a:off x="4456113" y="3133725"/>
            <a:ext cx="209550" cy="485775"/>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en-GB"/>
          </a:p>
        </p:txBody>
      </p:sp>
      <p:sp>
        <p:nvSpPr>
          <p:cNvPr id="51212" name="Line 12">
            <a:extLst>
              <a:ext uri="{FF2B5EF4-FFF2-40B4-BE49-F238E27FC236}">
                <a16:creationId xmlns:a16="http://schemas.microsoft.com/office/drawing/2014/main" id="{D981102F-B37C-8E99-E276-7887D6B61A6C}"/>
              </a:ext>
            </a:extLst>
          </p:cNvPr>
          <p:cNvSpPr>
            <a:spLocks noChangeShapeType="1"/>
          </p:cNvSpPr>
          <p:nvPr/>
        </p:nvSpPr>
        <p:spPr bwMode="auto">
          <a:xfrm flipV="1">
            <a:off x="3205163" y="3133725"/>
            <a:ext cx="569912" cy="319088"/>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en-GB"/>
          </a:p>
        </p:txBody>
      </p:sp>
      <p:sp>
        <p:nvSpPr>
          <p:cNvPr id="51213" name="Oval 13">
            <a:extLst>
              <a:ext uri="{FF2B5EF4-FFF2-40B4-BE49-F238E27FC236}">
                <a16:creationId xmlns:a16="http://schemas.microsoft.com/office/drawing/2014/main" id="{CAD149D1-192C-3D0C-E76D-2EDC5425E215}"/>
              </a:ext>
            </a:extLst>
          </p:cNvPr>
          <p:cNvSpPr>
            <a:spLocks noChangeArrowheads="1"/>
          </p:cNvSpPr>
          <p:nvPr/>
        </p:nvSpPr>
        <p:spPr bwMode="auto">
          <a:xfrm>
            <a:off x="2451100" y="1166813"/>
            <a:ext cx="3690938" cy="3690937"/>
          </a:xfrm>
          <a:prstGeom prst="ellipse">
            <a:avLst/>
          </a:prstGeom>
          <a:noFill/>
          <a:ln w="2857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sp>
        <p:nvSpPr>
          <p:cNvPr id="51214" name="Text Box 14">
            <a:extLst>
              <a:ext uri="{FF2B5EF4-FFF2-40B4-BE49-F238E27FC236}">
                <a16:creationId xmlns:a16="http://schemas.microsoft.com/office/drawing/2014/main" id="{E98C4F77-5192-CC24-711C-C527005EAB05}"/>
              </a:ext>
            </a:extLst>
          </p:cNvPr>
          <p:cNvSpPr txBox="1">
            <a:spLocks noChangeArrowheads="1"/>
          </p:cNvSpPr>
          <p:nvPr/>
        </p:nvSpPr>
        <p:spPr bwMode="auto">
          <a:xfrm>
            <a:off x="3492500" y="1371600"/>
            <a:ext cx="17272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solidFill>
                  <a:srgbClr val="0C3A80"/>
                </a:solidFill>
                <a:latin typeface="Arial" panose="020B0604020202020204" pitchFamily="34" charset="0"/>
              </a:rPr>
              <a:t>Inner Domain</a:t>
            </a:r>
            <a:endParaRPr lang="en-US" altLang="en-US" sz="1800">
              <a:solidFill>
                <a:srgbClr val="0C3A80"/>
              </a:solidFill>
              <a:latin typeface="Arial" panose="020B0604020202020204" pitchFamily="34" charset="0"/>
            </a:endParaRPr>
          </a:p>
        </p:txBody>
      </p:sp>
      <p:sp>
        <p:nvSpPr>
          <p:cNvPr id="51215" name="Line 15">
            <a:extLst>
              <a:ext uri="{FF2B5EF4-FFF2-40B4-BE49-F238E27FC236}">
                <a16:creationId xmlns:a16="http://schemas.microsoft.com/office/drawing/2014/main" id="{D5E1AE21-E1DC-7355-9B40-0D80A8BB25F2}"/>
              </a:ext>
            </a:extLst>
          </p:cNvPr>
          <p:cNvSpPr>
            <a:spLocks noChangeShapeType="1"/>
          </p:cNvSpPr>
          <p:nvPr/>
        </p:nvSpPr>
        <p:spPr bwMode="auto">
          <a:xfrm>
            <a:off x="5791200" y="3643313"/>
            <a:ext cx="762000" cy="3810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en-GB"/>
          </a:p>
        </p:txBody>
      </p:sp>
      <p:sp>
        <p:nvSpPr>
          <p:cNvPr id="51216" name="Line 16">
            <a:extLst>
              <a:ext uri="{FF2B5EF4-FFF2-40B4-BE49-F238E27FC236}">
                <a16:creationId xmlns:a16="http://schemas.microsoft.com/office/drawing/2014/main" id="{954D1B2E-B299-DE4F-2ADB-4069E2186920}"/>
              </a:ext>
            </a:extLst>
          </p:cNvPr>
          <p:cNvSpPr>
            <a:spLocks noChangeShapeType="1"/>
          </p:cNvSpPr>
          <p:nvPr/>
        </p:nvSpPr>
        <p:spPr bwMode="auto">
          <a:xfrm flipV="1">
            <a:off x="1981200" y="3452813"/>
            <a:ext cx="736600" cy="1905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en-GB"/>
          </a:p>
        </p:txBody>
      </p:sp>
      <p:sp>
        <p:nvSpPr>
          <p:cNvPr id="51217" name="Line 17">
            <a:extLst>
              <a:ext uri="{FF2B5EF4-FFF2-40B4-BE49-F238E27FC236}">
                <a16:creationId xmlns:a16="http://schemas.microsoft.com/office/drawing/2014/main" id="{F1D6F7DB-F071-9ED3-2499-466809BE9FCF}"/>
              </a:ext>
            </a:extLst>
          </p:cNvPr>
          <p:cNvSpPr>
            <a:spLocks noChangeShapeType="1"/>
          </p:cNvSpPr>
          <p:nvPr/>
        </p:nvSpPr>
        <p:spPr bwMode="auto">
          <a:xfrm>
            <a:off x="2057400" y="2271713"/>
            <a:ext cx="657225" cy="346075"/>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en-GB"/>
          </a:p>
        </p:txBody>
      </p:sp>
      <p:pic>
        <p:nvPicPr>
          <p:cNvPr id="51218" name="Picture 18" descr="ELEVATOR">
            <a:extLst>
              <a:ext uri="{FF2B5EF4-FFF2-40B4-BE49-F238E27FC236}">
                <a16:creationId xmlns:a16="http://schemas.microsoft.com/office/drawing/2014/main" id="{9A28907F-CF4B-459B-7BC5-8C80A0FC9E0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37338" y="3719513"/>
            <a:ext cx="781050"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19" name="Picture 19" descr="ARBKVIND">
            <a:extLst>
              <a:ext uri="{FF2B5EF4-FFF2-40B4-BE49-F238E27FC236}">
                <a16:creationId xmlns:a16="http://schemas.microsoft.com/office/drawing/2014/main" id="{9CF815CA-969C-9822-1D8D-80DF858FBA7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1871663"/>
            <a:ext cx="34925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0" name="AutoShape 20">
            <a:extLst>
              <a:ext uri="{FF2B5EF4-FFF2-40B4-BE49-F238E27FC236}">
                <a16:creationId xmlns:a16="http://schemas.microsoft.com/office/drawing/2014/main" id="{B0961752-C42E-E636-2B88-BFDBB0C2592F}"/>
              </a:ext>
            </a:extLst>
          </p:cNvPr>
          <p:cNvSpPr>
            <a:spLocks noChangeArrowheads="1"/>
          </p:cNvSpPr>
          <p:nvPr/>
        </p:nvSpPr>
        <p:spPr bwMode="auto">
          <a:xfrm>
            <a:off x="1371600" y="4100513"/>
            <a:ext cx="952500" cy="695325"/>
          </a:xfrm>
          <a:prstGeom prst="wedgeRoundRectCallout">
            <a:avLst>
              <a:gd name="adj1" fmla="val 71167"/>
              <a:gd name="adj2" fmla="val -122602"/>
              <a:gd name="adj3" fmla="val 16667"/>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spcBef>
                <a:spcPct val="50000"/>
              </a:spcBef>
            </a:pPr>
            <a:r>
              <a:rPr lang="en-US" altLang="en-US" sz="1800">
                <a:latin typeface="Arial" panose="020B0604020202020204" pitchFamily="34" charset="0"/>
              </a:rPr>
              <a:t>Domain</a:t>
            </a:r>
          </a:p>
          <a:p>
            <a:pPr algn="ctr"/>
            <a:r>
              <a:rPr lang="en-US" altLang="en-US" sz="1800">
                <a:latin typeface="Arial" panose="020B0604020202020204" pitchFamily="34" charset="0"/>
              </a:rPr>
              <a:t>I/O</a:t>
            </a:r>
          </a:p>
        </p:txBody>
      </p:sp>
      <p:sp>
        <p:nvSpPr>
          <p:cNvPr id="51221" name="AutoShape 21">
            <a:extLst>
              <a:ext uri="{FF2B5EF4-FFF2-40B4-BE49-F238E27FC236}">
                <a16:creationId xmlns:a16="http://schemas.microsoft.com/office/drawing/2014/main" id="{804064A1-EB57-BBC5-B882-8D5DD07F3DA0}"/>
              </a:ext>
            </a:extLst>
          </p:cNvPr>
          <p:cNvSpPr>
            <a:spLocks noChangeArrowheads="1"/>
          </p:cNvSpPr>
          <p:nvPr/>
        </p:nvSpPr>
        <p:spPr bwMode="auto">
          <a:xfrm>
            <a:off x="3952875" y="4492625"/>
            <a:ext cx="952500" cy="695325"/>
          </a:xfrm>
          <a:prstGeom prst="wedgeRoundRectCallout">
            <a:avLst>
              <a:gd name="adj1" fmla="val -68333"/>
              <a:gd name="adj2" fmla="val -247491"/>
              <a:gd name="adj3" fmla="val 16667"/>
            </a:avLst>
          </a:prstGeom>
          <a:solidFill>
            <a:schemeClr val="bg1"/>
          </a:solidFill>
          <a:ln w="28575">
            <a:solidFill>
              <a:schemeClr val="tx1"/>
            </a:solidFill>
            <a:miter lim="800000"/>
            <a:headEnd/>
            <a:tailEnd/>
          </a:ln>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spcBef>
                <a:spcPct val="50000"/>
              </a:spcBef>
            </a:pPr>
            <a:r>
              <a:rPr lang="en-US" altLang="en-US" sz="1800">
                <a:latin typeface="Arial" panose="020B0604020202020204" pitchFamily="34" charset="0"/>
              </a:rPr>
              <a:t>Product</a:t>
            </a:r>
          </a:p>
          <a:p>
            <a:pPr algn="ctr"/>
            <a:r>
              <a:rPr lang="en-US" altLang="en-US" sz="1800">
                <a:latin typeface="Arial" panose="020B0604020202020204" pitchFamily="34" charset="0"/>
              </a:rPr>
              <a:t>I/O</a:t>
            </a:r>
            <a:endParaRPr lang="en-US" altLang="en-US" sz="1800" b="1">
              <a:latin typeface="Arial" panose="020B0604020202020204" pitchFamily="34" charset="0"/>
            </a:endParaRPr>
          </a:p>
        </p:txBody>
      </p:sp>
      <p:sp>
        <p:nvSpPr>
          <p:cNvPr id="51222" name="Text Box 22">
            <a:extLst>
              <a:ext uri="{FF2B5EF4-FFF2-40B4-BE49-F238E27FC236}">
                <a16:creationId xmlns:a16="http://schemas.microsoft.com/office/drawing/2014/main" id="{5CB63536-8001-4224-7A48-5BFD24235843}"/>
              </a:ext>
            </a:extLst>
          </p:cNvPr>
          <p:cNvSpPr txBox="1">
            <a:spLocks noChangeArrowheads="1"/>
          </p:cNvSpPr>
          <p:nvPr/>
        </p:nvSpPr>
        <p:spPr bwMode="auto">
          <a:xfrm>
            <a:off x="5181600" y="5319713"/>
            <a:ext cx="3109913"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tabLst>
                <a:tab pos="195263"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195263"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195263"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195263"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195263"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195263"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195263"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195263"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195263" algn="l"/>
              </a:tabLs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solidFill>
                  <a:srgbClr val="7E0401"/>
                </a:solidFill>
                <a:latin typeface="Arial" panose="020B0604020202020204" pitchFamily="34" charset="0"/>
              </a:rPr>
              <a:t>Product-level requirements</a:t>
            </a:r>
            <a:r>
              <a:rPr lang="en-US" altLang="en-US" sz="1800" b="1">
                <a:latin typeface="Arial" panose="020B0604020202020204" pitchFamily="34" charset="0"/>
              </a:rPr>
              <a:t>:</a:t>
            </a:r>
          </a:p>
          <a:p>
            <a:r>
              <a:rPr lang="en-US" altLang="en-US" sz="1800" b="1">
                <a:latin typeface="Arial" panose="020B0604020202020204" pitchFamily="34" charset="0"/>
              </a:rPr>
              <a:t>	</a:t>
            </a:r>
            <a:r>
              <a:rPr lang="en-US" altLang="en-US" sz="1800">
                <a:latin typeface="Arial" panose="020B0604020202020204" pitchFamily="34" charset="0"/>
              </a:rPr>
              <a:t>The product shall accept </a:t>
            </a:r>
          </a:p>
          <a:p>
            <a:r>
              <a:rPr lang="en-US" altLang="en-US" sz="1800">
                <a:latin typeface="Arial" panose="020B0604020202020204" pitchFamily="34" charset="0"/>
              </a:rPr>
              <a:t>	the following input: . . .</a:t>
            </a:r>
            <a:endParaRPr lang="en-US" altLang="en-US" sz="1800" b="1">
              <a:latin typeface="Arial" panose="020B0604020202020204" pitchFamily="34" charset="0"/>
            </a:endParaRPr>
          </a:p>
        </p:txBody>
      </p:sp>
      <p:pic>
        <p:nvPicPr>
          <p:cNvPr id="51223" name="Picture 23" descr="TOEMMR2">
            <a:extLst>
              <a:ext uri="{FF2B5EF4-FFF2-40B4-BE49-F238E27FC236}">
                <a16:creationId xmlns:a16="http://schemas.microsoft.com/office/drawing/2014/main" id="{D357874C-7699-A8C2-77A7-0074B17EBD8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47800" y="3262313"/>
            <a:ext cx="452438"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4" name="Text Box 24">
            <a:extLst>
              <a:ext uri="{FF2B5EF4-FFF2-40B4-BE49-F238E27FC236}">
                <a16:creationId xmlns:a16="http://schemas.microsoft.com/office/drawing/2014/main" id="{48ED6501-AD79-D8EA-EE24-8C4F850FE847}"/>
              </a:ext>
            </a:extLst>
          </p:cNvPr>
          <p:cNvSpPr txBox="1">
            <a:spLocks noChangeArrowheads="1"/>
          </p:cNvSpPr>
          <p:nvPr/>
        </p:nvSpPr>
        <p:spPr bwMode="auto">
          <a:xfrm>
            <a:off x="762000" y="2809875"/>
            <a:ext cx="8588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600" b="1">
                <a:latin typeface="Arial" panose="020B0604020202020204" pitchFamily="34" charset="0"/>
              </a:rPr>
              <a:t>Clients</a:t>
            </a:r>
            <a:endParaRPr lang="en-US" altLang="en-US" sz="1600">
              <a:latin typeface="Arial" panose="020B0604020202020204" pitchFamily="34" charset="0"/>
            </a:endParaRPr>
          </a:p>
        </p:txBody>
      </p:sp>
      <p:sp>
        <p:nvSpPr>
          <p:cNvPr id="51225" name="Text Box 25">
            <a:extLst>
              <a:ext uri="{FF2B5EF4-FFF2-40B4-BE49-F238E27FC236}">
                <a16:creationId xmlns:a16="http://schemas.microsoft.com/office/drawing/2014/main" id="{B8C1B077-518A-DF95-AD45-20ECEC8096BB}"/>
              </a:ext>
            </a:extLst>
          </p:cNvPr>
          <p:cNvSpPr txBox="1">
            <a:spLocks noChangeArrowheads="1"/>
          </p:cNvSpPr>
          <p:nvPr/>
        </p:nvSpPr>
        <p:spPr bwMode="auto">
          <a:xfrm>
            <a:off x="609600" y="1371600"/>
            <a:ext cx="23018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lgn="ctr">
              <a:spcBef>
                <a:spcPct val="0"/>
              </a:spcBef>
              <a:buSzTx/>
              <a:buFontTx/>
              <a:buNone/>
            </a:pPr>
            <a:r>
              <a:rPr lang="en-US" altLang="en-US" sz="1800" b="1">
                <a:latin typeface="Arial" panose="020B0604020202020204" pitchFamily="34" charset="0"/>
              </a:rPr>
              <a:t>“Business” domain</a:t>
            </a:r>
            <a:endParaRPr lang="en-US" altLang="en-US" sz="1800">
              <a:latin typeface="Arial" panose="020B0604020202020204" pitchFamily="34" charset="0"/>
            </a:endParaRPr>
          </a:p>
        </p:txBody>
      </p:sp>
      <p:sp>
        <p:nvSpPr>
          <p:cNvPr id="51226" name="AutoShape 26">
            <a:extLst>
              <a:ext uri="{FF2B5EF4-FFF2-40B4-BE49-F238E27FC236}">
                <a16:creationId xmlns:a16="http://schemas.microsoft.com/office/drawing/2014/main" id="{B7D8E094-AA17-CC19-8015-0A8287A80678}"/>
              </a:ext>
            </a:extLst>
          </p:cNvPr>
          <p:cNvSpPr>
            <a:spLocks noChangeArrowheads="1"/>
          </p:cNvSpPr>
          <p:nvPr/>
        </p:nvSpPr>
        <p:spPr bwMode="auto">
          <a:xfrm>
            <a:off x="6119813" y="1281113"/>
            <a:ext cx="1423987" cy="525462"/>
          </a:xfrm>
          <a:prstGeom prst="cloudCallout">
            <a:avLst>
              <a:gd name="adj1" fmla="val -68505"/>
              <a:gd name="adj2" fmla="val 38819"/>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GB" altLang="en-US" sz="1800" b="1" noProof="1">
                <a:latin typeface="Arial" panose="020B0604020202020204" pitchFamily="34" charset="0"/>
              </a:rPr>
              <a:t>Actors?</a:t>
            </a:r>
          </a:p>
        </p:txBody>
      </p:sp>
      <p:sp>
        <p:nvSpPr>
          <p:cNvPr id="51227" name="Text Box 27">
            <a:extLst>
              <a:ext uri="{FF2B5EF4-FFF2-40B4-BE49-F238E27FC236}">
                <a16:creationId xmlns:a16="http://schemas.microsoft.com/office/drawing/2014/main" id="{5259ADC0-218C-1EB8-1377-D94F87F8E19F}"/>
              </a:ext>
            </a:extLst>
          </p:cNvPr>
          <p:cNvSpPr txBox="1">
            <a:spLocks noChangeArrowheads="1"/>
          </p:cNvSpPr>
          <p:nvPr/>
        </p:nvSpPr>
        <p:spPr bwMode="auto">
          <a:xfrm>
            <a:off x="6448425" y="4497388"/>
            <a:ext cx="10953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600" b="1">
                <a:latin typeface="Arial" panose="020B0604020202020204" pitchFamily="34" charset="0"/>
              </a:rPr>
              <a:t>Elevators</a:t>
            </a:r>
            <a:endParaRPr lang="en-US" altLang="en-US" sz="1600">
              <a:latin typeface="Arial" panose="020B0604020202020204" pitchFamily="34" charset="0"/>
            </a:endParaRPr>
          </a:p>
        </p:txBody>
      </p:sp>
      <p:sp>
        <p:nvSpPr>
          <p:cNvPr id="51228" name="Text Box 28">
            <a:extLst>
              <a:ext uri="{FF2B5EF4-FFF2-40B4-BE49-F238E27FC236}">
                <a16:creationId xmlns:a16="http://schemas.microsoft.com/office/drawing/2014/main" id="{3AE671A7-D249-8589-C4E2-766A7E5EC9E9}"/>
              </a:ext>
            </a:extLst>
          </p:cNvPr>
          <p:cNvSpPr txBox="1">
            <a:spLocks noChangeArrowheads="1"/>
          </p:cNvSpPr>
          <p:nvPr/>
        </p:nvSpPr>
        <p:spPr bwMode="auto">
          <a:xfrm>
            <a:off x="685800" y="5319713"/>
            <a:ext cx="3617913"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tabLst>
                <a:tab pos="38100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38100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38100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38100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38100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38100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38100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38100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381000" algn="l"/>
              </a:tabLs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solidFill>
                  <a:srgbClr val="7E0401"/>
                </a:solidFill>
                <a:latin typeface="Arial" panose="020B0604020202020204" pitchFamily="34" charset="0"/>
              </a:rPr>
              <a:t>Domain-level requirements</a:t>
            </a:r>
            <a:r>
              <a:rPr lang="en-US" altLang="en-US" sz="1800" b="1">
                <a:latin typeface="Arial" panose="020B0604020202020204" pitchFamily="34" charset="0"/>
              </a:rPr>
              <a:t>:</a:t>
            </a:r>
          </a:p>
          <a:p>
            <a:r>
              <a:rPr lang="en-US" altLang="en-US" sz="1800" b="1">
                <a:latin typeface="Arial" panose="020B0604020202020204" pitchFamily="34" charset="0"/>
              </a:rPr>
              <a:t>	</a:t>
            </a:r>
            <a:r>
              <a:rPr lang="en-US" altLang="en-US" sz="1800">
                <a:latin typeface="Arial" panose="020B0604020202020204" pitchFamily="34" charset="0"/>
              </a:rPr>
              <a:t>The product </a:t>
            </a:r>
            <a:r>
              <a:rPr lang="en-US" altLang="en-US" sz="1800" i="1">
                <a:solidFill>
                  <a:srgbClr val="0C3A80"/>
                </a:solidFill>
                <a:latin typeface="Arial" panose="020B0604020202020204" pitchFamily="34" charset="0"/>
              </a:rPr>
              <a:t>shall support</a:t>
            </a:r>
            <a:r>
              <a:rPr lang="en-US" altLang="en-US" sz="1800">
                <a:latin typeface="Arial" panose="020B0604020202020204" pitchFamily="34" charset="0"/>
              </a:rPr>
              <a:t> </a:t>
            </a:r>
          </a:p>
          <a:p>
            <a:r>
              <a:rPr lang="en-US" altLang="en-US" sz="1800">
                <a:latin typeface="Arial" panose="020B0604020202020204" pitchFamily="34" charset="0"/>
              </a:rPr>
              <a:t>	the following user activities: . . .</a:t>
            </a:r>
            <a:endParaRPr lang="en-US" altLang="en-US" sz="1800" b="1">
              <a:latin typeface="Arial" panose="020B0604020202020204" pitchFamily="34" charset="0"/>
            </a:endParaRPr>
          </a:p>
        </p:txBody>
      </p:sp>
      <p:sp>
        <p:nvSpPr>
          <p:cNvPr id="51229" name="Slide Number Placeholder 1">
            <a:extLst>
              <a:ext uri="{FF2B5EF4-FFF2-40B4-BE49-F238E27FC236}">
                <a16:creationId xmlns:a16="http://schemas.microsoft.com/office/drawing/2014/main" id="{D5021F9B-996E-85D9-88C2-9FF1CD6C6A6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430A2D8-58A9-4C81-AE52-A6776A492ED0}" type="slidenum">
              <a:rPr lang="en-AU" altLang="en-US" sz="1400" smtClean="0">
                <a:latin typeface="Times New Roman" panose="02020603050405020304" pitchFamily="18" charset="0"/>
              </a:rPr>
              <a:pPr>
                <a:spcBef>
                  <a:spcPct val="0"/>
                </a:spcBef>
                <a:buSzTx/>
                <a:buFontTx/>
                <a:buNone/>
              </a:pPr>
              <a:t>25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DED83F56-415A-FF0C-8388-6003194D1CC0}"/>
              </a:ext>
            </a:extLst>
          </p:cNvPr>
          <p:cNvSpPr>
            <a:spLocks noGrp="1" noChangeArrowheads="1"/>
          </p:cNvSpPr>
          <p:nvPr>
            <p:ph type="title"/>
          </p:nvPr>
        </p:nvSpPr>
        <p:spPr/>
        <p:txBody>
          <a:bodyPr/>
          <a:lstStyle/>
          <a:p>
            <a:pPr>
              <a:defRPr/>
            </a:pPr>
            <a:r>
              <a:rPr lang="en-AU">
                <a:ea typeface="+mj-ea"/>
                <a:cs typeface="+mj-cs"/>
              </a:rPr>
              <a:t>The Goal-Design Scale</a:t>
            </a:r>
            <a:endParaRPr lang="en-US">
              <a:ea typeface="+mj-ea"/>
              <a:cs typeface="+mj-cs"/>
            </a:endParaRPr>
          </a:p>
        </p:txBody>
      </p:sp>
      <p:sp>
        <p:nvSpPr>
          <p:cNvPr id="141315" name="Rectangle 3">
            <a:extLst>
              <a:ext uri="{FF2B5EF4-FFF2-40B4-BE49-F238E27FC236}">
                <a16:creationId xmlns:a16="http://schemas.microsoft.com/office/drawing/2014/main" id="{5BBBD6E1-5A96-A20A-3EF0-287B79461D92}"/>
              </a:ext>
            </a:extLst>
          </p:cNvPr>
          <p:cNvSpPr>
            <a:spLocks noGrp="1" noChangeArrowheads="1"/>
          </p:cNvSpPr>
          <p:nvPr>
            <p:ph type="body" idx="1"/>
          </p:nvPr>
        </p:nvSpPr>
        <p:spPr/>
        <p:txBody>
          <a:bodyPr/>
          <a:lstStyle/>
          <a:p>
            <a:pPr>
              <a:buFont typeface="Wingdings" charset="0"/>
              <a:buNone/>
              <a:defRPr/>
            </a:pPr>
            <a:endParaRPr lang="en-US" sz="1400" dirty="0">
              <a:ea typeface="+mn-ea"/>
              <a:cs typeface="+mn-cs"/>
            </a:endParaRPr>
          </a:p>
          <a:p>
            <a:pPr>
              <a:buFont typeface="Wingdings" charset="0"/>
              <a:buChar char="n"/>
              <a:defRPr/>
            </a:pPr>
            <a:r>
              <a:rPr lang="en-AU" i="1" dirty="0">
                <a:ea typeface="+mn-ea"/>
                <a:cs typeface="+mn-cs"/>
              </a:rPr>
              <a:t>Goal level</a:t>
            </a:r>
            <a:r>
              <a:rPr lang="en-AU" dirty="0">
                <a:ea typeface="+mn-ea"/>
                <a:cs typeface="+mn-cs"/>
              </a:rPr>
              <a:t> requirements specify business goals.</a:t>
            </a:r>
          </a:p>
          <a:p>
            <a:pPr>
              <a:buFont typeface="Wingdings" charset="0"/>
              <a:buChar char="n"/>
              <a:defRPr/>
            </a:pPr>
            <a:r>
              <a:rPr lang="en-AU" i="1" dirty="0">
                <a:ea typeface="+mn-ea"/>
                <a:cs typeface="+mn-cs"/>
              </a:rPr>
              <a:t>Domain level</a:t>
            </a:r>
            <a:r>
              <a:rPr lang="en-AU" dirty="0">
                <a:ea typeface="+mn-ea"/>
                <a:cs typeface="+mn-cs"/>
              </a:rPr>
              <a:t> requirements specify the activities that go on outside the product (i.e. in the domain).</a:t>
            </a:r>
          </a:p>
          <a:p>
            <a:pPr>
              <a:buFont typeface="Wingdings" charset="0"/>
              <a:buChar char="n"/>
              <a:defRPr/>
            </a:pPr>
            <a:r>
              <a:rPr lang="en-AU" i="1" dirty="0">
                <a:ea typeface="+mn-ea"/>
                <a:cs typeface="+mn-cs"/>
              </a:rPr>
              <a:t>Product level</a:t>
            </a:r>
            <a:r>
              <a:rPr lang="en-AU" dirty="0">
                <a:ea typeface="+mn-ea"/>
                <a:cs typeface="+mn-cs"/>
              </a:rPr>
              <a:t> requirements specify what should come in and out of the product.</a:t>
            </a:r>
          </a:p>
          <a:p>
            <a:pPr>
              <a:buFont typeface="Wingdings" charset="0"/>
              <a:buChar char="n"/>
              <a:defRPr/>
            </a:pPr>
            <a:r>
              <a:rPr lang="en-AU" i="1" dirty="0">
                <a:ea typeface="+mn-ea"/>
                <a:cs typeface="+mn-cs"/>
              </a:rPr>
              <a:t>Design level</a:t>
            </a:r>
            <a:r>
              <a:rPr lang="en-AU" dirty="0">
                <a:ea typeface="+mn-ea"/>
                <a:cs typeface="+mn-cs"/>
              </a:rPr>
              <a:t> requirements specify user-interface details and internals of the system.</a:t>
            </a:r>
            <a:endParaRPr lang="en-US" dirty="0">
              <a:ea typeface="+mn-ea"/>
              <a:cs typeface="+mn-cs"/>
            </a:endParaRPr>
          </a:p>
        </p:txBody>
      </p:sp>
      <p:sp>
        <p:nvSpPr>
          <p:cNvPr id="53252" name="Slide Number Placeholder 1">
            <a:extLst>
              <a:ext uri="{FF2B5EF4-FFF2-40B4-BE49-F238E27FC236}">
                <a16:creationId xmlns:a16="http://schemas.microsoft.com/office/drawing/2014/main" id="{37363ABD-7079-35BF-6A2A-0C5C324B8B5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85A3BE4E-CEC9-4419-B7E0-A85A35F2C95D}" type="slidenum">
              <a:rPr lang="en-AU" altLang="en-US" sz="1400" smtClean="0">
                <a:latin typeface="Times New Roman" panose="02020603050405020304" pitchFamily="18" charset="0"/>
              </a:rPr>
              <a:pPr>
                <a:spcBef>
                  <a:spcPct val="0"/>
                </a:spcBef>
                <a:buSzTx/>
                <a:buFontTx/>
                <a:buNone/>
              </a:pPr>
              <a:t>26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a:extLst>
              <a:ext uri="{FF2B5EF4-FFF2-40B4-BE49-F238E27FC236}">
                <a16:creationId xmlns:a16="http://schemas.microsoft.com/office/drawing/2014/main" id="{4427AF7D-1468-649D-95A6-7D75CCBF38E4}"/>
              </a:ext>
            </a:extLst>
          </p:cNvPr>
          <p:cNvSpPr txBox="1">
            <a:spLocks noChangeArrowheads="1"/>
          </p:cNvSpPr>
          <p:nvPr/>
        </p:nvSpPr>
        <p:spPr bwMode="auto">
          <a:xfrm>
            <a:off x="1143000" y="381000"/>
            <a:ext cx="60039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AU" altLang="en-US" sz="3600" b="1">
                <a:solidFill>
                  <a:schemeClr val="tx2"/>
                </a:solidFill>
              </a:rPr>
              <a:t>The Goal-Design Scale (cont.)</a:t>
            </a:r>
            <a:endParaRPr lang="en-US" altLang="en-US" sz="3600" b="1">
              <a:solidFill>
                <a:schemeClr val="tx2"/>
              </a:solidFill>
            </a:endParaRPr>
          </a:p>
        </p:txBody>
      </p:sp>
      <p:sp>
        <p:nvSpPr>
          <p:cNvPr id="55299" name="AutoShape 3">
            <a:extLst>
              <a:ext uri="{FF2B5EF4-FFF2-40B4-BE49-F238E27FC236}">
                <a16:creationId xmlns:a16="http://schemas.microsoft.com/office/drawing/2014/main" id="{6E2ABFCE-851F-ABA7-630C-F0425971ABD0}"/>
              </a:ext>
            </a:extLst>
          </p:cNvPr>
          <p:cNvSpPr>
            <a:spLocks noChangeArrowheads="1"/>
          </p:cNvSpPr>
          <p:nvPr/>
        </p:nvSpPr>
        <p:spPr bwMode="auto">
          <a:xfrm>
            <a:off x="887413" y="1527175"/>
            <a:ext cx="3608387" cy="4645025"/>
          </a:xfrm>
          <a:prstGeom prst="flowChartDocumen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44000" tIns="1080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latin typeface="Arial" panose="020B0604020202020204" pitchFamily="34" charset="0"/>
              </a:rPr>
              <a:t>R1. Our pre-calculations shall hit within 5%</a:t>
            </a:r>
          </a:p>
          <a:p>
            <a:endParaRPr lang="en-US" altLang="en-US" sz="1800" b="1">
              <a:latin typeface="Arial" panose="020B0604020202020204" pitchFamily="34" charset="0"/>
            </a:endParaRPr>
          </a:p>
          <a:p>
            <a:r>
              <a:rPr lang="en-US" altLang="en-US" sz="1800" b="1">
                <a:latin typeface="Arial" panose="020B0604020202020204" pitchFamily="34" charset="0"/>
              </a:rPr>
              <a:t>R2. Product </a:t>
            </a:r>
            <a:r>
              <a:rPr lang="en-US" altLang="en-US" sz="1800" b="1" i="1">
                <a:solidFill>
                  <a:srgbClr val="0C3A80"/>
                </a:solidFill>
                <a:latin typeface="Arial" panose="020B0604020202020204" pitchFamily="34" charset="0"/>
              </a:rPr>
              <a:t>shall support</a:t>
            </a:r>
            <a:r>
              <a:rPr lang="en-US" altLang="en-US" sz="1800" b="1">
                <a:latin typeface="Arial" panose="020B0604020202020204" pitchFamily="34" charset="0"/>
              </a:rPr>
              <a:t> cost recording and quotation with experience data</a:t>
            </a:r>
          </a:p>
          <a:p>
            <a:endParaRPr lang="en-US" altLang="en-US" sz="1800" b="1">
              <a:latin typeface="Arial" panose="020B0604020202020204" pitchFamily="34" charset="0"/>
            </a:endParaRPr>
          </a:p>
          <a:p>
            <a:r>
              <a:rPr lang="en-US" altLang="en-US" sz="1800" b="1">
                <a:latin typeface="Arial" panose="020B0604020202020204" pitchFamily="34" charset="0"/>
              </a:rPr>
              <a:t>R3. Product shall have recording and retrieval functions for experience data</a:t>
            </a:r>
          </a:p>
          <a:p>
            <a:endParaRPr lang="en-US" altLang="en-US" sz="1800" b="1">
              <a:latin typeface="Arial" panose="020B0604020202020204" pitchFamily="34" charset="0"/>
            </a:endParaRPr>
          </a:p>
          <a:p>
            <a:r>
              <a:rPr lang="en-US" altLang="en-US" sz="1800" b="1">
                <a:latin typeface="Arial" panose="020B0604020202020204" pitchFamily="34" charset="0"/>
              </a:rPr>
              <a:t>R4. System shall have screen pictures as shown in app. xx</a:t>
            </a:r>
          </a:p>
        </p:txBody>
      </p:sp>
      <p:sp>
        <p:nvSpPr>
          <p:cNvPr id="55300" name="Text Box 4">
            <a:extLst>
              <a:ext uri="{FF2B5EF4-FFF2-40B4-BE49-F238E27FC236}">
                <a16:creationId xmlns:a16="http://schemas.microsoft.com/office/drawing/2014/main" id="{407807DF-F19D-CF52-01DF-DAE865146F39}"/>
              </a:ext>
            </a:extLst>
          </p:cNvPr>
          <p:cNvSpPr txBox="1">
            <a:spLocks noChangeArrowheads="1"/>
          </p:cNvSpPr>
          <p:nvPr/>
        </p:nvSpPr>
        <p:spPr bwMode="auto">
          <a:xfrm>
            <a:off x="4495800" y="1509713"/>
            <a:ext cx="1628775" cy="366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solidFill>
                  <a:srgbClr val="FF00FF"/>
                </a:solidFill>
                <a:latin typeface="Arial" panose="020B0604020202020204" pitchFamily="34" charset="0"/>
              </a:rPr>
              <a:t>Goal-level</a:t>
            </a:r>
          </a:p>
          <a:p>
            <a:r>
              <a:rPr lang="en-US" altLang="en-US" sz="1800" b="1">
                <a:solidFill>
                  <a:srgbClr val="FF00FF"/>
                </a:solidFill>
                <a:latin typeface="Arial" panose="020B0604020202020204" pitchFamily="34" charset="0"/>
              </a:rPr>
              <a:t>requirement</a:t>
            </a:r>
          </a:p>
          <a:p>
            <a:endParaRPr lang="en-US" altLang="en-US" sz="1800" b="1">
              <a:solidFill>
                <a:srgbClr val="FF00FF"/>
              </a:solidFill>
              <a:latin typeface="Arial" panose="020B0604020202020204" pitchFamily="34" charset="0"/>
            </a:endParaRPr>
          </a:p>
          <a:p>
            <a:r>
              <a:rPr lang="en-US" altLang="en-US" sz="1800" b="1">
                <a:solidFill>
                  <a:srgbClr val="FF00FF"/>
                </a:solidFill>
                <a:latin typeface="Arial" panose="020B0604020202020204" pitchFamily="34" charset="0"/>
              </a:rPr>
              <a:t>Domain-level</a:t>
            </a:r>
          </a:p>
          <a:p>
            <a:r>
              <a:rPr lang="en-US" altLang="en-US" sz="1800" b="1">
                <a:solidFill>
                  <a:srgbClr val="FF00FF"/>
                </a:solidFill>
                <a:latin typeface="Arial" panose="020B0604020202020204" pitchFamily="34" charset="0"/>
              </a:rPr>
              <a:t>requirement</a:t>
            </a:r>
          </a:p>
          <a:p>
            <a:endParaRPr lang="en-US" altLang="en-US" sz="1800" b="1">
              <a:solidFill>
                <a:srgbClr val="FF00FF"/>
              </a:solidFill>
              <a:latin typeface="Arial" panose="020B0604020202020204" pitchFamily="34" charset="0"/>
            </a:endParaRPr>
          </a:p>
          <a:p>
            <a:endParaRPr lang="en-US" altLang="en-US" sz="1800" b="1">
              <a:solidFill>
                <a:srgbClr val="FF00FF"/>
              </a:solidFill>
              <a:latin typeface="Arial" panose="020B0604020202020204" pitchFamily="34" charset="0"/>
            </a:endParaRPr>
          </a:p>
          <a:p>
            <a:r>
              <a:rPr lang="en-US" altLang="en-US" sz="1800" b="1">
                <a:solidFill>
                  <a:srgbClr val="FF00FF"/>
                </a:solidFill>
                <a:latin typeface="Arial" panose="020B0604020202020204" pitchFamily="34" charset="0"/>
              </a:rPr>
              <a:t>Product-level</a:t>
            </a:r>
          </a:p>
          <a:p>
            <a:r>
              <a:rPr lang="en-US" altLang="en-US" sz="1800" b="1">
                <a:solidFill>
                  <a:srgbClr val="FF00FF"/>
                </a:solidFill>
                <a:latin typeface="Arial" panose="020B0604020202020204" pitchFamily="34" charset="0"/>
              </a:rPr>
              <a:t>requirement</a:t>
            </a:r>
          </a:p>
          <a:p>
            <a:endParaRPr lang="en-US" altLang="en-US" sz="1800" b="1">
              <a:solidFill>
                <a:srgbClr val="FF00FF"/>
              </a:solidFill>
              <a:latin typeface="Arial" panose="020B0604020202020204" pitchFamily="34" charset="0"/>
            </a:endParaRPr>
          </a:p>
          <a:p>
            <a:endParaRPr lang="en-US" altLang="en-US" sz="1800" b="1">
              <a:solidFill>
                <a:srgbClr val="FF00FF"/>
              </a:solidFill>
              <a:latin typeface="Arial" panose="020B0604020202020204" pitchFamily="34" charset="0"/>
            </a:endParaRPr>
          </a:p>
          <a:p>
            <a:r>
              <a:rPr lang="en-US" altLang="en-US" sz="1800" b="1">
                <a:solidFill>
                  <a:srgbClr val="FF00FF"/>
                </a:solidFill>
                <a:latin typeface="Arial" panose="020B0604020202020204" pitchFamily="34" charset="0"/>
              </a:rPr>
              <a:t>Design-level</a:t>
            </a:r>
          </a:p>
          <a:p>
            <a:r>
              <a:rPr lang="en-US" altLang="en-US" sz="1800" b="1">
                <a:solidFill>
                  <a:srgbClr val="FF00FF"/>
                </a:solidFill>
                <a:latin typeface="Arial" panose="020B0604020202020204" pitchFamily="34" charset="0"/>
              </a:rPr>
              <a:t>requirement</a:t>
            </a:r>
            <a:endParaRPr lang="en-US" altLang="en-US" sz="1800" b="1">
              <a:latin typeface="Arial" panose="020B0604020202020204" pitchFamily="34" charset="0"/>
            </a:endParaRPr>
          </a:p>
        </p:txBody>
      </p:sp>
      <p:sp>
        <p:nvSpPr>
          <p:cNvPr id="55301" name="Text Box 5">
            <a:extLst>
              <a:ext uri="{FF2B5EF4-FFF2-40B4-BE49-F238E27FC236}">
                <a16:creationId xmlns:a16="http://schemas.microsoft.com/office/drawing/2014/main" id="{C80B2B84-7879-448C-719A-E35B03D8C2C8}"/>
              </a:ext>
            </a:extLst>
          </p:cNvPr>
          <p:cNvSpPr txBox="1">
            <a:spLocks noChangeArrowheads="1"/>
          </p:cNvSpPr>
          <p:nvPr/>
        </p:nvSpPr>
        <p:spPr bwMode="auto">
          <a:xfrm>
            <a:off x="4495800" y="5254625"/>
            <a:ext cx="3908425"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tabLst>
                <a:tab pos="195263"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195263"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195263"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195263"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195263"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195263"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195263"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195263"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195263" algn="l"/>
              </a:tabLs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solidFill>
                  <a:srgbClr val="00CC00"/>
                </a:solidFill>
                <a:latin typeface="Arial" panose="020B0604020202020204" pitchFamily="34" charset="0"/>
              </a:rPr>
              <a:t>Which requirement to choose?</a:t>
            </a:r>
          </a:p>
          <a:p>
            <a:pPr>
              <a:spcBef>
                <a:spcPct val="50000"/>
              </a:spcBef>
            </a:pPr>
            <a:r>
              <a:rPr lang="en-US" altLang="en-US" sz="1800" b="1">
                <a:solidFill>
                  <a:srgbClr val="00CC00"/>
                </a:solidFill>
                <a:latin typeface="Arial" panose="020B0604020202020204" pitchFamily="34" charset="0"/>
              </a:rPr>
              <a:t>If the supplier is</a:t>
            </a:r>
          </a:p>
          <a:p>
            <a:r>
              <a:rPr lang="en-US" altLang="en-US" sz="1800" b="1">
                <a:solidFill>
                  <a:srgbClr val="00CC00"/>
                </a:solidFill>
                <a:latin typeface="Arial" panose="020B0604020202020204" pitchFamily="34" charset="0"/>
              </a:rPr>
              <a:t>	</a:t>
            </a:r>
            <a:r>
              <a:rPr lang="en-US" altLang="en-US" sz="1800">
                <a:solidFill>
                  <a:srgbClr val="00CC00"/>
                </a:solidFill>
                <a:latin typeface="Arial" panose="020B0604020202020204" pitchFamily="34" charset="0"/>
              </a:rPr>
              <a:t>A vendor of business applications?</a:t>
            </a:r>
          </a:p>
          <a:p>
            <a:r>
              <a:rPr lang="en-US" altLang="en-US" sz="1800">
                <a:solidFill>
                  <a:srgbClr val="00CC00"/>
                </a:solidFill>
                <a:latin typeface="Arial" panose="020B0604020202020204" pitchFamily="34" charset="0"/>
              </a:rPr>
              <a:t>	A software house - programmers?</a:t>
            </a:r>
          </a:p>
          <a:p>
            <a:r>
              <a:rPr lang="en-US" altLang="en-US" sz="1800">
                <a:solidFill>
                  <a:srgbClr val="00CC00"/>
                </a:solidFill>
                <a:latin typeface="Arial" panose="020B0604020202020204" pitchFamily="34" charset="0"/>
              </a:rPr>
              <a:t>	PriceWaterhouseCoopers?</a:t>
            </a:r>
          </a:p>
        </p:txBody>
      </p:sp>
      <p:sp>
        <p:nvSpPr>
          <p:cNvPr id="55302" name="Slide Number Placeholder 1">
            <a:extLst>
              <a:ext uri="{FF2B5EF4-FFF2-40B4-BE49-F238E27FC236}">
                <a16:creationId xmlns:a16="http://schemas.microsoft.com/office/drawing/2014/main" id="{38412A4C-ED30-35EA-25FD-E9ECC0DBAC2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BF69905-4087-44E6-86B7-F70F6FB07A0F}" type="slidenum">
              <a:rPr lang="en-AU" altLang="en-US" sz="1400" smtClean="0">
                <a:latin typeface="Times New Roman" panose="02020603050405020304" pitchFamily="18" charset="0"/>
              </a:rPr>
              <a:pPr>
                <a:spcBef>
                  <a:spcPct val="0"/>
                </a:spcBef>
                <a:buSzTx/>
                <a:buFontTx/>
                <a:buNone/>
              </a:pPr>
              <a:t>27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
        <p:nvSpPr>
          <p:cNvPr id="55303" name="TextBox 2">
            <a:extLst>
              <a:ext uri="{FF2B5EF4-FFF2-40B4-BE49-F238E27FC236}">
                <a16:creationId xmlns:a16="http://schemas.microsoft.com/office/drawing/2014/main" id="{85D6A9B1-7C4B-2A99-F43B-8780696D701A}"/>
              </a:ext>
            </a:extLst>
          </p:cNvPr>
          <p:cNvSpPr txBox="1">
            <a:spLocks noChangeArrowheads="1"/>
          </p:cNvSpPr>
          <p:nvPr/>
        </p:nvSpPr>
        <p:spPr bwMode="auto">
          <a:xfrm>
            <a:off x="1258888" y="965200"/>
            <a:ext cx="46085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AU" altLang="en-US" sz="2400"/>
              <a:t>(Ship repair quotation system)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5">
            <a:extLst>
              <a:ext uri="{FF2B5EF4-FFF2-40B4-BE49-F238E27FC236}">
                <a16:creationId xmlns:a16="http://schemas.microsoft.com/office/drawing/2014/main" id="{7EA26D52-B204-F638-6095-4727DA1E4600}"/>
              </a:ext>
            </a:extLst>
          </p:cNvPr>
          <p:cNvSpPr txBox="1">
            <a:spLocks noChangeArrowheads="1"/>
          </p:cNvSpPr>
          <p:nvPr/>
        </p:nvSpPr>
        <p:spPr bwMode="auto">
          <a:xfrm>
            <a:off x="1143000" y="381000"/>
            <a:ext cx="6003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3200" b="1"/>
              <a:t>Example: Hotel Information System</a:t>
            </a:r>
          </a:p>
        </p:txBody>
      </p:sp>
      <p:grpSp>
        <p:nvGrpSpPr>
          <p:cNvPr id="57347" name="Group 1">
            <a:extLst>
              <a:ext uri="{FF2B5EF4-FFF2-40B4-BE49-F238E27FC236}">
                <a16:creationId xmlns:a16="http://schemas.microsoft.com/office/drawing/2014/main" id="{A4561CBA-B0EB-BD82-24CB-0F6F52912DC3}"/>
              </a:ext>
            </a:extLst>
          </p:cNvPr>
          <p:cNvGrpSpPr>
            <a:grpSpLocks/>
          </p:cNvGrpSpPr>
          <p:nvPr/>
        </p:nvGrpSpPr>
        <p:grpSpPr bwMode="auto">
          <a:xfrm>
            <a:off x="1258888" y="1412875"/>
            <a:ext cx="2552700" cy="4046538"/>
            <a:chOff x="3902075" y="1295400"/>
            <a:chExt cx="2552700" cy="4046848"/>
          </a:xfrm>
        </p:grpSpPr>
        <p:sp>
          <p:nvSpPr>
            <p:cNvPr id="57432" name="Freeform 6">
              <a:extLst>
                <a:ext uri="{FF2B5EF4-FFF2-40B4-BE49-F238E27FC236}">
                  <a16:creationId xmlns:a16="http://schemas.microsoft.com/office/drawing/2014/main" id="{F4E1B17A-1832-C66A-5B61-C4B24B93A835}"/>
                </a:ext>
              </a:extLst>
            </p:cNvPr>
            <p:cNvSpPr>
              <a:spLocks/>
            </p:cNvSpPr>
            <p:nvPr/>
          </p:nvSpPr>
          <p:spPr bwMode="auto">
            <a:xfrm>
              <a:off x="4911725" y="1333500"/>
              <a:ext cx="1181100" cy="628650"/>
            </a:xfrm>
            <a:custGeom>
              <a:avLst/>
              <a:gdLst>
                <a:gd name="T0" fmla="*/ 2147483646 w 744"/>
                <a:gd name="T1" fmla="*/ 0 h 396"/>
                <a:gd name="T2" fmla="*/ 0 w 744"/>
                <a:gd name="T3" fmla="*/ 2147483646 h 396"/>
                <a:gd name="T4" fmla="*/ 2147483646 w 744"/>
                <a:gd name="T5" fmla="*/ 2147483646 h 396"/>
                <a:gd name="T6" fmla="*/ 2147483646 w 744"/>
                <a:gd name="T7" fmla="*/ 2147483646 h 396"/>
                <a:gd name="T8" fmla="*/ 2147483646 w 744"/>
                <a:gd name="T9" fmla="*/ 0 h 3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44" h="396">
                  <a:moveTo>
                    <a:pt x="210" y="0"/>
                  </a:moveTo>
                  <a:lnTo>
                    <a:pt x="0" y="234"/>
                  </a:lnTo>
                  <a:lnTo>
                    <a:pt x="546" y="396"/>
                  </a:lnTo>
                  <a:lnTo>
                    <a:pt x="744" y="114"/>
                  </a:lnTo>
                  <a:lnTo>
                    <a:pt x="210" y="0"/>
                  </a:lnTo>
                  <a:close/>
                </a:path>
              </a:pathLst>
            </a:custGeom>
            <a:solidFill>
              <a:srgbClr val="FF5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33" name="Freeform 7">
              <a:extLst>
                <a:ext uri="{FF2B5EF4-FFF2-40B4-BE49-F238E27FC236}">
                  <a16:creationId xmlns:a16="http://schemas.microsoft.com/office/drawing/2014/main" id="{24FC3171-A973-D710-5D39-90184E0DEAA8}"/>
                </a:ext>
              </a:extLst>
            </p:cNvPr>
            <p:cNvSpPr>
              <a:spLocks/>
            </p:cNvSpPr>
            <p:nvPr/>
          </p:nvSpPr>
          <p:spPr bwMode="auto">
            <a:xfrm>
              <a:off x="4902200" y="1323975"/>
              <a:ext cx="1200150" cy="647700"/>
            </a:xfrm>
            <a:custGeom>
              <a:avLst/>
              <a:gdLst>
                <a:gd name="T0" fmla="*/ 2147483646 w 756"/>
                <a:gd name="T1" fmla="*/ 2147483646 h 408"/>
                <a:gd name="T2" fmla="*/ 2147483646 w 756"/>
                <a:gd name="T3" fmla="*/ 2147483646 h 408"/>
                <a:gd name="T4" fmla="*/ 2147483646 w 756"/>
                <a:gd name="T5" fmla="*/ 2147483646 h 408"/>
                <a:gd name="T6" fmla="*/ 2147483646 w 756"/>
                <a:gd name="T7" fmla="*/ 2147483646 h 408"/>
                <a:gd name="T8" fmla="*/ 2147483646 w 756"/>
                <a:gd name="T9" fmla="*/ 0 h 408"/>
                <a:gd name="T10" fmla="*/ 2147483646 w 756"/>
                <a:gd name="T11" fmla="*/ 2147483646 h 408"/>
                <a:gd name="T12" fmla="*/ 2147483646 w 756"/>
                <a:gd name="T13" fmla="*/ 2147483646 h 408"/>
                <a:gd name="T14" fmla="*/ 2147483646 w 756"/>
                <a:gd name="T15" fmla="*/ 2147483646 h 408"/>
                <a:gd name="T16" fmla="*/ 2147483646 w 756"/>
                <a:gd name="T17" fmla="*/ 2147483646 h 408"/>
                <a:gd name="T18" fmla="*/ 2147483646 w 756"/>
                <a:gd name="T19" fmla="*/ 2147483646 h 408"/>
                <a:gd name="T20" fmla="*/ 0 w 756"/>
                <a:gd name="T21" fmla="*/ 2147483646 h 408"/>
                <a:gd name="T22" fmla="*/ 2147483646 w 756"/>
                <a:gd name="T23" fmla="*/ 2147483646 h 40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56" h="408">
                  <a:moveTo>
                    <a:pt x="6" y="234"/>
                  </a:moveTo>
                  <a:lnTo>
                    <a:pt x="552" y="396"/>
                  </a:lnTo>
                  <a:lnTo>
                    <a:pt x="744" y="126"/>
                  </a:lnTo>
                  <a:lnTo>
                    <a:pt x="216" y="12"/>
                  </a:lnTo>
                  <a:lnTo>
                    <a:pt x="216" y="0"/>
                  </a:lnTo>
                  <a:lnTo>
                    <a:pt x="750" y="114"/>
                  </a:lnTo>
                  <a:lnTo>
                    <a:pt x="756" y="120"/>
                  </a:lnTo>
                  <a:lnTo>
                    <a:pt x="558" y="402"/>
                  </a:lnTo>
                  <a:lnTo>
                    <a:pt x="552" y="408"/>
                  </a:lnTo>
                  <a:lnTo>
                    <a:pt x="6" y="246"/>
                  </a:lnTo>
                  <a:lnTo>
                    <a:pt x="0" y="240"/>
                  </a:lnTo>
                  <a:lnTo>
                    <a:pt x="6" y="2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34" name="Freeform 8">
              <a:extLst>
                <a:ext uri="{FF2B5EF4-FFF2-40B4-BE49-F238E27FC236}">
                  <a16:creationId xmlns:a16="http://schemas.microsoft.com/office/drawing/2014/main" id="{CB593F32-0965-B3E4-CA78-67D58E1BE0B5}"/>
                </a:ext>
              </a:extLst>
            </p:cNvPr>
            <p:cNvSpPr>
              <a:spLocks/>
            </p:cNvSpPr>
            <p:nvPr/>
          </p:nvSpPr>
          <p:spPr bwMode="auto">
            <a:xfrm>
              <a:off x="4902200" y="1323975"/>
              <a:ext cx="352425" cy="381000"/>
            </a:xfrm>
            <a:custGeom>
              <a:avLst/>
              <a:gdLst>
                <a:gd name="T0" fmla="*/ 2147483646 w 222"/>
                <a:gd name="T1" fmla="*/ 2147483646 h 240"/>
                <a:gd name="T2" fmla="*/ 2147483646 w 222"/>
                <a:gd name="T3" fmla="*/ 2147483646 h 240"/>
                <a:gd name="T4" fmla="*/ 0 w 222"/>
                <a:gd name="T5" fmla="*/ 2147483646 h 240"/>
                <a:gd name="T6" fmla="*/ 2147483646 w 222"/>
                <a:gd name="T7" fmla="*/ 2147483646 h 240"/>
                <a:gd name="T8" fmla="*/ 2147483646 w 222"/>
                <a:gd name="T9" fmla="*/ 0 h 240"/>
                <a:gd name="T10" fmla="*/ 2147483646 w 222"/>
                <a:gd name="T11" fmla="*/ 2147483646 h 2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2" h="240">
                  <a:moveTo>
                    <a:pt x="222" y="6"/>
                  </a:moveTo>
                  <a:lnTo>
                    <a:pt x="12" y="240"/>
                  </a:lnTo>
                  <a:lnTo>
                    <a:pt x="0" y="240"/>
                  </a:lnTo>
                  <a:lnTo>
                    <a:pt x="210" y="6"/>
                  </a:lnTo>
                  <a:lnTo>
                    <a:pt x="216" y="0"/>
                  </a:lnTo>
                  <a:lnTo>
                    <a:pt x="22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35" name="Freeform 9">
              <a:extLst>
                <a:ext uri="{FF2B5EF4-FFF2-40B4-BE49-F238E27FC236}">
                  <a16:creationId xmlns:a16="http://schemas.microsoft.com/office/drawing/2014/main" id="{71F95B9B-2C32-E36C-DB70-0923DD5B9C44}"/>
                </a:ext>
              </a:extLst>
            </p:cNvPr>
            <p:cNvSpPr>
              <a:spLocks/>
            </p:cNvSpPr>
            <p:nvPr/>
          </p:nvSpPr>
          <p:spPr bwMode="auto">
            <a:xfrm>
              <a:off x="5768975" y="1514475"/>
              <a:ext cx="685800" cy="971550"/>
            </a:xfrm>
            <a:custGeom>
              <a:avLst/>
              <a:gdLst>
                <a:gd name="T0" fmla="*/ 2147483646 w 432"/>
                <a:gd name="T1" fmla="*/ 0 h 612"/>
                <a:gd name="T2" fmla="*/ 2147483646 w 432"/>
                <a:gd name="T3" fmla="*/ 2147483646 h 612"/>
                <a:gd name="T4" fmla="*/ 2147483646 w 432"/>
                <a:gd name="T5" fmla="*/ 2147483646 h 612"/>
                <a:gd name="T6" fmla="*/ 2147483646 w 432"/>
                <a:gd name="T7" fmla="*/ 2147483646 h 612"/>
                <a:gd name="T8" fmla="*/ 2147483646 w 432"/>
                <a:gd name="T9" fmla="*/ 2147483646 h 612"/>
                <a:gd name="T10" fmla="*/ 2147483646 w 432"/>
                <a:gd name="T11" fmla="*/ 2147483646 h 612"/>
                <a:gd name="T12" fmla="*/ 0 w 432"/>
                <a:gd name="T13" fmla="*/ 2147483646 h 612"/>
                <a:gd name="T14" fmla="*/ 2147483646 w 432"/>
                <a:gd name="T15" fmla="*/ 0 h 6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 h="612">
                  <a:moveTo>
                    <a:pt x="198" y="0"/>
                  </a:moveTo>
                  <a:lnTo>
                    <a:pt x="432" y="186"/>
                  </a:lnTo>
                  <a:lnTo>
                    <a:pt x="402" y="192"/>
                  </a:lnTo>
                  <a:lnTo>
                    <a:pt x="402" y="522"/>
                  </a:lnTo>
                  <a:lnTo>
                    <a:pt x="30" y="612"/>
                  </a:lnTo>
                  <a:lnTo>
                    <a:pt x="30" y="276"/>
                  </a:lnTo>
                  <a:lnTo>
                    <a:pt x="0" y="288"/>
                  </a:lnTo>
                  <a:lnTo>
                    <a:pt x="19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36" name="Freeform 10">
              <a:extLst>
                <a:ext uri="{FF2B5EF4-FFF2-40B4-BE49-F238E27FC236}">
                  <a16:creationId xmlns:a16="http://schemas.microsoft.com/office/drawing/2014/main" id="{8F0BFAC0-D662-2400-4A5E-181E9C9B05A5}"/>
                </a:ext>
              </a:extLst>
            </p:cNvPr>
            <p:cNvSpPr>
              <a:spLocks/>
            </p:cNvSpPr>
            <p:nvPr/>
          </p:nvSpPr>
          <p:spPr bwMode="auto">
            <a:xfrm>
              <a:off x="5759450" y="1514475"/>
              <a:ext cx="695325" cy="981075"/>
            </a:xfrm>
            <a:custGeom>
              <a:avLst/>
              <a:gdLst>
                <a:gd name="T0" fmla="*/ 2147483646 w 438"/>
                <a:gd name="T1" fmla="*/ 2147483646 h 618"/>
                <a:gd name="T2" fmla="*/ 2147483646 w 438"/>
                <a:gd name="T3" fmla="*/ 2147483646 h 618"/>
                <a:gd name="T4" fmla="*/ 2147483646 w 438"/>
                <a:gd name="T5" fmla="*/ 2147483646 h 618"/>
                <a:gd name="T6" fmla="*/ 2147483646 w 438"/>
                <a:gd name="T7" fmla="*/ 2147483646 h 618"/>
                <a:gd name="T8" fmla="*/ 2147483646 w 438"/>
                <a:gd name="T9" fmla="*/ 2147483646 h 618"/>
                <a:gd name="T10" fmla="*/ 2147483646 w 438"/>
                <a:gd name="T11" fmla="*/ 2147483646 h 618"/>
                <a:gd name="T12" fmla="*/ 2147483646 w 438"/>
                <a:gd name="T13" fmla="*/ 2147483646 h 618"/>
                <a:gd name="T14" fmla="*/ 2147483646 w 438"/>
                <a:gd name="T15" fmla="*/ 2147483646 h 618"/>
                <a:gd name="T16" fmla="*/ 2147483646 w 438"/>
                <a:gd name="T17" fmla="*/ 2147483646 h 618"/>
                <a:gd name="T18" fmla="*/ 0 w 438"/>
                <a:gd name="T19" fmla="*/ 2147483646 h 618"/>
                <a:gd name="T20" fmla="*/ 2147483646 w 438"/>
                <a:gd name="T21" fmla="*/ 0 h 618"/>
                <a:gd name="T22" fmla="*/ 2147483646 w 438"/>
                <a:gd name="T23" fmla="*/ 0 h 618"/>
                <a:gd name="T24" fmla="*/ 2147483646 w 438"/>
                <a:gd name="T25" fmla="*/ 2147483646 h 618"/>
                <a:gd name="T26" fmla="*/ 2147483646 w 438"/>
                <a:gd name="T27" fmla="*/ 2147483646 h 618"/>
                <a:gd name="T28" fmla="*/ 2147483646 w 438"/>
                <a:gd name="T29" fmla="*/ 2147483646 h 618"/>
                <a:gd name="T30" fmla="*/ 2147483646 w 438"/>
                <a:gd name="T31" fmla="*/ 2147483646 h 618"/>
                <a:gd name="T32" fmla="*/ 2147483646 w 438"/>
                <a:gd name="T33" fmla="*/ 2147483646 h 618"/>
                <a:gd name="T34" fmla="*/ 2147483646 w 438"/>
                <a:gd name="T35" fmla="*/ 2147483646 h 618"/>
                <a:gd name="T36" fmla="*/ 2147483646 w 438"/>
                <a:gd name="T37" fmla="*/ 2147483646 h 618"/>
                <a:gd name="T38" fmla="*/ 2147483646 w 438"/>
                <a:gd name="T39" fmla="*/ 2147483646 h 618"/>
                <a:gd name="T40" fmla="*/ 2147483646 w 438"/>
                <a:gd name="T41" fmla="*/ 2147483646 h 61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38" h="618">
                  <a:moveTo>
                    <a:pt x="438" y="180"/>
                  </a:moveTo>
                  <a:lnTo>
                    <a:pt x="438" y="192"/>
                  </a:lnTo>
                  <a:lnTo>
                    <a:pt x="414" y="198"/>
                  </a:lnTo>
                  <a:lnTo>
                    <a:pt x="414" y="522"/>
                  </a:lnTo>
                  <a:lnTo>
                    <a:pt x="408" y="528"/>
                  </a:lnTo>
                  <a:lnTo>
                    <a:pt x="36" y="618"/>
                  </a:lnTo>
                  <a:lnTo>
                    <a:pt x="30" y="612"/>
                  </a:lnTo>
                  <a:lnTo>
                    <a:pt x="30" y="282"/>
                  </a:lnTo>
                  <a:lnTo>
                    <a:pt x="6" y="294"/>
                  </a:lnTo>
                  <a:lnTo>
                    <a:pt x="0" y="288"/>
                  </a:lnTo>
                  <a:lnTo>
                    <a:pt x="198" y="0"/>
                  </a:lnTo>
                  <a:lnTo>
                    <a:pt x="210" y="0"/>
                  </a:lnTo>
                  <a:lnTo>
                    <a:pt x="18" y="276"/>
                  </a:lnTo>
                  <a:lnTo>
                    <a:pt x="36" y="270"/>
                  </a:lnTo>
                  <a:lnTo>
                    <a:pt x="42" y="276"/>
                  </a:lnTo>
                  <a:lnTo>
                    <a:pt x="42" y="606"/>
                  </a:lnTo>
                  <a:lnTo>
                    <a:pt x="402" y="516"/>
                  </a:lnTo>
                  <a:lnTo>
                    <a:pt x="402" y="192"/>
                  </a:lnTo>
                  <a:lnTo>
                    <a:pt x="408" y="186"/>
                  </a:lnTo>
                  <a:lnTo>
                    <a:pt x="438" y="1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37" name="Freeform 11">
              <a:extLst>
                <a:ext uri="{FF2B5EF4-FFF2-40B4-BE49-F238E27FC236}">
                  <a16:creationId xmlns:a16="http://schemas.microsoft.com/office/drawing/2014/main" id="{3AC3689A-504A-60EC-BED8-C952B6B59AD8}"/>
                </a:ext>
              </a:extLst>
            </p:cNvPr>
            <p:cNvSpPr>
              <a:spLocks/>
            </p:cNvSpPr>
            <p:nvPr/>
          </p:nvSpPr>
          <p:spPr bwMode="auto">
            <a:xfrm>
              <a:off x="6073775" y="1504950"/>
              <a:ext cx="381000" cy="314325"/>
            </a:xfrm>
            <a:custGeom>
              <a:avLst/>
              <a:gdLst>
                <a:gd name="T0" fmla="*/ 0 w 240"/>
                <a:gd name="T1" fmla="*/ 2147483646 h 198"/>
                <a:gd name="T2" fmla="*/ 2147483646 w 240"/>
                <a:gd name="T3" fmla="*/ 0 h 198"/>
                <a:gd name="T4" fmla="*/ 2147483646 w 240"/>
                <a:gd name="T5" fmla="*/ 2147483646 h 198"/>
                <a:gd name="T6" fmla="*/ 2147483646 w 240"/>
                <a:gd name="T7" fmla="*/ 2147483646 h 198"/>
                <a:gd name="T8" fmla="*/ 2147483646 w 240"/>
                <a:gd name="T9" fmla="*/ 2147483646 h 198"/>
                <a:gd name="T10" fmla="*/ 0 w 240"/>
                <a:gd name="T11" fmla="*/ 2147483646 h 1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0" h="198">
                  <a:moveTo>
                    <a:pt x="0" y="6"/>
                  </a:moveTo>
                  <a:lnTo>
                    <a:pt x="6" y="0"/>
                  </a:lnTo>
                  <a:lnTo>
                    <a:pt x="240" y="186"/>
                  </a:lnTo>
                  <a:lnTo>
                    <a:pt x="240" y="198"/>
                  </a:lnTo>
                  <a:lnTo>
                    <a:pt x="6" y="12"/>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38" name="Freeform 12">
              <a:extLst>
                <a:ext uri="{FF2B5EF4-FFF2-40B4-BE49-F238E27FC236}">
                  <a16:creationId xmlns:a16="http://schemas.microsoft.com/office/drawing/2014/main" id="{3A1F50FF-5580-E2D8-615A-FC7287E7ED96}"/>
                </a:ext>
              </a:extLst>
            </p:cNvPr>
            <p:cNvSpPr>
              <a:spLocks/>
            </p:cNvSpPr>
            <p:nvPr/>
          </p:nvSpPr>
          <p:spPr bwMode="auto">
            <a:xfrm>
              <a:off x="4940300" y="1714500"/>
              <a:ext cx="876300" cy="781050"/>
            </a:xfrm>
            <a:custGeom>
              <a:avLst/>
              <a:gdLst>
                <a:gd name="T0" fmla="*/ 2147483646 w 552"/>
                <a:gd name="T1" fmla="*/ 2147483646 h 492"/>
                <a:gd name="T2" fmla="*/ 2147483646 w 552"/>
                <a:gd name="T3" fmla="*/ 2147483646 h 492"/>
                <a:gd name="T4" fmla="*/ 0 w 552"/>
                <a:gd name="T5" fmla="*/ 2147483646 h 492"/>
                <a:gd name="T6" fmla="*/ 0 w 552"/>
                <a:gd name="T7" fmla="*/ 0 h 492"/>
                <a:gd name="T8" fmla="*/ 2147483646 w 552"/>
                <a:gd name="T9" fmla="*/ 0 h 492"/>
                <a:gd name="T10" fmla="*/ 2147483646 w 552"/>
                <a:gd name="T11" fmla="*/ 2147483646 h 492"/>
                <a:gd name="T12" fmla="*/ 2147483646 w 552"/>
                <a:gd name="T13" fmla="*/ 2147483646 h 492"/>
                <a:gd name="T14" fmla="*/ 2147483646 w 552"/>
                <a:gd name="T15" fmla="*/ 2147483646 h 49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2" h="492">
                  <a:moveTo>
                    <a:pt x="552" y="492"/>
                  </a:moveTo>
                  <a:lnTo>
                    <a:pt x="6" y="324"/>
                  </a:lnTo>
                  <a:lnTo>
                    <a:pt x="0" y="318"/>
                  </a:lnTo>
                  <a:lnTo>
                    <a:pt x="0" y="0"/>
                  </a:lnTo>
                  <a:lnTo>
                    <a:pt x="12" y="0"/>
                  </a:lnTo>
                  <a:lnTo>
                    <a:pt x="12" y="312"/>
                  </a:lnTo>
                  <a:lnTo>
                    <a:pt x="552" y="480"/>
                  </a:lnTo>
                  <a:lnTo>
                    <a:pt x="552" y="49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39" name="Freeform 13">
              <a:extLst>
                <a:ext uri="{FF2B5EF4-FFF2-40B4-BE49-F238E27FC236}">
                  <a16:creationId xmlns:a16="http://schemas.microsoft.com/office/drawing/2014/main" id="{B38ABCDE-5207-8B05-0F7C-C999374AEA58}"/>
                </a:ext>
              </a:extLst>
            </p:cNvPr>
            <p:cNvSpPr>
              <a:spLocks/>
            </p:cNvSpPr>
            <p:nvPr/>
          </p:nvSpPr>
          <p:spPr bwMode="auto">
            <a:xfrm>
              <a:off x="3902075" y="1971675"/>
              <a:ext cx="1390650" cy="314325"/>
            </a:xfrm>
            <a:custGeom>
              <a:avLst/>
              <a:gdLst>
                <a:gd name="T0" fmla="*/ 2147483646 w 876"/>
                <a:gd name="T1" fmla="*/ 0 h 198"/>
                <a:gd name="T2" fmla="*/ 0 w 876"/>
                <a:gd name="T3" fmla="*/ 2147483646 h 198"/>
                <a:gd name="T4" fmla="*/ 2147483646 w 876"/>
                <a:gd name="T5" fmla="*/ 2147483646 h 198"/>
                <a:gd name="T6" fmla="*/ 2147483646 w 876"/>
                <a:gd name="T7" fmla="*/ 2147483646 h 198"/>
                <a:gd name="T8" fmla="*/ 2147483646 w 876"/>
                <a:gd name="T9" fmla="*/ 0 h 1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6" h="198">
                  <a:moveTo>
                    <a:pt x="660" y="0"/>
                  </a:moveTo>
                  <a:lnTo>
                    <a:pt x="0" y="132"/>
                  </a:lnTo>
                  <a:lnTo>
                    <a:pt x="252" y="198"/>
                  </a:lnTo>
                  <a:lnTo>
                    <a:pt x="876" y="60"/>
                  </a:lnTo>
                  <a:lnTo>
                    <a:pt x="66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40" name="Freeform 14">
              <a:extLst>
                <a:ext uri="{FF2B5EF4-FFF2-40B4-BE49-F238E27FC236}">
                  <a16:creationId xmlns:a16="http://schemas.microsoft.com/office/drawing/2014/main" id="{CE8317F3-8926-7B9B-F571-258204490E8B}"/>
                </a:ext>
              </a:extLst>
            </p:cNvPr>
            <p:cNvSpPr>
              <a:spLocks/>
            </p:cNvSpPr>
            <p:nvPr/>
          </p:nvSpPr>
          <p:spPr bwMode="auto">
            <a:xfrm>
              <a:off x="3902075" y="2057400"/>
              <a:ext cx="1390650" cy="238125"/>
            </a:xfrm>
            <a:custGeom>
              <a:avLst/>
              <a:gdLst>
                <a:gd name="T0" fmla="*/ 0 w 876"/>
                <a:gd name="T1" fmla="*/ 2147483646 h 150"/>
                <a:gd name="T2" fmla="*/ 2147483646 w 876"/>
                <a:gd name="T3" fmla="*/ 2147483646 h 150"/>
                <a:gd name="T4" fmla="*/ 2147483646 w 876"/>
                <a:gd name="T5" fmla="*/ 0 h 150"/>
                <a:gd name="T6" fmla="*/ 2147483646 w 876"/>
                <a:gd name="T7" fmla="*/ 2147483646 h 150"/>
                <a:gd name="T8" fmla="*/ 2147483646 w 876"/>
                <a:gd name="T9" fmla="*/ 2147483646 h 150"/>
                <a:gd name="T10" fmla="*/ 0 w 876"/>
                <a:gd name="T11" fmla="*/ 2147483646 h 150"/>
                <a:gd name="T12" fmla="*/ 0 w 876"/>
                <a:gd name="T13" fmla="*/ 2147483646 h 150"/>
                <a:gd name="T14" fmla="*/ 0 w 876"/>
                <a:gd name="T15" fmla="*/ 2147483646 h 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76" h="150">
                  <a:moveTo>
                    <a:pt x="0" y="72"/>
                  </a:moveTo>
                  <a:lnTo>
                    <a:pt x="252" y="138"/>
                  </a:lnTo>
                  <a:lnTo>
                    <a:pt x="876" y="0"/>
                  </a:lnTo>
                  <a:lnTo>
                    <a:pt x="876" y="12"/>
                  </a:lnTo>
                  <a:lnTo>
                    <a:pt x="252" y="150"/>
                  </a:lnTo>
                  <a:lnTo>
                    <a:pt x="0" y="84"/>
                  </a:lnTo>
                  <a:lnTo>
                    <a:pt x="0"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41" name="Freeform 15">
              <a:extLst>
                <a:ext uri="{FF2B5EF4-FFF2-40B4-BE49-F238E27FC236}">
                  <a16:creationId xmlns:a16="http://schemas.microsoft.com/office/drawing/2014/main" id="{0ED75373-7FB9-3585-0F18-7AAD428F70C8}"/>
                </a:ext>
              </a:extLst>
            </p:cNvPr>
            <p:cNvSpPr>
              <a:spLocks/>
            </p:cNvSpPr>
            <p:nvPr/>
          </p:nvSpPr>
          <p:spPr bwMode="auto">
            <a:xfrm>
              <a:off x="4949825" y="1962150"/>
              <a:ext cx="342900" cy="114300"/>
            </a:xfrm>
            <a:custGeom>
              <a:avLst/>
              <a:gdLst>
                <a:gd name="T0" fmla="*/ 2147483646 w 216"/>
                <a:gd name="T1" fmla="*/ 2147483646 h 72"/>
                <a:gd name="T2" fmla="*/ 0 w 216"/>
                <a:gd name="T3" fmla="*/ 2147483646 h 72"/>
                <a:gd name="T4" fmla="*/ 0 w 216"/>
                <a:gd name="T5" fmla="*/ 0 h 72"/>
                <a:gd name="T6" fmla="*/ 2147483646 w 216"/>
                <a:gd name="T7" fmla="*/ 2147483646 h 72"/>
                <a:gd name="T8" fmla="*/ 2147483646 w 216"/>
                <a:gd name="T9" fmla="*/ 2147483646 h 72"/>
                <a:gd name="T10" fmla="*/ 2147483646 w 216"/>
                <a:gd name="T11" fmla="*/ 2147483646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 h="72">
                  <a:moveTo>
                    <a:pt x="216" y="72"/>
                  </a:moveTo>
                  <a:lnTo>
                    <a:pt x="0" y="12"/>
                  </a:lnTo>
                  <a:lnTo>
                    <a:pt x="0" y="0"/>
                  </a:lnTo>
                  <a:lnTo>
                    <a:pt x="216" y="60"/>
                  </a:lnTo>
                  <a:lnTo>
                    <a:pt x="216"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42" name="Freeform 16">
              <a:extLst>
                <a:ext uri="{FF2B5EF4-FFF2-40B4-BE49-F238E27FC236}">
                  <a16:creationId xmlns:a16="http://schemas.microsoft.com/office/drawing/2014/main" id="{1AF349CB-EE84-F0B5-55C3-3AF5B67CAF86}"/>
                </a:ext>
              </a:extLst>
            </p:cNvPr>
            <p:cNvSpPr>
              <a:spLocks/>
            </p:cNvSpPr>
            <p:nvPr/>
          </p:nvSpPr>
          <p:spPr bwMode="auto">
            <a:xfrm>
              <a:off x="3902075" y="1962150"/>
              <a:ext cx="1047750" cy="228600"/>
            </a:xfrm>
            <a:custGeom>
              <a:avLst/>
              <a:gdLst>
                <a:gd name="T0" fmla="*/ 2147483646 w 660"/>
                <a:gd name="T1" fmla="*/ 2147483646 h 144"/>
                <a:gd name="T2" fmla="*/ 0 w 660"/>
                <a:gd name="T3" fmla="*/ 2147483646 h 144"/>
                <a:gd name="T4" fmla="*/ 0 w 660"/>
                <a:gd name="T5" fmla="*/ 2147483646 h 144"/>
                <a:gd name="T6" fmla="*/ 2147483646 w 660"/>
                <a:gd name="T7" fmla="*/ 0 h 144"/>
                <a:gd name="T8" fmla="*/ 2147483646 w 660"/>
                <a:gd name="T9" fmla="*/ 2147483646 h 1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0" h="144">
                  <a:moveTo>
                    <a:pt x="660" y="12"/>
                  </a:moveTo>
                  <a:lnTo>
                    <a:pt x="0" y="144"/>
                  </a:lnTo>
                  <a:lnTo>
                    <a:pt x="0" y="132"/>
                  </a:lnTo>
                  <a:lnTo>
                    <a:pt x="660" y="0"/>
                  </a:lnTo>
                  <a:lnTo>
                    <a:pt x="66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43" name="Freeform 17">
              <a:extLst>
                <a:ext uri="{FF2B5EF4-FFF2-40B4-BE49-F238E27FC236}">
                  <a16:creationId xmlns:a16="http://schemas.microsoft.com/office/drawing/2014/main" id="{C9066E45-5A6E-49DE-A605-FE8B75BA8724}"/>
                </a:ext>
              </a:extLst>
            </p:cNvPr>
            <p:cNvSpPr>
              <a:spLocks/>
            </p:cNvSpPr>
            <p:nvPr/>
          </p:nvSpPr>
          <p:spPr bwMode="auto">
            <a:xfrm>
              <a:off x="4349750" y="2076450"/>
              <a:ext cx="895350" cy="438150"/>
            </a:xfrm>
            <a:custGeom>
              <a:avLst/>
              <a:gdLst>
                <a:gd name="T0" fmla="*/ 2147483646 w 564"/>
                <a:gd name="T1" fmla="*/ 0 h 276"/>
                <a:gd name="T2" fmla="*/ 2147483646 w 564"/>
                <a:gd name="T3" fmla="*/ 2147483646 h 276"/>
                <a:gd name="T4" fmla="*/ 0 w 564"/>
                <a:gd name="T5" fmla="*/ 2147483646 h 276"/>
                <a:gd name="T6" fmla="*/ 0 w 564"/>
                <a:gd name="T7" fmla="*/ 2147483646 h 276"/>
                <a:gd name="T8" fmla="*/ 2147483646 w 564"/>
                <a:gd name="T9" fmla="*/ 0 h 2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4" h="276">
                  <a:moveTo>
                    <a:pt x="564" y="0"/>
                  </a:moveTo>
                  <a:lnTo>
                    <a:pt x="564" y="144"/>
                  </a:lnTo>
                  <a:lnTo>
                    <a:pt x="0" y="276"/>
                  </a:lnTo>
                  <a:lnTo>
                    <a:pt x="0" y="132"/>
                  </a:lnTo>
                  <a:lnTo>
                    <a:pt x="56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44" name="Freeform 18">
              <a:extLst>
                <a:ext uri="{FF2B5EF4-FFF2-40B4-BE49-F238E27FC236}">
                  <a16:creationId xmlns:a16="http://schemas.microsoft.com/office/drawing/2014/main" id="{EC3D43DA-84C7-8E5E-23F5-30E438FB6B92}"/>
                </a:ext>
              </a:extLst>
            </p:cNvPr>
            <p:cNvSpPr>
              <a:spLocks/>
            </p:cNvSpPr>
            <p:nvPr/>
          </p:nvSpPr>
          <p:spPr bwMode="auto">
            <a:xfrm>
              <a:off x="4340225" y="2066925"/>
              <a:ext cx="914400" cy="457200"/>
            </a:xfrm>
            <a:custGeom>
              <a:avLst/>
              <a:gdLst>
                <a:gd name="T0" fmla="*/ 2147483646 w 576"/>
                <a:gd name="T1" fmla="*/ 2147483646 h 288"/>
                <a:gd name="T2" fmla="*/ 2147483646 w 576"/>
                <a:gd name="T3" fmla="*/ 2147483646 h 288"/>
                <a:gd name="T4" fmla="*/ 2147483646 w 576"/>
                <a:gd name="T5" fmla="*/ 2147483646 h 288"/>
                <a:gd name="T6" fmla="*/ 0 w 576"/>
                <a:gd name="T7" fmla="*/ 2147483646 h 288"/>
                <a:gd name="T8" fmla="*/ 0 w 576"/>
                <a:gd name="T9" fmla="*/ 2147483646 h 288"/>
                <a:gd name="T10" fmla="*/ 2147483646 w 576"/>
                <a:gd name="T11" fmla="*/ 2147483646 h 288"/>
                <a:gd name="T12" fmla="*/ 2147483646 w 576"/>
                <a:gd name="T13" fmla="*/ 0 h 288"/>
                <a:gd name="T14" fmla="*/ 2147483646 w 576"/>
                <a:gd name="T15" fmla="*/ 2147483646 h 288"/>
                <a:gd name="T16" fmla="*/ 2147483646 w 576"/>
                <a:gd name="T17" fmla="*/ 2147483646 h 288"/>
                <a:gd name="T18" fmla="*/ 2147483646 w 576"/>
                <a:gd name="T19" fmla="*/ 2147483646 h 288"/>
                <a:gd name="T20" fmla="*/ 2147483646 w 576"/>
                <a:gd name="T21" fmla="*/ 2147483646 h 288"/>
                <a:gd name="T22" fmla="*/ 2147483646 w 576"/>
                <a:gd name="T23" fmla="*/ 2147483646 h 28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76" h="288">
                  <a:moveTo>
                    <a:pt x="576" y="150"/>
                  </a:moveTo>
                  <a:lnTo>
                    <a:pt x="570" y="156"/>
                  </a:lnTo>
                  <a:lnTo>
                    <a:pt x="6" y="288"/>
                  </a:lnTo>
                  <a:lnTo>
                    <a:pt x="0" y="282"/>
                  </a:lnTo>
                  <a:lnTo>
                    <a:pt x="0" y="138"/>
                  </a:lnTo>
                  <a:lnTo>
                    <a:pt x="6" y="132"/>
                  </a:lnTo>
                  <a:lnTo>
                    <a:pt x="570" y="0"/>
                  </a:lnTo>
                  <a:lnTo>
                    <a:pt x="570" y="12"/>
                  </a:lnTo>
                  <a:lnTo>
                    <a:pt x="12" y="144"/>
                  </a:lnTo>
                  <a:lnTo>
                    <a:pt x="12" y="276"/>
                  </a:lnTo>
                  <a:lnTo>
                    <a:pt x="570" y="144"/>
                  </a:lnTo>
                  <a:lnTo>
                    <a:pt x="576" y="1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45" name="Freeform 19">
              <a:extLst>
                <a:ext uri="{FF2B5EF4-FFF2-40B4-BE49-F238E27FC236}">
                  <a16:creationId xmlns:a16="http://schemas.microsoft.com/office/drawing/2014/main" id="{30BA08FC-1DEF-CE01-08DB-98611009E4BB}"/>
                </a:ext>
              </a:extLst>
            </p:cNvPr>
            <p:cNvSpPr>
              <a:spLocks/>
            </p:cNvSpPr>
            <p:nvPr/>
          </p:nvSpPr>
          <p:spPr bwMode="auto">
            <a:xfrm>
              <a:off x="5235575" y="2066925"/>
              <a:ext cx="19050" cy="238125"/>
            </a:xfrm>
            <a:custGeom>
              <a:avLst/>
              <a:gdLst>
                <a:gd name="T0" fmla="*/ 2147483646 w 12"/>
                <a:gd name="T1" fmla="*/ 0 h 150"/>
                <a:gd name="T2" fmla="*/ 2147483646 w 12"/>
                <a:gd name="T3" fmla="*/ 2147483646 h 150"/>
                <a:gd name="T4" fmla="*/ 2147483646 w 12"/>
                <a:gd name="T5" fmla="*/ 2147483646 h 150"/>
                <a:gd name="T6" fmla="*/ 0 w 12"/>
                <a:gd name="T7" fmla="*/ 2147483646 h 150"/>
                <a:gd name="T8" fmla="*/ 0 w 12"/>
                <a:gd name="T9" fmla="*/ 2147483646 h 150"/>
                <a:gd name="T10" fmla="*/ 2147483646 w 12"/>
                <a:gd name="T11" fmla="*/ 0 h 1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150">
                  <a:moveTo>
                    <a:pt x="6" y="0"/>
                  </a:moveTo>
                  <a:lnTo>
                    <a:pt x="12" y="6"/>
                  </a:lnTo>
                  <a:lnTo>
                    <a:pt x="12" y="150"/>
                  </a:lnTo>
                  <a:lnTo>
                    <a:pt x="0" y="150"/>
                  </a:lnTo>
                  <a:lnTo>
                    <a:pt x="0" y="6"/>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46" name="Freeform 20">
              <a:extLst>
                <a:ext uri="{FF2B5EF4-FFF2-40B4-BE49-F238E27FC236}">
                  <a16:creationId xmlns:a16="http://schemas.microsoft.com/office/drawing/2014/main" id="{2A543F5B-7728-177C-5BE7-ACC76CC9DE4E}"/>
                </a:ext>
              </a:extLst>
            </p:cNvPr>
            <p:cNvSpPr>
              <a:spLocks/>
            </p:cNvSpPr>
            <p:nvPr/>
          </p:nvSpPr>
          <p:spPr bwMode="auto">
            <a:xfrm>
              <a:off x="3940175" y="2190750"/>
              <a:ext cx="409575" cy="333375"/>
            </a:xfrm>
            <a:custGeom>
              <a:avLst/>
              <a:gdLst>
                <a:gd name="T0" fmla="*/ 2147483646 w 258"/>
                <a:gd name="T1" fmla="*/ 2147483646 h 210"/>
                <a:gd name="T2" fmla="*/ 2147483646 w 258"/>
                <a:gd name="T3" fmla="*/ 2147483646 h 210"/>
                <a:gd name="T4" fmla="*/ 0 w 258"/>
                <a:gd name="T5" fmla="*/ 2147483646 h 210"/>
                <a:gd name="T6" fmla="*/ 0 w 258"/>
                <a:gd name="T7" fmla="*/ 0 h 210"/>
                <a:gd name="T8" fmla="*/ 2147483646 w 258"/>
                <a:gd name="T9" fmla="*/ 0 h 210"/>
                <a:gd name="T10" fmla="*/ 2147483646 w 258"/>
                <a:gd name="T11" fmla="*/ 2147483646 h 210"/>
                <a:gd name="T12" fmla="*/ 2147483646 w 258"/>
                <a:gd name="T13" fmla="*/ 2147483646 h 210"/>
                <a:gd name="T14" fmla="*/ 2147483646 w 258"/>
                <a:gd name="T15" fmla="*/ 2147483646 h 2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8" h="210">
                  <a:moveTo>
                    <a:pt x="258" y="210"/>
                  </a:moveTo>
                  <a:lnTo>
                    <a:pt x="6" y="144"/>
                  </a:lnTo>
                  <a:lnTo>
                    <a:pt x="0" y="138"/>
                  </a:lnTo>
                  <a:lnTo>
                    <a:pt x="0" y="0"/>
                  </a:lnTo>
                  <a:lnTo>
                    <a:pt x="12" y="0"/>
                  </a:lnTo>
                  <a:lnTo>
                    <a:pt x="12" y="132"/>
                  </a:lnTo>
                  <a:lnTo>
                    <a:pt x="258" y="198"/>
                  </a:lnTo>
                  <a:lnTo>
                    <a:pt x="258" y="2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47" name="Freeform 21">
              <a:extLst>
                <a:ext uri="{FF2B5EF4-FFF2-40B4-BE49-F238E27FC236}">
                  <a16:creationId xmlns:a16="http://schemas.microsoft.com/office/drawing/2014/main" id="{4135104A-3949-F308-203D-D73EA4A8FF56}"/>
                </a:ext>
              </a:extLst>
            </p:cNvPr>
            <p:cNvSpPr>
              <a:spLocks/>
            </p:cNvSpPr>
            <p:nvPr/>
          </p:nvSpPr>
          <p:spPr bwMode="auto">
            <a:xfrm>
              <a:off x="5445125" y="1314450"/>
              <a:ext cx="104775" cy="114300"/>
            </a:xfrm>
            <a:custGeom>
              <a:avLst/>
              <a:gdLst>
                <a:gd name="T0" fmla="*/ 0 w 66"/>
                <a:gd name="T1" fmla="*/ 0 h 72"/>
                <a:gd name="T2" fmla="*/ 0 w 66"/>
                <a:gd name="T3" fmla="*/ 2147483646 h 72"/>
                <a:gd name="T4" fmla="*/ 2147483646 w 66"/>
                <a:gd name="T5" fmla="*/ 2147483646 h 72"/>
                <a:gd name="T6" fmla="*/ 2147483646 w 66"/>
                <a:gd name="T7" fmla="*/ 2147483646 h 72"/>
                <a:gd name="T8" fmla="*/ 2147483646 w 66"/>
                <a:gd name="T9" fmla="*/ 2147483646 h 72"/>
                <a:gd name="T10" fmla="*/ 2147483646 w 66"/>
                <a:gd name="T11" fmla="*/ 0 h 72"/>
                <a:gd name="T12" fmla="*/ 2147483646 w 66"/>
                <a:gd name="T13" fmla="*/ 2147483646 h 72"/>
                <a:gd name="T14" fmla="*/ 0 w 66"/>
                <a:gd name="T15" fmla="*/ 0 h 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6" h="72">
                  <a:moveTo>
                    <a:pt x="0" y="0"/>
                  </a:moveTo>
                  <a:lnTo>
                    <a:pt x="0" y="60"/>
                  </a:lnTo>
                  <a:lnTo>
                    <a:pt x="42" y="72"/>
                  </a:lnTo>
                  <a:lnTo>
                    <a:pt x="54" y="54"/>
                  </a:lnTo>
                  <a:lnTo>
                    <a:pt x="66" y="60"/>
                  </a:lnTo>
                  <a:lnTo>
                    <a:pt x="66" y="0"/>
                  </a:lnTo>
                  <a:lnTo>
                    <a:pt x="42" y="6"/>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48" name="Freeform 22">
              <a:extLst>
                <a:ext uri="{FF2B5EF4-FFF2-40B4-BE49-F238E27FC236}">
                  <a16:creationId xmlns:a16="http://schemas.microsoft.com/office/drawing/2014/main" id="{04ED2BA1-70D2-04C0-1208-848363529972}"/>
                </a:ext>
              </a:extLst>
            </p:cNvPr>
            <p:cNvSpPr>
              <a:spLocks/>
            </p:cNvSpPr>
            <p:nvPr/>
          </p:nvSpPr>
          <p:spPr bwMode="auto">
            <a:xfrm>
              <a:off x="5435600" y="1304925"/>
              <a:ext cx="123825" cy="133350"/>
            </a:xfrm>
            <a:custGeom>
              <a:avLst/>
              <a:gdLst>
                <a:gd name="T0" fmla="*/ 2147483646 w 78"/>
                <a:gd name="T1" fmla="*/ 2147483646 h 84"/>
                <a:gd name="T2" fmla="*/ 2147483646 w 78"/>
                <a:gd name="T3" fmla="*/ 2147483646 h 84"/>
                <a:gd name="T4" fmla="*/ 2147483646 w 78"/>
                <a:gd name="T5" fmla="*/ 2147483646 h 84"/>
                <a:gd name="T6" fmla="*/ 2147483646 w 78"/>
                <a:gd name="T7" fmla="*/ 2147483646 h 84"/>
                <a:gd name="T8" fmla="*/ 2147483646 w 78"/>
                <a:gd name="T9" fmla="*/ 2147483646 h 84"/>
                <a:gd name="T10" fmla="*/ 2147483646 w 78"/>
                <a:gd name="T11" fmla="*/ 2147483646 h 84"/>
                <a:gd name="T12" fmla="*/ 2147483646 w 78"/>
                <a:gd name="T13" fmla="*/ 2147483646 h 84"/>
                <a:gd name="T14" fmla="*/ 2147483646 w 78"/>
                <a:gd name="T15" fmla="*/ 2147483646 h 84"/>
                <a:gd name="T16" fmla="*/ 2147483646 w 78"/>
                <a:gd name="T17" fmla="*/ 0 h 84"/>
                <a:gd name="T18" fmla="*/ 2147483646 w 78"/>
                <a:gd name="T19" fmla="*/ 2147483646 h 84"/>
                <a:gd name="T20" fmla="*/ 2147483646 w 78"/>
                <a:gd name="T21" fmla="*/ 0 h 84"/>
                <a:gd name="T22" fmla="*/ 2147483646 w 78"/>
                <a:gd name="T23" fmla="*/ 2147483646 h 84"/>
                <a:gd name="T24" fmla="*/ 2147483646 w 78"/>
                <a:gd name="T25" fmla="*/ 2147483646 h 84"/>
                <a:gd name="T26" fmla="*/ 2147483646 w 78"/>
                <a:gd name="T27" fmla="*/ 2147483646 h 84"/>
                <a:gd name="T28" fmla="*/ 2147483646 w 78"/>
                <a:gd name="T29" fmla="*/ 2147483646 h 84"/>
                <a:gd name="T30" fmla="*/ 2147483646 w 78"/>
                <a:gd name="T31" fmla="*/ 2147483646 h 84"/>
                <a:gd name="T32" fmla="*/ 2147483646 w 78"/>
                <a:gd name="T33" fmla="*/ 2147483646 h 84"/>
                <a:gd name="T34" fmla="*/ 2147483646 w 78"/>
                <a:gd name="T35" fmla="*/ 2147483646 h 84"/>
                <a:gd name="T36" fmla="*/ 0 w 78"/>
                <a:gd name="T37" fmla="*/ 2147483646 h 84"/>
                <a:gd name="T38" fmla="*/ 2147483646 w 78"/>
                <a:gd name="T39" fmla="*/ 2147483646 h 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8" h="84">
                  <a:moveTo>
                    <a:pt x="6" y="60"/>
                  </a:moveTo>
                  <a:lnTo>
                    <a:pt x="48" y="72"/>
                  </a:lnTo>
                  <a:lnTo>
                    <a:pt x="54" y="60"/>
                  </a:lnTo>
                  <a:lnTo>
                    <a:pt x="60" y="54"/>
                  </a:lnTo>
                  <a:lnTo>
                    <a:pt x="66" y="60"/>
                  </a:lnTo>
                  <a:lnTo>
                    <a:pt x="66" y="12"/>
                  </a:lnTo>
                  <a:lnTo>
                    <a:pt x="48" y="18"/>
                  </a:lnTo>
                  <a:lnTo>
                    <a:pt x="6" y="12"/>
                  </a:lnTo>
                  <a:lnTo>
                    <a:pt x="6" y="0"/>
                  </a:lnTo>
                  <a:lnTo>
                    <a:pt x="48" y="6"/>
                  </a:lnTo>
                  <a:lnTo>
                    <a:pt x="72" y="0"/>
                  </a:lnTo>
                  <a:lnTo>
                    <a:pt x="78" y="6"/>
                  </a:lnTo>
                  <a:lnTo>
                    <a:pt x="78" y="66"/>
                  </a:lnTo>
                  <a:lnTo>
                    <a:pt x="72" y="72"/>
                  </a:lnTo>
                  <a:lnTo>
                    <a:pt x="60" y="66"/>
                  </a:lnTo>
                  <a:lnTo>
                    <a:pt x="54" y="78"/>
                  </a:lnTo>
                  <a:lnTo>
                    <a:pt x="48" y="84"/>
                  </a:lnTo>
                  <a:lnTo>
                    <a:pt x="6" y="72"/>
                  </a:lnTo>
                  <a:lnTo>
                    <a:pt x="0" y="66"/>
                  </a:lnTo>
                  <a:lnTo>
                    <a:pt x="6"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49" name="Freeform 23">
              <a:extLst>
                <a:ext uri="{FF2B5EF4-FFF2-40B4-BE49-F238E27FC236}">
                  <a16:creationId xmlns:a16="http://schemas.microsoft.com/office/drawing/2014/main" id="{DD683FCD-5039-AE03-45F5-708B5CAEEE44}"/>
                </a:ext>
              </a:extLst>
            </p:cNvPr>
            <p:cNvSpPr>
              <a:spLocks/>
            </p:cNvSpPr>
            <p:nvPr/>
          </p:nvSpPr>
          <p:spPr bwMode="auto">
            <a:xfrm>
              <a:off x="5435600" y="1304925"/>
              <a:ext cx="19050" cy="104775"/>
            </a:xfrm>
            <a:custGeom>
              <a:avLst/>
              <a:gdLst>
                <a:gd name="T0" fmla="*/ 2147483646 w 12"/>
                <a:gd name="T1" fmla="*/ 2147483646 h 66"/>
                <a:gd name="T2" fmla="*/ 2147483646 w 12"/>
                <a:gd name="T3" fmla="*/ 2147483646 h 66"/>
                <a:gd name="T4" fmla="*/ 0 w 12"/>
                <a:gd name="T5" fmla="*/ 2147483646 h 66"/>
                <a:gd name="T6" fmla="*/ 0 w 12"/>
                <a:gd name="T7" fmla="*/ 2147483646 h 66"/>
                <a:gd name="T8" fmla="*/ 2147483646 w 12"/>
                <a:gd name="T9" fmla="*/ 0 h 66"/>
                <a:gd name="T10" fmla="*/ 2147483646 w 12"/>
                <a:gd name="T11" fmla="*/ 2147483646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6">
                  <a:moveTo>
                    <a:pt x="12" y="6"/>
                  </a:moveTo>
                  <a:lnTo>
                    <a:pt x="12" y="66"/>
                  </a:lnTo>
                  <a:lnTo>
                    <a:pt x="0" y="66"/>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50" name="Rectangle 24">
              <a:extLst>
                <a:ext uri="{FF2B5EF4-FFF2-40B4-BE49-F238E27FC236}">
                  <a16:creationId xmlns:a16="http://schemas.microsoft.com/office/drawing/2014/main" id="{967B8B95-E381-D9DC-659D-03BBBC292CB1}"/>
                </a:ext>
              </a:extLst>
            </p:cNvPr>
            <p:cNvSpPr>
              <a:spLocks noChangeArrowheads="1"/>
            </p:cNvSpPr>
            <p:nvPr/>
          </p:nvSpPr>
          <p:spPr bwMode="auto">
            <a:xfrm>
              <a:off x="5492750" y="1323975"/>
              <a:ext cx="19050" cy="952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7451" name="Freeform 25">
              <a:extLst>
                <a:ext uri="{FF2B5EF4-FFF2-40B4-BE49-F238E27FC236}">
                  <a16:creationId xmlns:a16="http://schemas.microsoft.com/office/drawing/2014/main" id="{4738A49F-4FF1-ED8B-0DEA-66308317330D}"/>
                </a:ext>
              </a:extLst>
            </p:cNvPr>
            <p:cNvSpPr>
              <a:spLocks/>
            </p:cNvSpPr>
            <p:nvPr/>
          </p:nvSpPr>
          <p:spPr bwMode="auto">
            <a:xfrm>
              <a:off x="5445125" y="1295400"/>
              <a:ext cx="104775" cy="28575"/>
            </a:xfrm>
            <a:custGeom>
              <a:avLst/>
              <a:gdLst>
                <a:gd name="T0" fmla="*/ 0 w 66"/>
                <a:gd name="T1" fmla="*/ 2147483646 h 18"/>
                <a:gd name="T2" fmla="*/ 2147483646 w 66"/>
                <a:gd name="T3" fmla="*/ 0 h 18"/>
                <a:gd name="T4" fmla="*/ 2147483646 w 66"/>
                <a:gd name="T5" fmla="*/ 2147483646 h 18"/>
                <a:gd name="T6" fmla="*/ 2147483646 w 66"/>
                <a:gd name="T7" fmla="*/ 2147483646 h 18"/>
                <a:gd name="T8" fmla="*/ 2147483646 w 66"/>
                <a:gd name="T9" fmla="*/ 2147483646 h 18"/>
                <a:gd name="T10" fmla="*/ 0 w 66"/>
                <a:gd name="T11" fmla="*/ 2147483646 h 18"/>
                <a:gd name="T12" fmla="*/ 0 w 66"/>
                <a:gd name="T13" fmla="*/ 2147483646 h 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18">
                  <a:moveTo>
                    <a:pt x="0" y="6"/>
                  </a:moveTo>
                  <a:lnTo>
                    <a:pt x="30" y="0"/>
                  </a:lnTo>
                  <a:lnTo>
                    <a:pt x="66" y="6"/>
                  </a:lnTo>
                  <a:lnTo>
                    <a:pt x="66" y="18"/>
                  </a:lnTo>
                  <a:lnTo>
                    <a:pt x="30" y="12"/>
                  </a:lnTo>
                  <a:lnTo>
                    <a:pt x="0" y="18"/>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52" name="Freeform 26">
              <a:extLst>
                <a:ext uri="{FF2B5EF4-FFF2-40B4-BE49-F238E27FC236}">
                  <a16:creationId xmlns:a16="http://schemas.microsoft.com/office/drawing/2014/main" id="{B0CD381A-338A-CBCD-6700-61FB5CFDE30A}"/>
                </a:ext>
              </a:extLst>
            </p:cNvPr>
            <p:cNvSpPr>
              <a:spLocks/>
            </p:cNvSpPr>
            <p:nvPr/>
          </p:nvSpPr>
          <p:spPr bwMode="auto">
            <a:xfrm>
              <a:off x="5864225" y="1981200"/>
              <a:ext cx="114300" cy="114300"/>
            </a:xfrm>
            <a:custGeom>
              <a:avLst/>
              <a:gdLst>
                <a:gd name="T0" fmla="*/ 0 w 72"/>
                <a:gd name="T1" fmla="*/ 2147483646 h 72"/>
                <a:gd name="T2" fmla="*/ 0 w 72"/>
                <a:gd name="T3" fmla="*/ 2147483646 h 72"/>
                <a:gd name="T4" fmla="*/ 2147483646 w 72"/>
                <a:gd name="T5" fmla="*/ 2147483646 h 72"/>
                <a:gd name="T6" fmla="*/ 2147483646 w 72"/>
                <a:gd name="T7" fmla="*/ 0 h 72"/>
                <a:gd name="T8" fmla="*/ 0 w 72"/>
                <a:gd name="T9" fmla="*/ 2147483646 h 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 h="72">
                  <a:moveTo>
                    <a:pt x="0" y="12"/>
                  </a:moveTo>
                  <a:lnTo>
                    <a:pt x="0" y="72"/>
                  </a:lnTo>
                  <a:lnTo>
                    <a:pt x="72" y="60"/>
                  </a:lnTo>
                  <a:lnTo>
                    <a:pt x="7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53" name="Freeform 27">
              <a:extLst>
                <a:ext uri="{FF2B5EF4-FFF2-40B4-BE49-F238E27FC236}">
                  <a16:creationId xmlns:a16="http://schemas.microsoft.com/office/drawing/2014/main" id="{856993BF-F894-773C-0811-0D1BB8E9734E}"/>
                </a:ext>
              </a:extLst>
            </p:cNvPr>
            <p:cNvSpPr>
              <a:spLocks/>
            </p:cNvSpPr>
            <p:nvPr/>
          </p:nvSpPr>
          <p:spPr bwMode="auto">
            <a:xfrm>
              <a:off x="5854700" y="1971675"/>
              <a:ext cx="133350" cy="133350"/>
            </a:xfrm>
            <a:custGeom>
              <a:avLst/>
              <a:gdLst>
                <a:gd name="T0" fmla="*/ 2147483646 w 84"/>
                <a:gd name="T1" fmla="*/ 2147483646 h 84"/>
                <a:gd name="T2" fmla="*/ 2147483646 w 84"/>
                <a:gd name="T3" fmla="*/ 2147483646 h 84"/>
                <a:gd name="T4" fmla="*/ 2147483646 w 84"/>
                <a:gd name="T5" fmla="*/ 2147483646 h 84"/>
                <a:gd name="T6" fmla="*/ 2147483646 w 84"/>
                <a:gd name="T7" fmla="*/ 2147483646 h 84"/>
                <a:gd name="T8" fmla="*/ 2147483646 w 84"/>
                <a:gd name="T9" fmla="*/ 2147483646 h 84"/>
                <a:gd name="T10" fmla="*/ 2147483646 w 84"/>
                <a:gd name="T11" fmla="*/ 0 h 84"/>
                <a:gd name="T12" fmla="*/ 2147483646 w 84"/>
                <a:gd name="T13" fmla="*/ 2147483646 h 84"/>
                <a:gd name="T14" fmla="*/ 2147483646 w 84"/>
                <a:gd name="T15" fmla="*/ 2147483646 h 84"/>
                <a:gd name="T16" fmla="*/ 2147483646 w 84"/>
                <a:gd name="T17" fmla="*/ 2147483646 h 84"/>
                <a:gd name="T18" fmla="*/ 2147483646 w 84"/>
                <a:gd name="T19" fmla="*/ 2147483646 h 84"/>
                <a:gd name="T20" fmla="*/ 0 w 84"/>
                <a:gd name="T21" fmla="*/ 2147483646 h 84"/>
                <a:gd name="T22" fmla="*/ 2147483646 w 84"/>
                <a:gd name="T23" fmla="*/ 2147483646 h 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4" h="84">
                  <a:moveTo>
                    <a:pt x="6" y="72"/>
                  </a:moveTo>
                  <a:lnTo>
                    <a:pt x="72" y="60"/>
                  </a:lnTo>
                  <a:lnTo>
                    <a:pt x="72" y="12"/>
                  </a:lnTo>
                  <a:lnTo>
                    <a:pt x="6" y="24"/>
                  </a:lnTo>
                  <a:lnTo>
                    <a:pt x="6" y="12"/>
                  </a:lnTo>
                  <a:lnTo>
                    <a:pt x="78" y="0"/>
                  </a:lnTo>
                  <a:lnTo>
                    <a:pt x="84" y="6"/>
                  </a:lnTo>
                  <a:lnTo>
                    <a:pt x="84" y="66"/>
                  </a:lnTo>
                  <a:lnTo>
                    <a:pt x="78" y="72"/>
                  </a:lnTo>
                  <a:lnTo>
                    <a:pt x="6" y="84"/>
                  </a:lnTo>
                  <a:lnTo>
                    <a:pt x="0" y="78"/>
                  </a:lnTo>
                  <a:lnTo>
                    <a:pt x="6"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54" name="Freeform 28">
              <a:extLst>
                <a:ext uri="{FF2B5EF4-FFF2-40B4-BE49-F238E27FC236}">
                  <a16:creationId xmlns:a16="http://schemas.microsoft.com/office/drawing/2014/main" id="{14ECDE3C-B1E9-68A2-25F5-720891982CA6}"/>
                </a:ext>
              </a:extLst>
            </p:cNvPr>
            <p:cNvSpPr>
              <a:spLocks/>
            </p:cNvSpPr>
            <p:nvPr/>
          </p:nvSpPr>
          <p:spPr bwMode="auto">
            <a:xfrm>
              <a:off x="5854700" y="1990725"/>
              <a:ext cx="19050" cy="104775"/>
            </a:xfrm>
            <a:custGeom>
              <a:avLst/>
              <a:gdLst>
                <a:gd name="T0" fmla="*/ 2147483646 w 12"/>
                <a:gd name="T1" fmla="*/ 2147483646 h 66"/>
                <a:gd name="T2" fmla="*/ 2147483646 w 12"/>
                <a:gd name="T3" fmla="*/ 2147483646 h 66"/>
                <a:gd name="T4" fmla="*/ 0 w 12"/>
                <a:gd name="T5" fmla="*/ 2147483646 h 66"/>
                <a:gd name="T6" fmla="*/ 0 w 12"/>
                <a:gd name="T7" fmla="*/ 2147483646 h 66"/>
                <a:gd name="T8" fmla="*/ 2147483646 w 12"/>
                <a:gd name="T9" fmla="*/ 0 h 66"/>
                <a:gd name="T10" fmla="*/ 2147483646 w 12"/>
                <a:gd name="T11" fmla="*/ 2147483646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6">
                  <a:moveTo>
                    <a:pt x="12" y="6"/>
                  </a:moveTo>
                  <a:lnTo>
                    <a:pt x="12" y="66"/>
                  </a:lnTo>
                  <a:lnTo>
                    <a:pt x="0" y="66"/>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55" name="Freeform 29">
              <a:extLst>
                <a:ext uri="{FF2B5EF4-FFF2-40B4-BE49-F238E27FC236}">
                  <a16:creationId xmlns:a16="http://schemas.microsoft.com/office/drawing/2014/main" id="{82C50F2A-9843-DCB0-1BE9-485195416FCE}"/>
                </a:ext>
              </a:extLst>
            </p:cNvPr>
            <p:cNvSpPr>
              <a:spLocks/>
            </p:cNvSpPr>
            <p:nvPr/>
          </p:nvSpPr>
          <p:spPr bwMode="auto">
            <a:xfrm>
              <a:off x="6045200" y="1933575"/>
              <a:ext cx="133350" cy="123825"/>
            </a:xfrm>
            <a:custGeom>
              <a:avLst/>
              <a:gdLst>
                <a:gd name="T0" fmla="*/ 0 w 84"/>
                <a:gd name="T1" fmla="*/ 2147483646 h 78"/>
                <a:gd name="T2" fmla="*/ 0 w 84"/>
                <a:gd name="T3" fmla="*/ 2147483646 h 78"/>
                <a:gd name="T4" fmla="*/ 2147483646 w 84"/>
                <a:gd name="T5" fmla="*/ 2147483646 h 78"/>
                <a:gd name="T6" fmla="*/ 2147483646 w 84"/>
                <a:gd name="T7" fmla="*/ 0 h 78"/>
                <a:gd name="T8" fmla="*/ 0 w 84"/>
                <a:gd name="T9" fmla="*/ 2147483646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 h="78">
                  <a:moveTo>
                    <a:pt x="0" y="18"/>
                  </a:moveTo>
                  <a:lnTo>
                    <a:pt x="0" y="78"/>
                  </a:lnTo>
                  <a:lnTo>
                    <a:pt x="84" y="60"/>
                  </a:lnTo>
                  <a:lnTo>
                    <a:pt x="84" y="0"/>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56" name="Freeform 30">
              <a:extLst>
                <a:ext uri="{FF2B5EF4-FFF2-40B4-BE49-F238E27FC236}">
                  <a16:creationId xmlns:a16="http://schemas.microsoft.com/office/drawing/2014/main" id="{453F2BE3-018E-848F-F5B9-E5BF65CDDE4C}"/>
                </a:ext>
              </a:extLst>
            </p:cNvPr>
            <p:cNvSpPr>
              <a:spLocks/>
            </p:cNvSpPr>
            <p:nvPr/>
          </p:nvSpPr>
          <p:spPr bwMode="auto">
            <a:xfrm>
              <a:off x="6035675" y="1924050"/>
              <a:ext cx="152400" cy="142875"/>
            </a:xfrm>
            <a:custGeom>
              <a:avLst/>
              <a:gdLst>
                <a:gd name="T0" fmla="*/ 2147483646 w 96"/>
                <a:gd name="T1" fmla="*/ 2147483646 h 90"/>
                <a:gd name="T2" fmla="*/ 2147483646 w 96"/>
                <a:gd name="T3" fmla="*/ 2147483646 h 90"/>
                <a:gd name="T4" fmla="*/ 2147483646 w 96"/>
                <a:gd name="T5" fmla="*/ 2147483646 h 90"/>
                <a:gd name="T6" fmla="*/ 2147483646 w 96"/>
                <a:gd name="T7" fmla="*/ 2147483646 h 90"/>
                <a:gd name="T8" fmla="*/ 2147483646 w 96"/>
                <a:gd name="T9" fmla="*/ 2147483646 h 90"/>
                <a:gd name="T10" fmla="*/ 2147483646 w 96"/>
                <a:gd name="T11" fmla="*/ 0 h 90"/>
                <a:gd name="T12" fmla="*/ 2147483646 w 96"/>
                <a:gd name="T13" fmla="*/ 2147483646 h 90"/>
                <a:gd name="T14" fmla="*/ 2147483646 w 96"/>
                <a:gd name="T15" fmla="*/ 2147483646 h 90"/>
                <a:gd name="T16" fmla="*/ 2147483646 w 96"/>
                <a:gd name="T17" fmla="*/ 2147483646 h 90"/>
                <a:gd name="T18" fmla="*/ 2147483646 w 96"/>
                <a:gd name="T19" fmla="*/ 2147483646 h 90"/>
                <a:gd name="T20" fmla="*/ 0 w 96"/>
                <a:gd name="T21" fmla="*/ 2147483646 h 90"/>
                <a:gd name="T22" fmla="*/ 2147483646 w 96"/>
                <a:gd name="T23" fmla="*/ 2147483646 h 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96" h="90">
                  <a:moveTo>
                    <a:pt x="6" y="78"/>
                  </a:moveTo>
                  <a:lnTo>
                    <a:pt x="84" y="60"/>
                  </a:lnTo>
                  <a:lnTo>
                    <a:pt x="84" y="12"/>
                  </a:lnTo>
                  <a:lnTo>
                    <a:pt x="6" y="30"/>
                  </a:lnTo>
                  <a:lnTo>
                    <a:pt x="6" y="18"/>
                  </a:lnTo>
                  <a:lnTo>
                    <a:pt x="90" y="0"/>
                  </a:lnTo>
                  <a:lnTo>
                    <a:pt x="96" y="6"/>
                  </a:lnTo>
                  <a:lnTo>
                    <a:pt x="96" y="66"/>
                  </a:lnTo>
                  <a:lnTo>
                    <a:pt x="90" y="72"/>
                  </a:lnTo>
                  <a:lnTo>
                    <a:pt x="6" y="90"/>
                  </a:lnTo>
                  <a:lnTo>
                    <a:pt x="0" y="84"/>
                  </a:lnTo>
                  <a:lnTo>
                    <a:pt x="6"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57" name="Freeform 31">
              <a:extLst>
                <a:ext uri="{FF2B5EF4-FFF2-40B4-BE49-F238E27FC236}">
                  <a16:creationId xmlns:a16="http://schemas.microsoft.com/office/drawing/2014/main" id="{61A0EC7B-5FFD-A400-2C9A-75E3AD73739B}"/>
                </a:ext>
              </a:extLst>
            </p:cNvPr>
            <p:cNvSpPr>
              <a:spLocks/>
            </p:cNvSpPr>
            <p:nvPr/>
          </p:nvSpPr>
          <p:spPr bwMode="auto">
            <a:xfrm>
              <a:off x="6035675" y="1952625"/>
              <a:ext cx="19050" cy="104775"/>
            </a:xfrm>
            <a:custGeom>
              <a:avLst/>
              <a:gdLst>
                <a:gd name="T0" fmla="*/ 2147483646 w 12"/>
                <a:gd name="T1" fmla="*/ 2147483646 h 66"/>
                <a:gd name="T2" fmla="*/ 2147483646 w 12"/>
                <a:gd name="T3" fmla="*/ 2147483646 h 66"/>
                <a:gd name="T4" fmla="*/ 0 w 12"/>
                <a:gd name="T5" fmla="*/ 2147483646 h 66"/>
                <a:gd name="T6" fmla="*/ 0 w 12"/>
                <a:gd name="T7" fmla="*/ 2147483646 h 66"/>
                <a:gd name="T8" fmla="*/ 2147483646 w 12"/>
                <a:gd name="T9" fmla="*/ 0 h 66"/>
                <a:gd name="T10" fmla="*/ 2147483646 w 12"/>
                <a:gd name="T11" fmla="*/ 2147483646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6">
                  <a:moveTo>
                    <a:pt x="12" y="6"/>
                  </a:moveTo>
                  <a:lnTo>
                    <a:pt x="12" y="66"/>
                  </a:lnTo>
                  <a:lnTo>
                    <a:pt x="0" y="66"/>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58" name="Freeform 32">
              <a:extLst>
                <a:ext uri="{FF2B5EF4-FFF2-40B4-BE49-F238E27FC236}">
                  <a16:creationId xmlns:a16="http://schemas.microsoft.com/office/drawing/2014/main" id="{E2E8C5B2-9F93-064C-3A1D-582FA4053141}"/>
                </a:ext>
              </a:extLst>
            </p:cNvPr>
            <p:cNvSpPr>
              <a:spLocks/>
            </p:cNvSpPr>
            <p:nvPr/>
          </p:nvSpPr>
          <p:spPr bwMode="auto">
            <a:xfrm>
              <a:off x="6235700" y="1905000"/>
              <a:ext cx="114300" cy="114300"/>
            </a:xfrm>
            <a:custGeom>
              <a:avLst/>
              <a:gdLst>
                <a:gd name="T0" fmla="*/ 0 w 72"/>
                <a:gd name="T1" fmla="*/ 2147483646 h 72"/>
                <a:gd name="T2" fmla="*/ 0 w 72"/>
                <a:gd name="T3" fmla="*/ 2147483646 h 72"/>
                <a:gd name="T4" fmla="*/ 2147483646 w 72"/>
                <a:gd name="T5" fmla="*/ 2147483646 h 72"/>
                <a:gd name="T6" fmla="*/ 2147483646 w 72"/>
                <a:gd name="T7" fmla="*/ 0 h 72"/>
                <a:gd name="T8" fmla="*/ 0 w 72"/>
                <a:gd name="T9" fmla="*/ 2147483646 h 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 h="72">
                  <a:moveTo>
                    <a:pt x="0" y="12"/>
                  </a:moveTo>
                  <a:lnTo>
                    <a:pt x="0" y="72"/>
                  </a:lnTo>
                  <a:lnTo>
                    <a:pt x="72" y="60"/>
                  </a:lnTo>
                  <a:lnTo>
                    <a:pt x="7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59" name="Freeform 33">
              <a:extLst>
                <a:ext uri="{FF2B5EF4-FFF2-40B4-BE49-F238E27FC236}">
                  <a16:creationId xmlns:a16="http://schemas.microsoft.com/office/drawing/2014/main" id="{1426D2CA-189F-2A4F-647F-203B5930282D}"/>
                </a:ext>
              </a:extLst>
            </p:cNvPr>
            <p:cNvSpPr>
              <a:spLocks/>
            </p:cNvSpPr>
            <p:nvPr/>
          </p:nvSpPr>
          <p:spPr bwMode="auto">
            <a:xfrm>
              <a:off x="6226175" y="1895475"/>
              <a:ext cx="133350" cy="133350"/>
            </a:xfrm>
            <a:custGeom>
              <a:avLst/>
              <a:gdLst>
                <a:gd name="T0" fmla="*/ 2147483646 w 84"/>
                <a:gd name="T1" fmla="*/ 2147483646 h 84"/>
                <a:gd name="T2" fmla="*/ 2147483646 w 84"/>
                <a:gd name="T3" fmla="*/ 2147483646 h 84"/>
                <a:gd name="T4" fmla="*/ 2147483646 w 84"/>
                <a:gd name="T5" fmla="*/ 2147483646 h 84"/>
                <a:gd name="T6" fmla="*/ 2147483646 w 84"/>
                <a:gd name="T7" fmla="*/ 2147483646 h 84"/>
                <a:gd name="T8" fmla="*/ 2147483646 w 84"/>
                <a:gd name="T9" fmla="*/ 2147483646 h 84"/>
                <a:gd name="T10" fmla="*/ 2147483646 w 84"/>
                <a:gd name="T11" fmla="*/ 0 h 84"/>
                <a:gd name="T12" fmla="*/ 2147483646 w 84"/>
                <a:gd name="T13" fmla="*/ 2147483646 h 84"/>
                <a:gd name="T14" fmla="*/ 2147483646 w 84"/>
                <a:gd name="T15" fmla="*/ 2147483646 h 84"/>
                <a:gd name="T16" fmla="*/ 2147483646 w 84"/>
                <a:gd name="T17" fmla="*/ 2147483646 h 84"/>
                <a:gd name="T18" fmla="*/ 2147483646 w 84"/>
                <a:gd name="T19" fmla="*/ 2147483646 h 84"/>
                <a:gd name="T20" fmla="*/ 0 w 84"/>
                <a:gd name="T21" fmla="*/ 2147483646 h 84"/>
                <a:gd name="T22" fmla="*/ 2147483646 w 84"/>
                <a:gd name="T23" fmla="*/ 2147483646 h 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4" h="84">
                  <a:moveTo>
                    <a:pt x="6" y="72"/>
                  </a:moveTo>
                  <a:lnTo>
                    <a:pt x="72" y="60"/>
                  </a:lnTo>
                  <a:lnTo>
                    <a:pt x="72" y="12"/>
                  </a:lnTo>
                  <a:lnTo>
                    <a:pt x="6" y="24"/>
                  </a:lnTo>
                  <a:lnTo>
                    <a:pt x="6" y="12"/>
                  </a:lnTo>
                  <a:lnTo>
                    <a:pt x="78" y="0"/>
                  </a:lnTo>
                  <a:lnTo>
                    <a:pt x="84" y="6"/>
                  </a:lnTo>
                  <a:lnTo>
                    <a:pt x="84" y="66"/>
                  </a:lnTo>
                  <a:lnTo>
                    <a:pt x="78" y="72"/>
                  </a:lnTo>
                  <a:lnTo>
                    <a:pt x="6" y="84"/>
                  </a:lnTo>
                  <a:lnTo>
                    <a:pt x="0" y="78"/>
                  </a:lnTo>
                  <a:lnTo>
                    <a:pt x="6"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60" name="Freeform 34">
              <a:extLst>
                <a:ext uri="{FF2B5EF4-FFF2-40B4-BE49-F238E27FC236}">
                  <a16:creationId xmlns:a16="http://schemas.microsoft.com/office/drawing/2014/main" id="{E950B6BB-22F6-747D-6A87-15C0FDD10606}"/>
                </a:ext>
              </a:extLst>
            </p:cNvPr>
            <p:cNvSpPr>
              <a:spLocks/>
            </p:cNvSpPr>
            <p:nvPr/>
          </p:nvSpPr>
          <p:spPr bwMode="auto">
            <a:xfrm>
              <a:off x="6226175" y="1914525"/>
              <a:ext cx="19050" cy="104775"/>
            </a:xfrm>
            <a:custGeom>
              <a:avLst/>
              <a:gdLst>
                <a:gd name="T0" fmla="*/ 2147483646 w 12"/>
                <a:gd name="T1" fmla="*/ 2147483646 h 66"/>
                <a:gd name="T2" fmla="*/ 2147483646 w 12"/>
                <a:gd name="T3" fmla="*/ 2147483646 h 66"/>
                <a:gd name="T4" fmla="*/ 0 w 12"/>
                <a:gd name="T5" fmla="*/ 2147483646 h 66"/>
                <a:gd name="T6" fmla="*/ 0 w 12"/>
                <a:gd name="T7" fmla="*/ 2147483646 h 66"/>
                <a:gd name="T8" fmla="*/ 2147483646 w 12"/>
                <a:gd name="T9" fmla="*/ 0 h 66"/>
                <a:gd name="T10" fmla="*/ 2147483646 w 12"/>
                <a:gd name="T11" fmla="*/ 2147483646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6">
                  <a:moveTo>
                    <a:pt x="12" y="6"/>
                  </a:moveTo>
                  <a:lnTo>
                    <a:pt x="12" y="66"/>
                  </a:lnTo>
                  <a:lnTo>
                    <a:pt x="0" y="66"/>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61" name="Freeform 35">
              <a:extLst>
                <a:ext uri="{FF2B5EF4-FFF2-40B4-BE49-F238E27FC236}">
                  <a16:creationId xmlns:a16="http://schemas.microsoft.com/office/drawing/2014/main" id="{A1B407A9-1563-E4E0-A041-958F2A214A0D}"/>
                </a:ext>
              </a:extLst>
            </p:cNvPr>
            <p:cNvSpPr>
              <a:spLocks/>
            </p:cNvSpPr>
            <p:nvPr/>
          </p:nvSpPr>
          <p:spPr bwMode="auto">
            <a:xfrm>
              <a:off x="5864225" y="2133600"/>
              <a:ext cx="114300" cy="123825"/>
            </a:xfrm>
            <a:custGeom>
              <a:avLst/>
              <a:gdLst>
                <a:gd name="T0" fmla="*/ 0 w 72"/>
                <a:gd name="T1" fmla="*/ 2147483646 h 78"/>
                <a:gd name="T2" fmla="*/ 0 w 72"/>
                <a:gd name="T3" fmla="*/ 2147483646 h 78"/>
                <a:gd name="T4" fmla="*/ 2147483646 w 72"/>
                <a:gd name="T5" fmla="*/ 2147483646 h 78"/>
                <a:gd name="T6" fmla="*/ 2147483646 w 72"/>
                <a:gd name="T7" fmla="*/ 0 h 78"/>
                <a:gd name="T8" fmla="*/ 0 w 72"/>
                <a:gd name="T9" fmla="*/ 2147483646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 h="78">
                  <a:moveTo>
                    <a:pt x="0" y="12"/>
                  </a:moveTo>
                  <a:lnTo>
                    <a:pt x="0" y="78"/>
                  </a:lnTo>
                  <a:lnTo>
                    <a:pt x="72" y="60"/>
                  </a:lnTo>
                  <a:lnTo>
                    <a:pt x="7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62" name="Freeform 36">
              <a:extLst>
                <a:ext uri="{FF2B5EF4-FFF2-40B4-BE49-F238E27FC236}">
                  <a16:creationId xmlns:a16="http://schemas.microsoft.com/office/drawing/2014/main" id="{CF3E0B3F-E83F-A4EC-3233-2E95F7901CE7}"/>
                </a:ext>
              </a:extLst>
            </p:cNvPr>
            <p:cNvSpPr>
              <a:spLocks/>
            </p:cNvSpPr>
            <p:nvPr/>
          </p:nvSpPr>
          <p:spPr bwMode="auto">
            <a:xfrm>
              <a:off x="5854700" y="2124075"/>
              <a:ext cx="133350" cy="142875"/>
            </a:xfrm>
            <a:custGeom>
              <a:avLst/>
              <a:gdLst>
                <a:gd name="T0" fmla="*/ 2147483646 w 84"/>
                <a:gd name="T1" fmla="*/ 2147483646 h 90"/>
                <a:gd name="T2" fmla="*/ 2147483646 w 84"/>
                <a:gd name="T3" fmla="*/ 2147483646 h 90"/>
                <a:gd name="T4" fmla="*/ 2147483646 w 84"/>
                <a:gd name="T5" fmla="*/ 2147483646 h 90"/>
                <a:gd name="T6" fmla="*/ 2147483646 w 84"/>
                <a:gd name="T7" fmla="*/ 2147483646 h 90"/>
                <a:gd name="T8" fmla="*/ 2147483646 w 84"/>
                <a:gd name="T9" fmla="*/ 2147483646 h 90"/>
                <a:gd name="T10" fmla="*/ 2147483646 w 84"/>
                <a:gd name="T11" fmla="*/ 0 h 90"/>
                <a:gd name="T12" fmla="*/ 2147483646 w 84"/>
                <a:gd name="T13" fmla="*/ 2147483646 h 90"/>
                <a:gd name="T14" fmla="*/ 2147483646 w 84"/>
                <a:gd name="T15" fmla="*/ 2147483646 h 90"/>
                <a:gd name="T16" fmla="*/ 2147483646 w 84"/>
                <a:gd name="T17" fmla="*/ 2147483646 h 90"/>
                <a:gd name="T18" fmla="*/ 2147483646 w 84"/>
                <a:gd name="T19" fmla="*/ 2147483646 h 90"/>
                <a:gd name="T20" fmla="*/ 0 w 84"/>
                <a:gd name="T21" fmla="*/ 2147483646 h 90"/>
                <a:gd name="T22" fmla="*/ 2147483646 w 84"/>
                <a:gd name="T23" fmla="*/ 2147483646 h 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4" h="90">
                  <a:moveTo>
                    <a:pt x="6" y="78"/>
                  </a:moveTo>
                  <a:lnTo>
                    <a:pt x="72" y="60"/>
                  </a:lnTo>
                  <a:lnTo>
                    <a:pt x="72" y="12"/>
                  </a:lnTo>
                  <a:lnTo>
                    <a:pt x="6" y="24"/>
                  </a:lnTo>
                  <a:lnTo>
                    <a:pt x="6" y="12"/>
                  </a:lnTo>
                  <a:lnTo>
                    <a:pt x="78" y="0"/>
                  </a:lnTo>
                  <a:lnTo>
                    <a:pt x="84" y="6"/>
                  </a:lnTo>
                  <a:lnTo>
                    <a:pt x="84" y="66"/>
                  </a:lnTo>
                  <a:lnTo>
                    <a:pt x="78" y="72"/>
                  </a:lnTo>
                  <a:lnTo>
                    <a:pt x="6" y="90"/>
                  </a:lnTo>
                  <a:lnTo>
                    <a:pt x="0" y="84"/>
                  </a:lnTo>
                  <a:lnTo>
                    <a:pt x="6"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63" name="Freeform 37">
              <a:extLst>
                <a:ext uri="{FF2B5EF4-FFF2-40B4-BE49-F238E27FC236}">
                  <a16:creationId xmlns:a16="http://schemas.microsoft.com/office/drawing/2014/main" id="{767432B2-24E1-8CDA-84DD-D04765153499}"/>
                </a:ext>
              </a:extLst>
            </p:cNvPr>
            <p:cNvSpPr>
              <a:spLocks/>
            </p:cNvSpPr>
            <p:nvPr/>
          </p:nvSpPr>
          <p:spPr bwMode="auto">
            <a:xfrm>
              <a:off x="5854700" y="2143125"/>
              <a:ext cx="19050" cy="114300"/>
            </a:xfrm>
            <a:custGeom>
              <a:avLst/>
              <a:gdLst>
                <a:gd name="T0" fmla="*/ 2147483646 w 12"/>
                <a:gd name="T1" fmla="*/ 2147483646 h 72"/>
                <a:gd name="T2" fmla="*/ 2147483646 w 12"/>
                <a:gd name="T3" fmla="*/ 2147483646 h 72"/>
                <a:gd name="T4" fmla="*/ 0 w 12"/>
                <a:gd name="T5" fmla="*/ 2147483646 h 72"/>
                <a:gd name="T6" fmla="*/ 0 w 12"/>
                <a:gd name="T7" fmla="*/ 2147483646 h 72"/>
                <a:gd name="T8" fmla="*/ 2147483646 w 12"/>
                <a:gd name="T9" fmla="*/ 0 h 72"/>
                <a:gd name="T10" fmla="*/ 2147483646 w 12"/>
                <a:gd name="T11" fmla="*/ 2147483646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72">
                  <a:moveTo>
                    <a:pt x="12" y="6"/>
                  </a:moveTo>
                  <a:lnTo>
                    <a:pt x="12" y="72"/>
                  </a:lnTo>
                  <a:lnTo>
                    <a:pt x="0" y="72"/>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64" name="Freeform 38">
              <a:extLst>
                <a:ext uri="{FF2B5EF4-FFF2-40B4-BE49-F238E27FC236}">
                  <a16:creationId xmlns:a16="http://schemas.microsoft.com/office/drawing/2014/main" id="{390ED8E0-6362-FCF4-F752-3CB7ED95B416}"/>
                </a:ext>
              </a:extLst>
            </p:cNvPr>
            <p:cNvSpPr>
              <a:spLocks/>
            </p:cNvSpPr>
            <p:nvPr/>
          </p:nvSpPr>
          <p:spPr bwMode="auto">
            <a:xfrm>
              <a:off x="6045200" y="2085975"/>
              <a:ext cx="133350" cy="133350"/>
            </a:xfrm>
            <a:custGeom>
              <a:avLst/>
              <a:gdLst>
                <a:gd name="T0" fmla="*/ 0 w 84"/>
                <a:gd name="T1" fmla="*/ 2147483646 h 84"/>
                <a:gd name="T2" fmla="*/ 0 w 84"/>
                <a:gd name="T3" fmla="*/ 2147483646 h 84"/>
                <a:gd name="T4" fmla="*/ 2147483646 w 84"/>
                <a:gd name="T5" fmla="*/ 2147483646 h 84"/>
                <a:gd name="T6" fmla="*/ 2147483646 w 84"/>
                <a:gd name="T7" fmla="*/ 0 h 84"/>
                <a:gd name="T8" fmla="*/ 0 w 84"/>
                <a:gd name="T9" fmla="*/ 2147483646 h 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 h="84">
                  <a:moveTo>
                    <a:pt x="0" y="18"/>
                  </a:moveTo>
                  <a:lnTo>
                    <a:pt x="0" y="84"/>
                  </a:lnTo>
                  <a:lnTo>
                    <a:pt x="84" y="66"/>
                  </a:lnTo>
                  <a:lnTo>
                    <a:pt x="84" y="0"/>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65" name="Freeform 39">
              <a:extLst>
                <a:ext uri="{FF2B5EF4-FFF2-40B4-BE49-F238E27FC236}">
                  <a16:creationId xmlns:a16="http://schemas.microsoft.com/office/drawing/2014/main" id="{692A43CC-4666-3433-FD1C-BDD5ACF8C96A}"/>
                </a:ext>
              </a:extLst>
            </p:cNvPr>
            <p:cNvSpPr>
              <a:spLocks/>
            </p:cNvSpPr>
            <p:nvPr/>
          </p:nvSpPr>
          <p:spPr bwMode="auto">
            <a:xfrm>
              <a:off x="6035675" y="2076450"/>
              <a:ext cx="152400" cy="152400"/>
            </a:xfrm>
            <a:custGeom>
              <a:avLst/>
              <a:gdLst>
                <a:gd name="T0" fmla="*/ 2147483646 w 96"/>
                <a:gd name="T1" fmla="*/ 2147483646 h 96"/>
                <a:gd name="T2" fmla="*/ 2147483646 w 96"/>
                <a:gd name="T3" fmla="*/ 2147483646 h 96"/>
                <a:gd name="T4" fmla="*/ 2147483646 w 96"/>
                <a:gd name="T5" fmla="*/ 2147483646 h 96"/>
                <a:gd name="T6" fmla="*/ 2147483646 w 96"/>
                <a:gd name="T7" fmla="*/ 2147483646 h 96"/>
                <a:gd name="T8" fmla="*/ 2147483646 w 96"/>
                <a:gd name="T9" fmla="*/ 2147483646 h 96"/>
                <a:gd name="T10" fmla="*/ 2147483646 w 96"/>
                <a:gd name="T11" fmla="*/ 0 h 96"/>
                <a:gd name="T12" fmla="*/ 2147483646 w 96"/>
                <a:gd name="T13" fmla="*/ 2147483646 h 96"/>
                <a:gd name="T14" fmla="*/ 2147483646 w 96"/>
                <a:gd name="T15" fmla="*/ 2147483646 h 96"/>
                <a:gd name="T16" fmla="*/ 2147483646 w 96"/>
                <a:gd name="T17" fmla="*/ 2147483646 h 96"/>
                <a:gd name="T18" fmla="*/ 2147483646 w 96"/>
                <a:gd name="T19" fmla="*/ 2147483646 h 96"/>
                <a:gd name="T20" fmla="*/ 0 w 96"/>
                <a:gd name="T21" fmla="*/ 2147483646 h 96"/>
                <a:gd name="T22" fmla="*/ 2147483646 w 96"/>
                <a:gd name="T23" fmla="*/ 2147483646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96" h="96">
                  <a:moveTo>
                    <a:pt x="6" y="84"/>
                  </a:moveTo>
                  <a:lnTo>
                    <a:pt x="84" y="66"/>
                  </a:lnTo>
                  <a:lnTo>
                    <a:pt x="84" y="12"/>
                  </a:lnTo>
                  <a:lnTo>
                    <a:pt x="6" y="30"/>
                  </a:lnTo>
                  <a:lnTo>
                    <a:pt x="6" y="18"/>
                  </a:lnTo>
                  <a:lnTo>
                    <a:pt x="90" y="0"/>
                  </a:lnTo>
                  <a:lnTo>
                    <a:pt x="96" y="6"/>
                  </a:lnTo>
                  <a:lnTo>
                    <a:pt x="96" y="72"/>
                  </a:lnTo>
                  <a:lnTo>
                    <a:pt x="90" y="78"/>
                  </a:lnTo>
                  <a:lnTo>
                    <a:pt x="6" y="96"/>
                  </a:lnTo>
                  <a:lnTo>
                    <a:pt x="0" y="90"/>
                  </a:lnTo>
                  <a:lnTo>
                    <a:pt x="6"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66" name="Freeform 40">
              <a:extLst>
                <a:ext uri="{FF2B5EF4-FFF2-40B4-BE49-F238E27FC236}">
                  <a16:creationId xmlns:a16="http://schemas.microsoft.com/office/drawing/2014/main" id="{AFC7DD88-CE9A-C198-7FB0-F427F0B2B66A}"/>
                </a:ext>
              </a:extLst>
            </p:cNvPr>
            <p:cNvSpPr>
              <a:spLocks/>
            </p:cNvSpPr>
            <p:nvPr/>
          </p:nvSpPr>
          <p:spPr bwMode="auto">
            <a:xfrm>
              <a:off x="6035675" y="2105025"/>
              <a:ext cx="19050" cy="114300"/>
            </a:xfrm>
            <a:custGeom>
              <a:avLst/>
              <a:gdLst>
                <a:gd name="T0" fmla="*/ 2147483646 w 12"/>
                <a:gd name="T1" fmla="*/ 2147483646 h 72"/>
                <a:gd name="T2" fmla="*/ 2147483646 w 12"/>
                <a:gd name="T3" fmla="*/ 2147483646 h 72"/>
                <a:gd name="T4" fmla="*/ 0 w 12"/>
                <a:gd name="T5" fmla="*/ 2147483646 h 72"/>
                <a:gd name="T6" fmla="*/ 0 w 12"/>
                <a:gd name="T7" fmla="*/ 2147483646 h 72"/>
                <a:gd name="T8" fmla="*/ 2147483646 w 12"/>
                <a:gd name="T9" fmla="*/ 0 h 72"/>
                <a:gd name="T10" fmla="*/ 2147483646 w 12"/>
                <a:gd name="T11" fmla="*/ 2147483646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72">
                  <a:moveTo>
                    <a:pt x="12" y="6"/>
                  </a:moveTo>
                  <a:lnTo>
                    <a:pt x="12" y="72"/>
                  </a:lnTo>
                  <a:lnTo>
                    <a:pt x="0" y="72"/>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67" name="Freeform 41">
              <a:extLst>
                <a:ext uri="{FF2B5EF4-FFF2-40B4-BE49-F238E27FC236}">
                  <a16:creationId xmlns:a16="http://schemas.microsoft.com/office/drawing/2014/main" id="{B12F2659-17DD-9EE9-76CB-14004D541EC7}"/>
                </a:ext>
              </a:extLst>
            </p:cNvPr>
            <p:cNvSpPr>
              <a:spLocks/>
            </p:cNvSpPr>
            <p:nvPr/>
          </p:nvSpPr>
          <p:spPr bwMode="auto">
            <a:xfrm>
              <a:off x="6235700" y="2057400"/>
              <a:ext cx="114300" cy="114300"/>
            </a:xfrm>
            <a:custGeom>
              <a:avLst/>
              <a:gdLst>
                <a:gd name="T0" fmla="*/ 0 w 72"/>
                <a:gd name="T1" fmla="*/ 2147483646 h 72"/>
                <a:gd name="T2" fmla="*/ 0 w 72"/>
                <a:gd name="T3" fmla="*/ 2147483646 h 72"/>
                <a:gd name="T4" fmla="*/ 2147483646 w 72"/>
                <a:gd name="T5" fmla="*/ 2147483646 h 72"/>
                <a:gd name="T6" fmla="*/ 2147483646 w 72"/>
                <a:gd name="T7" fmla="*/ 0 h 72"/>
                <a:gd name="T8" fmla="*/ 0 w 72"/>
                <a:gd name="T9" fmla="*/ 2147483646 h 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 h="72">
                  <a:moveTo>
                    <a:pt x="0" y="12"/>
                  </a:moveTo>
                  <a:lnTo>
                    <a:pt x="0" y="72"/>
                  </a:lnTo>
                  <a:lnTo>
                    <a:pt x="72" y="60"/>
                  </a:lnTo>
                  <a:lnTo>
                    <a:pt x="7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68" name="Freeform 42">
              <a:extLst>
                <a:ext uri="{FF2B5EF4-FFF2-40B4-BE49-F238E27FC236}">
                  <a16:creationId xmlns:a16="http://schemas.microsoft.com/office/drawing/2014/main" id="{87E81404-44E8-0340-9992-E32F6AEE1BC0}"/>
                </a:ext>
              </a:extLst>
            </p:cNvPr>
            <p:cNvSpPr>
              <a:spLocks/>
            </p:cNvSpPr>
            <p:nvPr/>
          </p:nvSpPr>
          <p:spPr bwMode="auto">
            <a:xfrm>
              <a:off x="6226175" y="2047875"/>
              <a:ext cx="133350" cy="133350"/>
            </a:xfrm>
            <a:custGeom>
              <a:avLst/>
              <a:gdLst>
                <a:gd name="T0" fmla="*/ 2147483646 w 84"/>
                <a:gd name="T1" fmla="*/ 2147483646 h 84"/>
                <a:gd name="T2" fmla="*/ 2147483646 w 84"/>
                <a:gd name="T3" fmla="*/ 2147483646 h 84"/>
                <a:gd name="T4" fmla="*/ 2147483646 w 84"/>
                <a:gd name="T5" fmla="*/ 2147483646 h 84"/>
                <a:gd name="T6" fmla="*/ 2147483646 w 84"/>
                <a:gd name="T7" fmla="*/ 2147483646 h 84"/>
                <a:gd name="T8" fmla="*/ 2147483646 w 84"/>
                <a:gd name="T9" fmla="*/ 2147483646 h 84"/>
                <a:gd name="T10" fmla="*/ 2147483646 w 84"/>
                <a:gd name="T11" fmla="*/ 0 h 84"/>
                <a:gd name="T12" fmla="*/ 2147483646 w 84"/>
                <a:gd name="T13" fmla="*/ 2147483646 h 84"/>
                <a:gd name="T14" fmla="*/ 2147483646 w 84"/>
                <a:gd name="T15" fmla="*/ 2147483646 h 84"/>
                <a:gd name="T16" fmla="*/ 2147483646 w 84"/>
                <a:gd name="T17" fmla="*/ 2147483646 h 84"/>
                <a:gd name="T18" fmla="*/ 2147483646 w 84"/>
                <a:gd name="T19" fmla="*/ 2147483646 h 84"/>
                <a:gd name="T20" fmla="*/ 0 w 84"/>
                <a:gd name="T21" fmla="*/ 2147483646 h 84"/>
                <a:gd name="T22" fmla="*/ 2147483646 w 84"/>
                <a:gd name="T23" fmla="*/ 2147483646 h 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4" h="84">
                  <a:moveTo>
                    <a:pt x="6" y="72"/>
                  </a:moveTo>
                  <a:lnTo>
                    <a:pt x="72" y="60"/>
                  </a:lnTo>
                  <a:lnTo>
                    <a:pt x="72" y="12"/>
                  </a:lnTo>
                  <a:lnTo>
                    <a:pt x="6" y="24"/>
                  </a:lnTo>
                  <a:lnTo>
                    <a:pt x="6" y="12"/>
                  </a:lnTo>
                  <a:lnTo>
                    <a:pt x="78" y="0"/>
                  </a:lnTo>
                  <a:lnTo>
                    <a:pt x="84" y="6"/>
                  </a:lnTo>
                  <a:lnTo>
                    <a:pt x="84" y="66"/>
                  </a:lnTo>
                  <a:lnTo>
                    <a:pt x="78" y="72"/>
                  </a:lnTo>
                  <a:lnTo>
                    <a:pt x="6" y="84"/>
                  </a:lnTo>
                  <a:lnTo>
                    <a:pt x="0" y="78"/>
                  </a:lnTo>
                  <a:lnTo>
                    <a:pt x="6"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69" name="Freeform 43">
              <a:extLst>
                <a:ext uri="{FF2B5EF4-FFF2-40B4-BE49-F238E27FC236}">
                  <a16:creationId xmlns:a16="http://schemas.microsoft.com/office/drawing/2014/main" id="{BF825A2B-BE70-CF7F-F0D3-2DAF79B67ACF}"/>
                </a:ext>
              </a:extLst>
            </p:cNvPr>
            <p:cNvSpPr>
              <a:spLocks/>
            </p:cNvSpPr>
            <p:nvPr/>
          </p:nvSpPr>
          <p:spPr bwMode="auto">
            <a:xfrm>
              <a:off x="6226175" y="2066925"/>
              <a:ext cx="19050" cy="104775"/>
            </a:xfrm>
            <a:custGeom>
              <a:avLst/>
              <a:gdLst>
                <a:gd name="T0" fmla="*/ 2147483646 w 12"/>
                <a:gd name="T1" fmla="*/ 2147483646 h 66"/>
                <a:gd name="T2" fmla="*/ 2147483646 w 12"/>
                <a:gd name="T3" fmla="*/ 2147483646 h 66"/>
                <a:gd name="T4" fmla="*/ 0 w 12"/>
                <a:gd name="T5" fmla="*/ 2147483646 h 66"/>
                <a:gd name="T6" fmla="*/ 0 w 12"/>
                <a:gd name="T7" fmla="*/ 2147483646 h 66"/>
                <a:gd name="T8" fmla="*/ 2147483646 w 12"/>
                <a:gd name="T9" fmla="*/ 0 h 66"/>
                <a:gd name="T10" fmla="*/ 2147483646 w 12"/>
                <a:gd name="T11" fmla="*/ 2147483646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6">
                  <a:moveTo>
                    <a:pt x="12" y="6"/>
                  </a:moveTo>
                  <a:lnTo>
                    <a:pt x="12" y="66"/>
                  </a:lnTo>
                  <a:lnTo>
                    <a:pt x="0" y="66"/>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70" name="Freeform 44">
              <a:extLst>
                <a:ext uri="{FF2B5EF4-FFF2-40B4-BE49-F238E27FC236}">
                  <a16:creationId xmlns:a16="http://schemas.microsoft.com/office/drawing/2014/main" id="{66DBD48E-3D7D-9386-1595-D7C65248AAF8}"/>
                </a:ext>
              </a:extLst>
            </p:cNvPr>
            <p:cNvSpPr>
              <a:spLocks/>
            </p:cNvSpPr>
            <p:nvPr/>
          </p:nvSpPr>
          <p:spPr bwMode="auto">
            <a:xfrm>
              <a:off x="5864225" y="2295525"/>
              <a:ext cx="114300" cy="123825"/>
            </a:xfrm>
            <a:custGeom>
              <a:avLst/>
              <a:gdLst>
                <a:gd name="T0" fmla="*/ 0 w 72"/>
                <a:gd name="T1" fmla="*/ 2147483646 h 78"/>
                <a:gd name="T2" fmla="*/ 0 w 72"/>
                <a:gd name="T3" fmla="*/ 2147483646 h 78"/>
                <a:gd name="T4" fmla="*/ 2147483646 w 72"/>
                <a:gd name="T5" fmla="*/ 2147483646 h 78"/>
                <a:gd name="T6" fmla="*/ 2147483646 w 72"/>
                <a:gd name="T7" fmla="*/ 0 h 78"/>
                <a:gd name="T8" fmla="*/ 0 w 72"/>
                <a:gd name="T9" fmla="*/ 2147483646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 h="78">
                  <a:moveTo>
                    <a:pt x="0" y="12"/>
                  </a:moveTo>
                  <a:lnTo>
                    <a:pt x="0" y="78"/>
                  </a:lnTo>
                  <a:lnTo>
                    <a:pt x="72" y="60"/>
                  </a:lnTo>
                  <a:lnTo>
                    <a:pt x="72"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71" name="Freeform 45">
              <a:extLst>
                <a:ext uri="{FF2B5EF4-FFF2-40B4-BE49-F238E27FC236}">
                  <a16:creationId xmlns:a16="http://schemas.microsoft.com/office/drawing/2014/main" id="{A95B9DC6-BD32-7A43-A56E-81A2228AAA60}"/>
                </a:ext>
              </a:extLst>
            </p:cNvPr>
            <p:cNvSpPr>
              <a:spLocks/>
            </p:cNvSpPr>
            <p:nvPr/>
          </p:nvSpPr>
          <p:spPr bwMode="auto">
            <a:xfrm>
              <a:off x="5854700" y="2286000"/>
              <a:ext cx="133350" cy="142875"/>
            </a:xfrm>
            <a:custGeom>
              <a:avLst/>
              <a:gdLst>
                <a:gd name="T0" fmla="*/ 2147483646 w 84"/>
                <a:gd name="T1" fmla="*/ 2147483646 h 90"/>
                <a:gd name="T2" fmla="*/ 2147483646 w 84"/>
                <a:gd name="T3" fmla="*/ 2147483646 h 90"/>
                <a:gd name="T4" fmla="*/ 2147483646 w 84"/>
                <a:gd name="T5" fmla="*/ 2147483646 h 90"/>
                <a:gd name="T6" fmla="*/ 2147483646 w 84"/>
                <a:gd name="T7" fmla="*/ 2147483646 h 90"/>
                <a:gd name="T8" fmla="*/ 2147483646 w 84"/>
                <a:gd name="T9" fmla="*/ 2147483646 h 90"/>
                <a:gd name="T10" fmla="*/ 2147483646 w 84"/>
                <a:gd name="T11" fmla="*/ 0 h 90"/>
                <a:gd name="T12" fmla="*/ 2147483646 w 84"/>
                <a:gd name="T13" fmla="*/ 2147483646 h 90"/>
                <a:gd name="T14" fmla="*/ 2147483646 w 84"/>
                <a:gd name="T15" fmla="*/ 2147483646 h 90"/>
                <a:gd name="T16" fmla="*/ 2147483646 w 84"/>
                <a:gd name="T17" fmla="*/ 2147483646 h 90"/>
                <a:gd name="T18" fmla="*/ 2147483646 w 84"/>
                <a:gd name="T19" fmla="*/ 2147483646 h 90"/>
                <a:gd name="T20" fmla="*/ 0 w 84"/>
                <a:gd name="T21" fmla="*/ 2147483646 h 90"/>
                <a:gd name="T22" fmla="*/ 2147483646 w 84"/>
                <a:gd name="T23" fmla="*/ 2147483646 h 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4" h="90">
                  <a:moveTo>
                    <a:pt x="6" y="78"/>
                  </a:moveTo>
                  <a:lnTo>
                    <a:pt x="72" y="60"/>
                  </a:lnTo>
                  <a:lnTo>
                    <a:pt x="72" y="12"/>
                  </a:lnTo>
                  <a:lnTo>
                    <a:pt x="6" y="24"/>
                  </a:lnTo>
                  <a:lnTo>
                    <a:pt x="6" y="12"/>
                  </a:lnTo>
                  <a:lnTo>
                    <a:pt x="78" y="0"/>
                  </a:lnTo>
                  <a:lnTo>
                    <a:pt x="84" y="6"/>
                  </a:lnTo>
                  <a:lnTo>
                    <a:pt x="84" y="66"/>
                  </a:lnTo>
                  <a:lnTo>
                    <a:pt x="78" y="72"/>
                  </a:lnTo>
                  <a:lnTo>
                    <a:pt x="6" y="90"/>
                  </a:lnTo>
                  <a:lnTo>
                    <a:pt x="0" y="84"/>
                  </a:lnTo>
                  <a:lnTo>
                    <a:pt x="6"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72" name="Freeform 46">
              <a:extLst>
                <a:ext uri="{FF2B5EF4-FFF2-40B4-BE49-F238E27FC236}">
                  <a16:creationId xmlns:a16="http://schemas.microsoft.com/office/drawing/2014/main" id="{233116F1-B07B-CD17-2D4F-0395B6B129B8}"/>
                </a:ext>
              </a:extLst>
            </p:cNvPr>
            <p:cNvSpPr>
              <a:spLocks/>
            </p:cNvSpPr>
            <p:nvPr/>
          </p:nvSpPr>
          <p:spPr bwMode="auto">
            <a:xfrm>
              <a:off x="5854700" y="2305050"/>
              <a:ext cx="19050" cy="114300"/>
            </a:xfrm>
            <a:custGeom>
              <a:avLst/>
              <a:gdLst>
                <a:gd name="T0" fmla="*/ 2147483646 w 12"/>
                <a:gd name="T1" fmla="*/ 2147483646 h 72"/>
                <a:gd name="T2" fmla="*/ 2147483646 w 12"/>
                <a:gd name="T3" fmla="*/ 2147483646 h 72"/>
                <a:gd name="T4" fmla="*/ 0 w 12"/>
                <a:gd name="T5" fmla="*/ 2147483646 h 72"/>
                <a:gd name="T6" fmla="*/ 0 w 12"/>
                <a:gd name="T7" fmla="*/ 2147483646 h 72"/>
                <a:gd name="T8" fmla="*/ 2147483646 w 12"/>
                <a:gd name="T9" fmla="*/ 0 h 72"/>
                <a:gd name="T10" fmla="*/ 2147483646 w 12"/>
                <a:gd name="T11" fmla="*/ 2147483646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72">
                  <a:moveTo>
                    <a:pt x="12" y="6"/>
                  </a:moveTo>
                  <a:lnTo>
                    <a:pt x="12" y="72"/>
                  </a:lnTo>
                  <a:lnTo>
                    <a:pt x="0" y="72"/>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73" name="Freeform 47">
              <a:extLst>
                <a:ext uri="{FF2B5EF4-FFF2-40B4-BE49-F238E27FC236}">
                  <a16:creationId xmlns:a16="http://schemas.microsoft.com/office/drawing/2014/main" id="{72B8F57E-D77E-3030-0BC4-A036050E14E8}"/>
                </a:ext>
              </a:extLst>
            </p:cNvPr>
            <p:cNvSpPr>
              <a:spLocks/>
            </p:cNvSpPr>
            <p:nvPr/>
          </p:nvSpPr>
          <p:spPr bwMode="auto">
            <a:xfrm>
              <a:off x="6045200" y="2257425"/>
              <a:ext cx="133350" cy="114300"/>
            </a:xfrm>
            <a:custGeom>
              <a:avLst/>
              <a:gdLst>
                <a:gd name="T0" fmla="*/ 0 w 84"/>
                <a:gd name="T1" fmla="*/ 2147483646 h 72"/>
                <a:gd name="T2" fmla="*/ 0 w 84"/>
                <a:gd name="T3" fmla="*/ 2147483646 h 72"/>
                <a:gd name="T4" fmla="*/ 2147483646 w 84"/>
                <a:gd name="T5" fmla="*/ 2147483646 h 72"/>
                <a:gd name="T6" fmla="*/ 2147483646 w 84"/>
                <a:gd name="T7" fmla="*/ 0 h 72"/>
                <a:gd name="T8" fmla="*/ 0 w 84"/>
                <a:gd name="T9" fmla="*/ 2147483646 h 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 h="72">
                  <a:moveTo>
                    <a:pt x="0" y="12"/>
                  </a:moveTo>
                  <a:lnTo>
                    <a:pt x="0" y="72"/>
                  </a:lnTo>
                  <a:lnTo>
                    <a:pt x="84" y="54"/>
                  </a:lnTo>
                  <a:lnTo>
                    <a:pt x="84"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74" name="Freeform 48">
              <a:extLst>
                <a:ext uri="{FF2B5EF4-FFF2-40B4-BE49-F238E27FC236}">
                  <a16:creationId xmlns:a16="http://schemas.microsoft.com/office/drawing/2014/main" id="{2253C658-8D09-0E6D-6B25-C31FB346008A}"/>
                </a:ext>
              </a:extLst>
            </p:cNvPr>
            <p:cNvSpPr>
              <a:spLocks/>
            </p:cNvSpPr>
            <p:nvPr/>
          </p:nvSpPr>
          <p:spPr bwMode="auto">
            <a:xfrm>
              <a:off x="6035675" y="2247900"/>
              <a:ext cx="152400" cy="133350"/>
            </a:xfrm>
            <a:custGeom>
              <a:avLst/>
              <a:gdLst>
                <a:gd name="T0" fmla="*/ 2147483646 w 96"/>
                <a:gd name="T1" fmla="*/ 2147483646 h 84"/>
                <a:gd name="T2" fmla="*/ 2147483646 w 96"/>
                <a:gd name="T3" fmla="*/ 2147483646 h 84"/>
                <a:gd name="T4" fmla="*/ 2147483646 w 96"/>
                <a:gd name="T5" fmla="*/ 2147483646 h 84"/>
                <a:gd name="T6" fmla="*/ 2147483646 w 96"/>
                <a:gd name="T7" fmla="*/ 2147483646 h 84"/>
                <a:gd name="T8" fmla="*/ 2147483646 w 96"/>
                <a:gd name="T9" fmla="*/ 2147483646 h 84"/>
                <a:gd name="T10" fmla="*/ 2147483646 w 96"/>
                <a:gd name="T11" fmla="*/ 0 h 84"/>
                <a:gd name="T12" fmla="*/ 2147483646 w 96"/>
                <a:gd name="T13" fmla="*/ 2147483646 h 84"/>
                <a:gd name="T14" fmla="*/ 2147483646 w 96"/>
                <a:gd name="T15" fmla="*/ 2147483646 h 84"/>
                <a:gd name="T16" fmla="*/ 2147483646 w 96"/>
                <a:gd name="T17" fmla="*/ 2147483646 h 84"/>
                <a:gd name="T18" fmla="*/ 2147483646 w 96"/>
                <a:gd name="T19" fmla="*/ 2147483646 h 84"/>
                <a:gd name="T20" fmla="*/ 0 w 96"/>
                <a:gd name="T21" fmla="*/ 2147483646 h 84"/>
                <a:gd name="T22" fmla="*/ 2147483646 w 96"/>
                <a:gd name="T23" fmla="*/ 2147483646 h 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96" h="84">
                  <a:moveTo>
                    <a:pt x="6" y="72"/>
                  </a:moveTo>
                  <a:lnTo>
                    <a:pt x="84" y="54"/>
                  </a:lnTo>
                  <a:lnTo>
                    <a:pt x="84" y="12"/>
                  </a:lnTo>
                  <a:lnTo>
                    <a:pt x="6" y="24"/>
                  </a:lnTo>
                  <a:lnTo>
                    <a:pt x="6" y="12"/>
                  </a:lnTo>
                  <a:lnTo>
                    <a:pt x="90" y="0"/>
                  </a:lnTo>
                  <a:lnTo>
                    <a:pt x="96" y="6"/>
                  </a:lnTo>
                  <a:lnTo>
                    <a:pt x="96" y="60"/>
                  </a:lnTo>
                  <a:lnTo>
                    <a:pt x="90" y="66"/>
                  </a:lnTo>
                  <a:lnTo>
                    <a:pt x="6" y="84"/>
                  </a:lnTo>
                  <a:lnTo>
                    <a:pt x="0" y="78"/>
                  </a:lnTo>
                  <a:lnTo>
                    <a:pt x="6"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75" name="Freeform 49">
              <a:extLst>
                <a:ext uri="{FF2B5EF4-FFF2-40B4-BE49-F238E27FC236}">
                  <a16:creationId xmlns:a16="http://schemas.microsoft.com/office/drawing/2014/main" id="{A8BB772C-3A4F-18C7-F588-D13B5816F87C}"/>
                </a:ext>
              </a:extLst>
            </p:cNvPr>
            <p:cNvSpPr>
              <a:spLocks/>
            </p:cNvSpPr>
            <p:nvPr/>
          </p:nvSpPr>
          <p:spPr bwMode="auto">
            <a:xfrm>
              <a:off x="6035675" y="2266950"/>
              <a:ext cx="19050" cy="104775"/>
            </a:xfrm>
            <a:custGeom>
              <a:avLst/>
              <a:gdLst>
                <a:gd name="T0" fmla="*/ 2147483646 w 12"/>
                <a:gd name="T1" fmla="*/ 2147483646 h 66"/>
                <a:gd name="T2" fmla="*/ 2147483646 w 12"/>
                <a:gd name="T3" fmla="*/ 2147483646 h 66"/>
                <a:gd name="T4" fmla="*/ 0 w 12"/>
                <a:gd name="T5" fmla="*/ 2147483646 h 66"/>
                <a:gd name="T6" fmla="*/ 0 w 12"/>
                <a:gd name="T7" fmla="*/ 2147483646 h 66"/>
                <a:gd name="T8" fmla="*/ 2147483646 w 12"/>
                <a:gd name="T9" fmla="*/ 0 h 66"/>
                <a:gd name="T10" fmla="*/ 2147483646 w 12"/>
                <a:gd name="T11" fmla="*/ 2147483646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6">
                  <a:moveTo>
                    <a:pt x="12" y="6"/>
                  </a:moveTo>
                  <a:lnTo>
                    <a:pt x="12" y="66"/>
                  </a:lnTo>
                  <a:lnTo>
                    <a:pt x="0" y="66"/>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76" name="Freeform 50">
              <a:extLst>
                <a:ext uri="{FF2B5EF4-FFF2-40B4-BE49-F238E27FC236}">
                  <a16:creationId xmlns:a16="http://schemas.microsoft.com/office/drawing/2014/main" id="{631760AF-CAB5-684A-4B09-5AD9E1AA91B7}"/>
                </a:ext>
              </a:extLst>
            </p:cNvPr>
            <p:cNvSpPr>
              <a:spLocks/>
            </p:cNvSpPr>
            <p:nvPr/>
          </p:nvSpPr>
          <p:spPr bwMode="auto">
            <a:xfrm>
              <a:off x="6235700" y="2209800"/>
              <a:ext cx="114300" cy="123825"/>
            </a:xfrm>
            <a:custGeom>
              <a:avLst/>
              <a:gdLst>
                <a:gd name="T0" fmla="*/ 0 w 72"/>
                <a:gd name="T1" fmla="*/ 2147483646 h 78"/>
                <a:gd name="T2" fmla="*/ 0 w 72"/>
                <a:gd name="T3" fmla="*/ 2147483646 h 78"/>
                <a:gd name="T4" fmla="*/ 2147483646 w 72"/>
                <a:gd name="T5" fmla="*/ 2147483646 h 78"/>
                <a:gd name="T6" fmla="*/ 2147483646 w 72"/>
                <a:gd name="T7" fmla="*/ 0 h 78"/>
                <a:gd name="T8" fmla="*/ 0 w 72"/>
                <a:gd name="T9" fmla="*/ 2147483646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 h="78">
                  <a:moveTo>
                    <a:pt x="0" y="18"/>
                  </a:moveTo>
                  <a:lnTo>
                    <a:pt x="0" y="78"/>
                  </a:lnTo>
                  <a:lnTo>
                    <a:pt x="72" y="60"/>
                  </a:lnTo>
                  <a:lnTo>
                    <a:pt x="72" y="0"/>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77" name="Freeform 51">
              <a:extLst>
                <a:ext uri="{FF2B5EF4-FFF2-40B4-BE49-F238E27FC236}">
                  <a16:creationId xmlns:a16="http://schemas.microsoft.com/office/drawing/2014/main" id="{249CD269-CCA3-CE23-2E87-6CE6BED91DA7}"/>
                </a:ext>
              </a:extLst>
            </p:cNvPr>
            <p:cNvSpPr>
              <a:spLocks/>
            </p:cNvSpPr>
            <p:nvPr/>
          </p:nvSpPr>
          <p:spPr bwMode="auto">
            <a:xfrm>
              <a:off x="6226175" y="2200275"/>
              <a:ext cx="133350" cy="142875"/>
            </a:xfrm>
            <a:custGeom>
              <a:avLst/>
              <a:gdLst>
                <a:gd name="T0" fmla="*/ 2147483646 w 84"/>
                <a:gd name="T1" fmla="*/ 2147483646 h 90"/>
                <a:gd name="T2" fmla="*/ 2147483646 w 84"/>
                <a:gd name="T3" fmla="*/ 2147483646 h 90"/>
                <a:gd name="T4" fmla="*/ 2147483646 w 84"/>
                <a:gd name="T5" fmla="*/ 2147483646 h 90"/>
                <a:gd name="T6" fmla="*/ 2147483646 w 84"/>
                <a:gd name="T7" fmla="*/ 2147483646 h 90"/>
                <a:gd name="T8" fmla="*/ 2147483646 w 84"/>
                <a:gd name="T9" fmla="*/ 2147483646 h 90"/>
                <a:gd name="T10" fmla="*/ 2147483646 w 84"/>
                <a:gd name="T11" fmla="*/ 0 h 90"/>
                <a:gd name="T12" fmla="*/ 2147483646 w 84"/>
                <a:gd name="T13" fmla="*/ 2147483646 h 90"/>
                <a:gd name="T14" fmla="*/ 2147483646 w 84"/>
                <a:gd name="T15" fmla="*/ 2147483646 h 90"/>
                <a:gd name="T16" fmla="*/ 2147483646 w 84"/>
                <a:gd name="T17" fmla="*/ 2147483646 h 90"/>
                <a:gd name="T18" fmla="*/ 2147483646 w 84"/>
                <a:gd name="T19" fmla="*/ 2147483646 h 90"/>
                <a:gd name="T20" fmla="*/ 0 w 84"/>
                <a:gd name="T21" fmla="*/ 2147483646 h 90"/>
                <a:gd name="T22" fmla="*/ 2147483646 w 84"/>
                <a:gd name="T23" fmla="*/ 2147483646 h 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4" h="90">
                  <a:moveTo>
                    <a:pt x="6" y="78"/>
                  </a:moveTo>
                  <a:lnTo>
                    <a:pt x="72" y="60"/>
                  </a:lnTo>
                  <a:lnTo>
                    <a:pt x="72" y="12"/>
                  </a:lnTo>
                  <a:lnTo>
                    <a:pt x="6" y="30"/>
                  </a:lnTo>
                  <a:lnTo>
                    <a:pt x="6" y="18"/>
                  </a:lnTo>
                  <a:lnTo>
                    <a:pt x="78" y="0"/>
                  </a:lnTo>
                  <a:lnTo>
                    <a:pt x="84" y="6"/>
                  </a:lnTo>
                  <a:lnTo>
                    <a:pt x="84" y="66"/>
                  </a:lnTo>
                  <a:lnTo>
                    <a:pt x="78" y="72"/>
                  </a:lnTo>
                  <a:lnTo>
                    <a:pt x="6" y="90"/>
                  </a:lnTo>
                  <a:lnTo>
                    <a:pt x="0" y="84"/>
                  </a:lnTo>
                  <a:lnTo>
                    <a:pt x="6"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78" name="Freeform 52">
              <a:extLst>
                <a:ext uri="{FF2B5EF4-FFF2-40B4-BE49-F238E27FC236}">
                  <a16:creationId xmlns:a16="http://schemas.microsoft.com/office/drawing/2014/main" id="{ABF021D9-A45F-E238-0BCE-1B775FA64F2E}"/>
                </a:ext>
              </a:extLst>
            </p:cNvPr>
            <p:cNvSpPr>
              <a:spLocks/>
            </p:cNvSpPr>
            <p:nvPr/>
          </p:nvSpPr>
          <p:spPr bwMode="auto">
            <a:xfrm>
              <a:off x="6226175" y="2228850"/>
              <a:ext cx="19050" cy="104775"/>
            </a:xfrm>
            <a:custGeom>
              <a:avLst/>
              <a:gdLst>
                <a:gd name="T0" fmla="*/ 2147483646 w 12"/>
                <a:gd name="T1" fmla="*/ 2147483646 h 66"/>
                <a:gd name="T2" fmla="*/ 2147483646 w 12"/>
                <a:gd name="T3" fmla="*/ 2147483646 h 66"/>
                <a:gd name="T4" fmla="*/ 0 w 12"/>
                <a:gd name="T5" fmla="*/ 2147483646 h 66"/>
                <a:gd name="T6" fmla="*/ 0 w 12"/>
                <a:gd name="T7" fmla="*/ 2147483646 h 66"/>
                <a:gd name="T8" fmla="*/ 2147483646 w 12"/>
                <a:gd name="T9" fmla="*/ 0 h 66"/>
                <a:gd name="T10" fmla="*/ 2147483646 w 12"/>
                <a:gd name="T11" fmla="*/ 2147483646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6">
                  <a:moveTo>
                    <a:pt x="12" y="6"/>
                  </a:moveTo>
                  <a:lnTo>
                    <a:pt x="12" y="66"/>
                  </a:lnTo>
                  <a:lnTo>
                    <a:pt x="0" y="66"/>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79" name="Freeform 53">
              <a:extLst>
                <a:ext uri="{FF2B5EF4-FFF2-40B4-BE49-F238E27FC236}">
                  <a16:creationId xmlns:a16="http://schemas.microsoft.com/office/drawing/2014/main" id="{2F49B84C-F9C9-5E93-76AE-F9BF4394CE81}"/>
                </a:ext>
              </a:extLst>
            </p:cNvPr>
            <p:cNvSpPr>
              <a:spLocks/>
            </p:cNvSpPr>
            <p:nvPr/>
          </p:nvSpPr>
          <p:spPr bwMode="auto">
            <a:xfrm>
              <a:off x="5245100" y="1838325"/>
              <a:ext cx="104775" cy="133350"/>
            </a:xfrm>
            <a:custGeom>
              <a:avLst/>
              <a:gdLst>
                <a:gd name="T0" fmla="*/ 0 w 66"/>
                <a:gd name="T1" fmla="*/ 0 h 84"/>
                <a:gd name="T2" fmla="*/ 0 w 66"/>
                <a:gd name="T3" fmla="*/ 2147483646 h 84"/>
                <a:gd name="T4" fmla="*/ 2147483646 w 66"/>
                <a:gd name="T5" fmla="*/ 2147483646 h 84"/>
                <a:gd name="T6" fmla="*/ 2147483646 w 66"/>
                <a:gd name="T7" fmla="*/ 2147483646 h 84"/>
                <a:gd name="T8" fmla="*/ 0 w 66"/>
                <a:gd name="T9" fmla="*/ 0 h 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84">
                  <a:moveTo>
                    <a:pt x="0" y="0"/>
                  </a:moveTo>
                  <a:lnTo>
                    <a:pt x="0" y="72"/>
                  </a:lnTo>
                  <a:lnTo>
                    <a:pt x="66" y="84"/>
                  </a:lnTo>
                  <a:lnTo>
                    <a:pt x="66" y="1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80" name="Freeform 54">
              <a:extLst>
                <a:ext uri="{FF2B5EF4-FFF2-40B4-BE49-F238E27FC236}">
                  <a16:creationId xmlns:a16="http://schemas.microsoft.com/office/drawing/2014/main" id="{05541630-D0E4-4908-E87B-E70DCF1E01C8}"/>
                </a:ext>
              </a:extLst>
            </p:cNvPr>
            <p:cNvSpPr>
              <a:spLocks/>
            </p:cNvSpPr>
            <p:nvPr/>
          </p:nvSpPr>
          <p:spPr bwMode="auto">
            <a:xfrm>
              <a:off x="5235575" y="1828800"/>
              <a:ext cx="123825" cy="152400"/>
            </a:xfrm>
            <a:custGeom>
              <a:avLst/>
              <a:gdLst>
                <a:gd name="T0" fmla="*/ 2147483646 w 78"/>
                <a:gd name="T1" fmla="*/ 2147483646 h 96"/>
                <a:gd name="T2" fmla="*/ 2147483646 w 78"/>
                <a:gd name="T3" fmla="*/ 2147483646 h 96"/>
                <a:gd name="T4" fmla="*/ 2147483646 w 78"/>
                <a:gd name="T5" fmla="*/ 2147483646 h 96"/>
                <a:gd name="T6" fmla="*/ 2147483646 w 78"/>
                <a:gd name="T7" fmla="*/ 2147483646 h 96"/>
                <a:gd name="T8" fmla="*/ 2147483646 w 78"/>
                <a:gd name="T9" fmla="*/ 0 h 96"/>
                <a:gd name="T10" fmla="*/ 2147483646 w 78"/>
                <a:gd name="T11" fmla="*/ 2147483646 h 96"/>
                <a:gd name="T12" fmla="*/ 2147483646 w 78"/>
                <a:gd name="T13" fmla="*/ 2147483646 h 96"/>
                <a:gd name="T14" fmla="*/ 2147483646 w 78"/>
                <a:gd name="T15" fmla="*/ 2147483646 h 96"/>
                <a:gd name="T16" fmla="*/ 2147483646 w 78"/>
                <a:gd name="T17" fmla="*/ 2147483646 h 96"/>
                <a:gd name="T18" fmla="*/ 2147483646 w 78"/>
                <a:gd name="T19" fmla="*/ 2147483646 h 96"/>
                <a:gd name="T20" fmla="*/ 0 w 78"/>
                <a:gd name="T21" fmla="*/ 2147483646 h 96"/>
                <a:gd name="T22" fmla="*/ 2147483646 w 78"/>
                <a:gd name="T23" fmla="*/ 2147483646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96">
                  <a:moveTo>
                    <a:pt x="6" y="72"/>
                  </a:moveTo>
                  <a:lnTo>
                    <a:pt x="66" y="84"/>
                  </a:lnTo>
                  <a:lnTo>
                    <a:pt x="66" y="30"/>
                  </a:lnTo>
                  <a:lnTo>
                    <a:pt x="6" y="12"/>
                  </a:lnTo>
                  <a:lnTo>
                    <a:pt x="6" y="0"/>
                  </a:lnTo>
                  <a:lnTo>
                    <a:pt x="72" y="18"/>
                  </a:lnTo>
                  <a:lnTo>
                    <a:pt x="78" y="24"/>
                  </a:lnTo>
                  <a:lnTo>
                    <a:pt x="78" y="90"/>
                  </a:lnTo>
                  <a:lnTo>
                    <a:pt x="72" y="96"/>
                  </a:lnTo>
                  <a:lnTo>
                    <a:pt x="6" y="84"/>
                  </a:lnTo>
                  <a:lnTo>
                    <a:pt x="0" y="78"/>
                  </a:lnTo>
                  <a:lnTo>
                    <a:pt x="6"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81" name="Freeform 55">
              <a:extLst>
                <a:ext uri="{FF2B5EF4-FFF2-40B4-BE49-F238E27FC236}">
                  <a16:creationId xmlns:a16="http://schemas.microsoft.com/office/drawing/2014/main" id="{57A75071-AE5A-EF80-5322-791FC9C7ED86}"/>
                </a:ext>
              </a:extLst>
            </p:cNvPr>
            <p:cNvSpPr>
              <a:spLocks/>
            </p:cNvSpPr>
            <p:nvPr/>
          </p:nvSpPr>
          <p:spPr bwMode="auto">
            <a:xfrm>
              <a:off x="5235575" y="1828800"/>
              <a:ext cx="19050" cy="123825"/>
            </a:xfrm>
            <a:custGeom>
              <a:avLst/>
              <a:gdLst>
                <a:gd name="T0" fmla="*/ 2147483646 w 12"/>
                <a:gd name="T1" fmla="*/ 2147483646 h 78"/>
                <a:gd name="T2" fmla="*/ 2147483646 w 12"/>
                <a:gd name="T3" fmla="*/ 2147483646 h 78"/>
                <a:gd name="T4" fmla="*/ 0 w 12"/>
                <a:gd name="T5" fmla="*/ 2147483646 h 78"/>
                <a:gd name="T6" fmla="*/ 0 w 12"/>
                <a:gd name="T7" fmla="*/ 2147483646 h 78"/>
                <a:gd name="T8" fmla="*/ 2147483646 w 12"/>
                <a:gd name="T9" fmla="*/ 0 h 78"/>
                <a:gd name="T10" fmla="*/ 2147483646 w 12"/>
                <a:gd name="T11" fmla="*/ 2147483646 h 7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78">
                  <a:moveTo>
                    <a:pt x="12" y="6"/>
                  </a:moveTo>
                  <a:lnTo>
                    <a:pt x="12" y="78"/>
                  </a:lnTo>
                  <a:lnTo>
                    <a:pt x="0" y="78"/>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82" name="Freeform 56">
              <a:extLst>
                <a:ext uri="{FF2B5EF4-FFF2-40B4-BE49-F238E27FC236}">
                  <a16:creationId xmlns:a16="http://schemas.microsoft.com/office/drawing/2014/main" id="{D59EA21B-BCB9-CBF8-500F-FF70CB9DC557}"/>
                </a:ext>
              </a:extLst>
            </p:cNvPr>
            <p:cNvSpPr>
              <a:spLocks/>
            </p:cNvSpPr>
            <p:nvPr/>
          </p:nvSpPr>
          <p:spPr bwMode="auto">
            <a:xfrm>
              <a:off x="5111750" y="1800225"/>
              <a:ext cx="76200" cy="123825"/>
            </a:xfrm>
            <a:custGeom>
              <a:avLst/>
              <a:gdLst>
                <a:gd name="T0" fmla="*/ 2147483646 w 48"/>
                <a:gd name="T1" fmla="*/ 2147483646 h 78"/>
                <a:gd name="T2" fmla="*/ 2147483646 w 48"/>
                <a:gd name="T3" fmla="*/ 2147483646 h 78"/>
                <a:gd name="T4" fmla="*/ 0 w 48"/>
                <a:gd name="T5" fmla="*/ 2147483646 h 78"/>
                <a:gd name="T6" fmla="*/ 0 w 48"/>
                <a:gd name="T7" fmla="*/ 0 h 78"/>
                <a:gd name="T8" fmla="*/ 2147483646 w 48"/>
                <a:gd name="T9" fmla="*/ 2147483646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78">
                  <a:moveTo>
                    <a:pt x="48" y="18"/>
                  </a:moveTo>
                  <a:lnTo>
                    <a:pt x="48" y="78"/>
                  </a:lnTo>
                  <a:lnTo>
                    <a:pt x="0" y="66"/>
                  </a:lnTo>
                  <a:lnTo>
                    <a:pt x="0" y="0"/>
                  </a:lnTo>
                  <a:lnTo>
                    <a:pt x="48"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83" name="Freeform 57">
              <a:extLst>
                <a:ext uri="{FF2B5EF4-FFF2-40B4-BE49-F238E27FC236}">
                  <a16:creationId xmlns:a16="http://schemas.microsoft.com/office/drawing/2014/main" id="{EABCF74A-88D7-2540-7821-1005AC49DD71}"/>
                </a:ext>
              </a:extLst>
            </p:cNvPr>
            <p:cNvSpPr>
              <a:spLocks/>
            </p:cNvSpPr>
            <p:nvPr/>
          </p:nvSpPr>
          <p:spPr bwMode="auto">
            <a:xfrm>
              <a:off x="5102225" y="1790700"/>
              <a:ext cx="95250" cy="142875"/>
            </a:xfrm>
            <a:custGeom>
              <a:avLst/>
              <a:gdLst>
                <a:gd name="T0" fmla="*/ 2147483646 w 60"/>
                <a:gd name="T1" fmla="*/ 2147483646 h 90"/>
                <a:gd name="T2" fmla="*/ 2147483646 w 60"/>
                <a:gd name="T3" fmla="*/ 2147483646 h 90"/>
                <a:gd name="T4" fmla="*/ 2147483646 w 60"/>
                <a:gd name="T5" fmla="*/ 2147483646 h 90"/>
                <a:gd name="T6" fmla="*/ 0 w 60"/>
                <a:gd name="T7" fmla="*/ 2147483646 h 90"/>
                <a:gd name="T8" fmla="*/ 0 w 60"/>
                <a:gd name="T9" fmla="*/ 2147483646 h 90"/>
                <a:gd name="T10" fmla="*/ 2147483646 w 60"/>
                <a:gd name="T11" fmla="*/ 0 h 90"/>
                <a:gd name="T12" fmla="*/ 2147483646 w 60"/>
                <a:gd name="T13" fmla="*/ 2147483646 h 90"/>
                <a:gd name="T14" fmla="*/ 2147483646 w 60"/>
                <a:gd name="T15" fmla="*/ 2147483646 h 90"/>
                <a:gd name="T16" fmla="*/ 2147483646 w 60"/>
                <a:gd name="T17" fmla="*/ 2147483646 h 90"/>
                <a:gd name="T18" fmla="*/ 2147483646 w 60"/>
                <a:gd name="T19" fmla="*/ 2147483646 h 90"/>
                <a:gd name="T20" fmla="*/ 2147483646 w 60"/>
                <a:gd name="T21" fmla="*/ 2147483646 h 90"/>
                <a:gd name="T22" fmla="*/ 2147483646 w 60"/>
                <a:gd name="T23" fmla="*/ 2147483646 h 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 h="90">
                  <a:moveTo>
                    <a:pt x="60" y="84"/>
                  </a:moveTo>
                  <a:lnTo>
                    <a:pt x="54" y="90"/>
                  </a:lnTo>
                  <a:lnTo>
                    <a:pt x="6" y="78"/>
                  </a:lnTo>
                  <a:lnTo>
                    <a:pt x="0" y="72"/>
                  </a:lnTo>
                  <a:lnTo>
                    <a:pt x="0" y="6"/>
                  </a:lnTo>
                  <a:lnTo>
                    <a:pt x="6" y="0"/>
                  </a:lnTo>
                  <a:lnTo>
                    <a:pt x="54" y="18"/>
                  </a:lnTo>
                  <a:lnTo>
                    <a:pt x="54" y="30"/>
                  </a:lnTo>
                  <a:lnTo>
                    <a:pt x="12" y="12"/>
                  </a:lnTo>
                  <a:lnTo>
                    <a:pt x="12" y="66"/>
                  </a:lnTo>
                  <a:lnTo>
                    <a:pt x="54" y="78"/>
                  </a:lnTo>
                  <a:lnTo>
                    <a:pt x="60"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84" name="Freeform 58">
              <a:extLst>
                <a:ext uri="{FF2B5EF4-FFF2-40B4-BE49-F238E27FC236}">
                  <a16:creationId xmlns:a16="http://schemas.microsoft.com/office/drawing/2014/main" id="{BDA03E2A-EACA-3F75-B8B0-5DE5A75CF646}"/>
                </a:ext>
              </a:extLst>
            </p:cNvPr>
            <p:cNvSpPr>
              <a:spLocks/>
            </p:cNvSpPr>
            <p:nvPr/>
          </p:nvSpPr>
          <p:spPr bwMode="auto">
            <a:xfrm>
              <a:off x="5178425" y="1819275"/>
              <a:ext cx="19050" cy="104775"/>
            </a:xfrm>
            <a:custGeom>
              <a:avLst/>
              <a:gdLst>
                <a:gd name="T0" fmla="*/ 2147483646 w 12"/>
                <a:gd name="T1" fmla="*/ 0 h 66"/>
                <a:gd name="T2" fmla="*/ 2147483646 w 12"/>
                <a:gd name="T3" fmla="*/ 2147483646 h 66"/>
                <a:gd name="T4" fmla="*/ 2147483646 w 12"/>
                <a:gd name="T5" fmla="*/ 2147483646 h 66"/>
                <a:gd name="T6" fmla="*/ 0 w 12"/>
                <a:gd name="T7" fmla="*/ 2147483646 h 66"/>
                <a:gd name="T8" fmla="*/ 0 w 12"/>
                <a:gd name="T9" fmla="*/ 2147483646 h 66"/>
                <a:gd name="T10" fmla="*/ 2147483646 w 12"/>
                <a:gd name="T11" fmla="*/ 0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6">
                  <a:moveTo>
                    <a:pt x="6" y="0"/>
                  </a:moveTo>
                  <a:lnTo>
                    <a:pt x="12" y="6"/>
                  </a:lnTo>
                  <a:lnTo>
                    <a:pt x="12" y="66"/>
                  </a:lnTo>
                  <a:lnTo>
                    <a:pt x="0" y="66"/>
                  </a:lnTo>
                  <a:lnTo>
                    <a:pt x="0" y="6"/>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85" name="Freeform 59">
              <a:extLst>
                <a:ext uri="{FF2B5EF4-FFF2-40B4-BE49-F238E27FC236}">
                  <a16:creationId xmlns:a16="http://schemas.microsoft.com/office/drawing/2014/main" id="{CB094F33-4F5B-3FC6-86F5-1A9F9B3DFF81}"/>
                </a:ext>
              </a:extLst>
            </p:cNvPr>
            <p:cNvSpPr>
              <a:spLocks/>
            </p:cNvSpPr>
            <p:nvPr/>
          </p:nvSpPr>
          <p:spPr bwMode="auto">
            <a:xfrm>
              <a:off x="4987925" y="1762125"/>
              <a:ext cx="66675" cy="133350"/>
            </a:xfrm>
            <a:custGeom>
              <a:avLst/>
              <a:gdLst>
                <a:gd name="T0" fmla="*/ 2147483646 w 42"/>
                <a:gd name="T1" fmla="*/ 2147483646 h 84"/>
                <a:gd name="T2" fmla="*/ 2147483646 w 42"/>
                <a:gd name="T3" fmla="*/ 2147483646 h 84"/>
                <a:gd name="T4" fmla="*/ 0 w 42"/>
                <a:gd name="T5" fmla="*/ 2147483646 h 84"/>
                <a:gd name="T6" fmla="*/ 0 w 42"/>
                <a:gd name="T7" fmla="*/ 0 h 84"/>
                <a:gd name="T8" fmla="*/ 2147483646 w 42"/>
                <a:gd name="T9" fmla="*/ 2147483646 h 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84">
                  <a:moveTo>
                    <a:pt x="42" y="12"/>
                  </a:moveTo>
                  <a:lnTo>
                    <a:pt x="42" y="84"/>
                  </a:lnTo>
                  <a:lnTo>
                    <a:pt x="0" y="66"/>
                  </a:lnTo>
                  <a:lnTo>
                    <a:pt x="0" y="0"/>
                  </a:lnTo>
                  <a:lnTo>
                    <a:pt x="42"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86" name="Freeform 60">
              <a:extLst>
                <a:ext uri="{FF2B5EF4-FFF2-40B4-BE49-F238E27FC236}">
                  <a16:creationId xmlns:a16="http://schemas.microsoft.com/office/drawing/2014/main" id="{38A17A7D-BCEE-47CC-4597-C1E4C0E67E3A}"/>
                </a:ext>
              </a:extLst>
            </p:cNvPr>
            <p:cNvSpPr>
              <a:spLocks/>
            </p:cNvSpPr>
            <p:nvPr/>
          </p:nvSpPr>
          <p:spPr bwMode="auto">
            <a:xfrm>
              <a:off x="4978400" y="1752600"/>
              <a:ext cx="85725" cy="152400"/>
            </a:xfrm>
            <a:custGeom>
              <a:avLst/>
              <a:gdLst>
                <a:gd name="T0" fmla="*/ 2147483646 w 54"/>
                <a:gd name="T1" fmla="*/ 2147483646 h 96"/>
                <a:gd name="T2" fmla="*/ 2147483646 w 54"/>
                <a:gd name="T3" fmla="*/ 2147483646 h 96"/>
                <a:gd name="T4" fmla="*/ 2147483646 w 54"/>
                <a:gd name="T5" fmla="*/ 2147483646 h 96"/>
                <a:gd name="T6" fmla="*/ 0 w 54"/>
                <a:gd name="T7" fmla="*/ 2147483646 h 96"/>
                <a:gd name="T8" fmla="*/ 0 w 54"/>
                <a:gd name="T9" fmla="*/ 2147483646 h 96"/>
                <a:gd name="T10" fmla="*/ 2147483646 w 54"/>
                <a:gd name="T11" fmla="*/ 0 h 96"/>
                <a:gd name="T12" fmla="*/ 2147483646 w 54"/>
                <a:gd name="T13" fmla="*/ 2147483646 h 96"/>
                <a:gd name="T14" fmla="*/ 2147483646 w 54"/>
                <a:gd name="T15" fmla="*/ 2147483646 h 96"/>
                <a:gd name="T16" fmla="*/ 2147483646 w 54"/>
                <a:gd name="T17" fmla="*/ 2147483646 h 96"/>
                <a:gd name="T18" fmla="*/ 2147483646 w 54"/>
                <a:gd name="T19" fmla="*/ 2147483646 h 96"/>
                <a:gd name="T20" fmla="*/ 2147483646 w 54"/>
                <a:gd name="T21" fmla="*/ 2147483646 h 96"/>
                <a:gd name="T22" fmla="*/ 2147483646 w 54"/>
                <a:gd name="T23" fmla="*/ 2147483646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96">
                  <a:moveTo>
                    <a:pt x="54" y="90"/>
                  </a:moveTo>
                  <a:lnTo>
                    <a:pt x="48" y="96"/>
                  </a:lnTo>
                  <a:lnTo>
                    <a:pt x="6" y="78"/>
                  </a:lnTo>
                  <a:lnTo>
                    <a:pt x="0" y="72"/>
                  </a:lnTo>
                  <a:lnTo>
                    <a:pt x="0" y="6"/>
                  </a:lnTo>
                  <a:lnTo>
                    <a:pt x="6" y="0"/>
                  </a:lnTo>
                  <a:lnTo>
                    <a:pt x="48" y="12"/>
                  </a:lnTo>
                  <a:lnTo>
                    <a:pt x="48" y="24"/>
                  </a:lnTo>
                  <a:lnTo>
                    <a:pt x="12" y="12"/>
                  </a:lnTo>
                  <a:lnTo>
                    <a:pt x="12" y="66"/>
                  </a:lnTo>
                  <a:lnTo>
                    <a:pt x="48" y="84"/>
                  </a:lnTo>
                  <a:lnTo>
                    <a:pt x="54"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87" name="Freeform 61">
              <a:extLst>
                <a:ext uri="{FF2B5EF4-FFF2-40B4-BE49-F238E27FC236}">
                  <a16:creationId xmlns:a16="http://schemas.microsoft.com/office/drawing/2014/main" id="{B0520B2A-11D2-15CD-5FA6-30DF4D1384AE}"/>
                </a:ext>
              </a:extLst>
            </p:cNvPr>
            <p:cNvSpPr>
              <a:spLocks/>
            </p:cNvSpPr>
            <p:nvPr/>
          </p:nvSpPr>
          <p:spPr bwMode="auto">
            <a:xfrm>
              <a:off x="5045075" y="1771650"/>
              <a:ext cx="19050" cy="123825"/>
            </a:xfrm>
            <a:custGeom>
              <a:avLst/>
              <a:gdLst>
                <a:gd name="T0" fmla="*/ 2147483646 w 12"/>
                <a:gd name="T1" fmla="*/ 0 h 78"/>
                <a:gd name="T2" fmla="*/ 2147483646 w 12"/>
                <a:gd name="T3" fmla="*/ 2147483646 h 78"/>
                <a:gd name="T4" fmla="*/ 2147483646 w 12"/>
                <a:gd name="T5" fmla="*/ 2147483646 h 78"/>
                <a:gd name="T6" fmla="*/ 0 w 12"/>
                <a:gd name="T7" fmla="*/ 2147483646 h 78"/>
                <a:gd name="T8" fmla="*/ 0 w 12"/>
                <a:gd name="T9" fmla="*/ 2147483646 h 78"/>
                <a:gd name="T10" fmla="*/ 2147483646 w 12"/>
                <a:gd name="T11" fmla="*/ 0 h 7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78">
                  <a:moveTo>
                    <a:pt x="6" y="0"/>
                  </a:moveTo>
                  <a:lnTo>
                    <a:pt x="12" y="6"/>
                  </a:lnTo>
                  <a:lnTo>
                    <a:pt x="12" y="78"/>
                  </a:lnTo>
                  <a:lnTo>
                    <a:pt x="0" y="78"/>
                  </a:lnTo>
                  <a:lnTo>
                    <a:pt x="0" y="6"/>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88" name="Freeform 62">
              <a:extLst>
                <a:ext uri="{FF2B5EF4-FFF2-40B4-BE49-F238E27FC236}">
                  <a16:creationId xmlns:a16="http://schemas.microsoft.com/office/drawing/2014/main" id="{CB024E3B-D615-30EA-4CCE-9374EF890A03}"/>
                </a:ext>
              </a:extLst>
            </p:cNvPr>
            <p:cNvSpPr>
              <a:spLocks/>
            </p:cNvSpPr>
            <p:nvPr/>
          </p:nvSpPr>
          <p:spPr bwMode="auto">
            <a:xfrm>
              <a:off x="5407025" y="1885950"/>
              <a:ext cx="104775" cy="133350"/>
            </a:xfrm>
            <a:custGeom>
              <a:avLst/>
              <a:gdLst>
                <a:gd name="T0" fmla="*/ 0 w 66"/>
                <a:gd name="T1" fmla="*/ 0 h 84"/>
                <a:gd name="T2" fmla="*/ 0 w 66"/>
                <a:gd name="T3" fmla="*/ 2147483646 h 84"/>
                <a:gd name="T4" fmla="*/ 2147483646 w 66"/>
                <a:gd name="T5" fmla="*/ 2147483646 h 84"/>
                <a:gd name="T6" fmla="*/ 2147483646 w 66"/>
                <a:gd name="T7" fmla="*/ 2147483646 h 84"/>
                <a:gd name="T8" fmla="*/ 0 w 66"/>
                <a:gd name="T9" fmla="*/ 0 h 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84">
                  <a:moveTo>
                    <a:pt x="0" y="0"/>
                  </a:moveTo>
                  <a:lnTo>
                    <a:pt x="0" y="66"/>
                  </a:lnTo>
                  <a:lnTo>
                    <a:pt x="66" y="84"/>
                  </a:lnTo>
                  <a:lnTo>
                    <a:pt x="66" y="1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89" name="Freeform 63">
              <a:extLst>
                <a:ext uri="{FF2B5EF4-FFF2-40B4-BE49-F238E27FC236}">
                  <a16:creationId xmlns:a16="http://schemas.microsoft.com/office/drawing/2014/main" id="{01CF1FC1-E560-1F4B-217C-2E572B9696A9}"/>
                </a:ext>
              </a:extLst>
            </p:cNvPr>
            <p:cNvSpPr>
              <a:spLocks/>
            </p:cNvSpPr>
            <p:nvPr/>
          </p:nvSpPr>
          <p:spPr bwMode="auto">
            <a:xfrm>
              <a:off x="5397500" y="1876425"/>
              <a:ext cx="123825" cy="152400"/>
            </a:xfrm>
            <a:custGeom>
              <a:avLst/>
              <a:gdLst>
                <a:gd name="T0" fmla="*/ 2147483646 w 78"/>
                <a:gd name="T1" fmla="*/ 2147483646 h 96"/>
                <a:gd name="T2" fmla="*/ 2147483646 w 78"/>
                <a:gd name="T3" fmla="*/ 2147483646 h 96"/>
                <a:gd name="T4" fmla="*/ 2147483646 w 78"/>
                <a:gd name="T5" fmla="*/ 2147483646 h 96"/>
                <a:gd name="T6" fmla="*/ 2147483646 w 78"/>
                <a:gd name="T7" fmla="*/ 2147483646 h 96"/>
                <a:gd name="T8" fmla="*/ 2147483646 w 78"/>
                <a:gd name="T9" fmla="*/ 0 h 96"/>
                <a:gd name="T10" fmla="*/ 2147483646 w 78"/>
                <a:gd name="T11" fmla="*/ 2147483646 h 96"/>
                <a:gd name="T12" fmla="*/ 2147483646 w 78"/>
                <a:gd name="T13" fmla="*/ 2147483646 h 96"/>
                <a:gd name="T14" fmla="*/ 2147483646 w 78"/>
                <a:gd name="T15" fmla="*/ 2147483646 h 96"/>
                <a:gd name="T16" fmla="*/ 2147483646 w 78"/>
                <a:gd name="T17" fmla="*/ 2147483646 h 96"/>
                <a:gd name="T18" fmla="*/ 2147483646 w 78"/>
                <a:gd name="T19" fmla="*/ 2147483646 h 96"/>
                <a:gd name="T20" fmla="*/ 0 w 78"/>
                <a:gd name="T21" fmla="*/ 2147483646 h 96"/>
                <a:gd name="T22" fmla="*/ 2147483646 w 78"/>
                <a:gd name="T23" fmla="*/ 2147483646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96">
                  <a:moveTo>
                    <a:pt x="6" y="66"/>
                  </a:moveTo>
                  <a:lnTo>
                    <a:pt x="66" y="84"/>
                  </a:lnTo>
                  <a:lnTo>
                    <a:pt x="66" y="30"/>
                  </a:lnTo>
                  <a:lnTo>
                    <a:pt x="6" y="12"/>
                  </a:lnTo>
                  <a:lnTo>
                    <a:pt x="6" y="0"/>
                  </a:lnTo>
                  <a:lnTo>
                    <a:pt x="72" y="18"/>
                  </a:lnTo>
                  <a:lnTo>
                    <a:pt x="78" y="24"/>
                  </a:lnTo>
                  <a:lnTo>
                    <a:pt x="78" y="90"/>
                  </a:lnTo>
                  <a:lnTo>
                    <a:pt x="72" y="96"/>
                  </a:lnTo>
                  <a:lnTo>
                    <a:pt x="6" y="78"/>
                  </a:lnTo>
                  <a:lnTo>
                    <a:pt x="0" y="72"/>
                  </a:lnTo>
                  <a:lnTo>
                    <a:pt x="6"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90" name="Freeform 64">
              <a:extLst>
                <a:ext uri="{FF2B5EF4-FFF2-40B4-BE49-F238E27FC236}">
                  <a16:creationId xmlns:a16="http://schemas.microsoft.com/office/drawing/2014/main" id="{539EBB29-BFBA-7CFC-54BA-8A419122FCBF}"/>
                </a:ext>
              </a:extLst>
            </p:cNvPr>
            <p:cNvSpPr>
              <a:spLocks/>
            </p:cNvSpPr>
            <p:nvPr/>
          </p:nvSpPr>
          <p:spPr bwMode="auto">
            <a:xfrm>
              <a:off x="5397500" y="1876425"/>
              <a:ext cx="19050" cy="114300"/>
            </a:xfrm>
            <a:custGeom>
              <a:avLst/>
              <a:gdLst>
                <a:gd name="T0" fmla="*/ 2147483646 w 12"/>
                <a:gd name="T1" fmla="*/ 2147483646 h 72"/>
                <a:gd name="T2" fmla="*/ 2147483646 w 12"/>
                <a:gd name="T3" fmla="*/ 2147483646 h 72"/>
                <a:gd name="T4" fmla="*/ 0 w 12"/>
                <a:gd name="T5" fmla="*/ 2147483646 h 72"/>
                <a:gd name="T6" fmla="*/ 0 w 12"/>
                <a:gd name="T7" fmla="*/ 2147483646 h 72"/>
                <a:gd name="T8" fmla="*/ 2147483646 w 12"/>
                <a:gd name="T9" fmla="*/ 0 h 72"/>
                <a:gd name="T10" fmla="*/ 2147483646 w 12"/>
                <a:gd name="T11" fmla="*/ 2147483646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72">
                  <a:moveTo>
                    <a:pt x="12" y="6"/>
                  </a:moveTo>
                  <a:lnTo>
                    <a:pt x="12" y="72"/>
                  </a:lnTo>
                  <a:lnTo>
                    <a:pt x="0" y="72"/>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91" name="Freeform 65">
              <a:extLst>
                <a:ext uri="{FF2B5EF4-FFF2-40B4-BE49-F238E27FC236}">
                  <a16:creationId xmlns:a16="http://schemas.microsoft.com/office/drawing/2014/main" id="{584F75D5-F2AE-644F-023D-3E917D04C353}"/>
                </a:ext>
              </a:extLst>
            </p:cNvPr>
            <p:cNvSpPr>
              <a:spLocks/>
            </p:cNvSpPr>
            <p:nvPr/>
          </p:nvSpPr>
          <p:spPr bwMode="auto">
            <a:xfrm>
              <a:off x="5568950" y="1933575"/>
              <a:ext cx="104775" cy="133350"/>
            </a:xfrm>
            <a:custGeom>
              <a:avLst/>
              <a:gdLst>
                <a:gd name="T0" fmla="*/ 0 w 66"/>
                <a:gd name="T1" fmla="*/ 0 h 84"/>
                <a:gd name="T2" fmla="*/ 0 w 66"/>
                <a:gd name="T3" fmla="*/ 2147483646 h 84"/>
                <a:gd name="T4" fmla="*/ 2147483646 w 66"/>
                <a:gd name="T5" fmla="*/ 2147483646 h 84"/>
                <a:gd name="T6" fmla="*/ 2147483646 w 66"/>
                <a:gd name="T7" fmla="*/ 2147483646 h 84"/>
                <a:gd name="T8" fmla="*/ 0 w 66"/>
                <a:gd name="T9" fmla="*/ 0 h 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84">
                  <a:moveTo>
                    <a:pt x="0" y="0"/>
                  </a:moveTo>
                  <a:lnTo>
                    <a:pt x="0" y="66"/>
                  </a:lnTo>
                  <a:lnTo>
                    <a:pt x="66" y="84"/>
                  </a:lnTo>
                  <a:lnTo>
                    <a:pt x="66" y="1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92" name="Freeform 66">
              <a:extLst>
                <a:ext uri="{FF2B5EF4-FFF2-40B4-BE49-F238E27FC236}">
                  <a16:creationId xmlns:a16="http://schemas.microsoft.com/office/drawing/2014/main" id="{A9EDEE5E-3EDA-35E6-A934-395E610D815B}"/>
                </a:ext>
              </a:extLst>
            </p:cNvPr>
            <p:cNvSpPr>
              <a:spLocks/>
            </p:cNvSpPr>
            <p:nvPr/>
          </p:nvSpPr>
          <p:spPr bwMode="auto">
            <a:xfrm>
              <a:off x="5559425" y="1924050"/>
              <a:ext cx="123825" cy="152400"/>
            </a:xfrm>
            <a:custGeom>
              <a:avLst/>
              <a:gdLst>
                <a:gd name="T0" fmla="*/ 2147483646 w 78"/>
                <a:gd name="T1" fmla="*/ 2147483646 h 96"/>
                <a:gd name="T2" fmla="*/ 2147483646 w 78"/>
                <a:gd name="T3" fmla="*/ 2147483646 h 96"/>
                <a:gd name="T4" fmla="*/ 2147483646 w 78"/>
                <a:gd name="T5" fmla="*/ 2147483646 h 96"/>
                <a:gd name="T6" fmla="*/ 2147483646 w 78"/>
                <a:gd name="T7" fmla="*/ 2147483646 h 96"/>
                <a:gd name="T8" fmla="*/ 2147483646 w 78"/>
                <a:gd name="T9" fmla="*/ 0 h 96"/>
                <a:gd name="T10" fmla="*/ 2147483646 w 78"/>
                <a:gd name="T11" fmla="*/ 2147483646 h 96"/>
                <a:gd name="T12" fmla="*/ 2147483646 w 78"/>
                <a:gd name="T13" fmla="*/ 2147483646 h 96"/>
                <a:gd name="T14" fmla="*/ 2147483646 w 78"/>
                <a:gd name="T15" fmla="*/ 2147483646 h 96"/>
                <a:gd name="T16" fmla="*/ 2147483646 w 78"/>
                <a:gd name="T17" fmla="*/ 2147483646 h 96"/>
                <a:gd name="T18" fmla="*/ 2147483646 w 78"/>
                <a:gd name="T19" fmla="*/ 2147483646 h 96"/>
                <a:gd name="T20" fmla="*/ 0 w 78"/>
                <a:gd name="T21" fmla="*/ 2147483646 h 96"/>
                <a:gd name="T22" fmla="*/ 2147483646 w 78"/>
                <a:gd name="T23" fmla="*/ 2147483646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96">
                  <a:moveTo>
                    <a:pt x="6" y="66"/>
                  </a:moveTo>
                  <a:lnTo>
                    <a:pt x="66" y="84"/>
                  </a:lnTo>
                  <a:lnTo>
                    <a:pt x="66" y="30"/>
                  </a:lnTo>
                  <a:lnTo>
                    <a:pt x="6" y="12"/>
                  </a:lnTo>
                  <a:lnTo>
                    <a:pt x="6" y="0"/>
                  </a:lnTo>
                  <a:lnTo>
                    <a:pt x="72" y="18"/>
                  </a:lnTo>
                  <a:lnTo>
                    <a:pt x="78" y="24"/>
                  </a:lnTo>
                  <a:lnTo>
                    <a:pt x="78" y="90"/>
                  </a:lnTo>
                  <a:lnTo>
                    <a:pt x="72" y="96"/>
                  </a:lnTo>
                  <a:lnTo>
                    <a:pt x="6" y="78"/>
                  </a:lnTo>
                  <a:lnTo>
                    <a:pt x="0" y="72"/>
                  </a:lnTo>
                  <a:lnTo>
                    <a:pt x="6"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93" name="Freeform 67">
              <a:extLst>
                <a:ext uri="{FF2B5EF4-FFF2-40B4-BE49-F238E27FC236}">
                  <a16:creationId xmlns:a16="http://schemas.microsoft.com/office/drawing/2014/main" id="{BAA415C2-E602-5245-9BCE-F24BF5144AB9}"/>
                </a:ext>
              </a:extLst>
            </p:cNvPr>
            <p:cNvSpPr>
              <a:spLocks/>
            </p:cNvSpPr>
            <p:nvPr/>
          </p:nvSpPr>
          <p:spPr bwMode="auto">
            <a:xfrm>
              <a:off x="5559425" y="1924050"/>
              <a:ext cx="19050" cy="114300"/>
            </a:xfrm>
            <a:custGeom>
              <a:avLst/>
              <a:gdLst>
                <a:gd name="T0" fmla="*/ 2147483646 w 12"/>
                <a:gd name="T1" fmla="*/ 2147483646 h 72"/>
                <a:gd name="T2" fmla="*/ 2147483646 w 12"/>
                <a:gd name="T3" fmla="*/ 2147483646 h 72"/>
                <a:gd name="T4" fmla="*/ 0 w 12"/>
                <a:gd name="T5" fmla="*/ 2147483646 h 72"/>
                <a:gd name="T6" fmla="*/ 0 w 12"/>
                <a:gd name="T7" fmla="*/ 2147483646 h 72"/>
                <a:gd name="T8" fmla="*/ 2147483646 w 12"/>
                <a:gd name="T9" fmla="*/ 0 h 72"/>
                <a:gd name="T10" fmla="*/ 2147483646 w 12"/>
                <a:gd name="T11" fmla="*/ 2147483646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72">
                  <a:moveTo>
                    <a:pt x="12" y="6"/>
                  </a:moveTo>
                  <a:lnTo>
                    <a:pt x="12" y="72"/>
                  </a:lnTo>
                  <a:lnTo>
                    <a:pt x="0" y="72"/>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94" name="Freeform 68">
              <a:extLst>
                <a:ext uri="{FF2B5EF4-FFF2-40B4-BE49-F238E27FC236}">
                  <a16:creationId xmlns:a16="http://schemas.microsoft.com/office/drawing/2014/main" id="{F3069DC3-9689-1FF9-6EEA-A7CB893C9424}"/>
                </a:ext>
              </a:extLst>
            </p:cNvPr>
            <p:cNvSpPr>
              <a:spLocks/>
            </p:cNvSpPr>
            <p:nvPr/>
          </p:nvSpPr>
          <p:spPr bwMode="auto">
            <a:xfrm>
              <a:off x="5407025" y="2047875"/>
              <a:ext cx="104775" cy="123825"/>
            </a:xfrm>
            <a:custGeom>
              <a:avLst/>
              <a:gdLst>
                <a:gd name="T0" fmla="*/ 0 w 66"/>
                <a:gd name="T1" fmla="*/ 0 h 78"/>
                <a:gd name="T2" fmla="*/ 0 w 66"/>
                <a:gd name="T3" fmla="*/ 2147483646 h 78"/>
                <a:gd name="T4" fmla="*/ 2147483646 w 66"/>
                <a:gd name="T5" fmla="*/ 2147483646 h 78"/>
                <a:gd name="T6" fmla="*/ 2147483646 w 66"/>
                <a:gd name="T7" fmla="*/ 2147483646 h 78"/>
                <a:gd name="T8" fmla="*/ 0 w 66"/>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78">
                  <a:moveTo>
                    <a:pt x="0" y="0"/>
                  </a:moveTo>
                  <a:lnTo>
                    <a:pt x="0" y="60"/>
                  </a:lnTo>
                  <a:lnTo>
                    <a:pt x="66" y="78"/>
                  </a:lnTo>
                  <a:lnTo>
                    <a:pt x="66" y="1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95" name="Freeform 69">
              <a:extLst>
                <a:ext uri="{FF2B5EF4-FFF2-40B4-BE49-F238E27FC236}">
                  <a16:creationId xmlns:a16="http://schemas.microsoft.com/office/drawing/2014/main" id="{2B2F35CF-7DA3-8341-7ECB-92F172642812}"/>
                </a:ext>
              </a:extLst>
            </p:cNvPr>
            <p:cNvSpPr>
              <a:spLocks/>
            </p:cNvSpPr>
            <p:nvPr/>
          </p:nvSpPr>
          <p:spPr bwMode="auto">
            <a:xfrm>
              <a:off x="5397500" y="2038350"/>
              <a:ext cx="123825" cy="142875"/>
            </a:xfrm>
            <a:custGeom>
              <a:avLst/>
              <a:gdLst>
                <a:gd name="T0" fmla="*/ 2147483646 w 78"/>
                <a:gd name="T1" fmla="*/ 2147483646 h 90"/>
                <a:gd name="T2" fmla="*/ 2147483646 w 78"/>
                <a:gd name="T3" fmla="*/ 2147483646 h 90"/>
                <a:gd name="T4" fmla="*/ 2147483646 w 78"/>
                <a:gd name="T5" fmla="*/ 2147483646 h 90"/>
                <a:gd name="T6" fmla="*/ 2147483646 w 78"/>
                <a:gd name="T7" fmla="*/ 2147483646 h 90"/>
                <a:gd name="T8" fmla="*/ 2147483646 w 78"/>
                <a:gd name="T9" fmla="*/ 0 h 90"/>
                <a:gd name="T10" fmla="*/ 2147483646 w 78"/>
                <a:gd name="T11" fmla="*/ 2147483646 h 90"/>
                <a:gd name="T12" fmla="*/ 2147483646 w 78"/>
                <a:gd name="T13" fmla="*/ 2147483646 h 90"/>
                <a:gd name="T14" fmla="*/ 2147483646 w 78"/>
                <a:gd name="T15" fmla="*/ 2147483646 h 90"/>
                <a:gd name="T16" fmla="*/ 2147483646 w 78"/>
                <a:gd name="T17" fmla="*/ 2147483646 h 90"/>
                <a:gd name="T18" fmla="*/ 2147483646 w 78"/>
                <a:gd name="T19" fmla="*/ 2147483646 h 90"/>
                <a:gd name="T20" fmla="*/ 0 w 78"/>
                <a:gd name="T21" fmla="*/ 2147483646 h 90"/>
                <a:gd name="T22" fmla="*/ 2147483646 w 78"/>
                <a:gd name="T23" fmla="*/ 2147483646 h 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90">
                  <a:moveTo>
                    <a:pt x="6" y="60"/>
                  </a:moveTo>
                  <a:lnTo>
                    <a:pt x="66" y="78"/>
                  </a:lnTo>
                  <a:lnTo>
                    <a:pt x="66" y="30"/>
                  </a:lnTo>
                  <a:lnTo>
                    <a:pt x="6" y="12"/>
                  </a:lnTo>
                  <a:lnTo>
                    <a:pt x="6" y="0"/>
                  </a:lnTo>
                  <a:lnTo>
                    <a:pt x="72" y="18"/>
                  </a:lnTo>
                  <a:lnTo>
                    <a:pt x="78" y="24"/>
                  </a:lnTo>
                  <a:lnTo>
                    <a:pt x="78" y="84"/>
                  </a:lnTo>
                  <a:lnTo>
                    <a:pt x="72" y="90"/>
                  </a:lnTo>
                  <a:lnTo>
                    <a:pt x="6" y="72"/>
                  </a:lnTo>
                  <a:lnTo>
                    <a:pt x="0" y="66"/>
                  </a:lnTo>
                  <a:lnTo>
                    <a:pt x="6"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96" name="Freeform 70">
              <a:extLst>
                <a:ext uri="{FF2B5EF4-FFF2-40B4-BE49-F238E27FC236}">
                  <a16:creationId xmlns:a16="http://schemas.microsoft.com/office/drawing/2014/main" id="{B86AC21F-5A55-600A-5039-259A00EE5706}"/>
                </a:ext>
              </a:extLst>
            </p:cNvPr>
            <p:cNvSpPr>
              <a:spLocks/>
            </p:cNvSpPr>
            <p:nvPr/>
          </p:nvSpPr>
          <p:spPr bwMode="auto">
            <a:xfrm>
              <a:off x="5397500" y="2038350"/>
              <a:ext cx="19050" cy="104775"/>
            </a:xfrm>
            <a:custGeom>
              <a:avLst/>
              <a:gdLst>
                <a:gd name="T0" fmla="*/ 2147483646 w 12"/>
                <a:gd name="T1" fmla="*/ 2147483646 h 66"/>
                <a:gd name="T2" fmla="*/ 2147483646 w 12"/>
                <a:gd name="T3" fmla="*/ 2147483646 h 66"/>
                <a:gd name="T4" fmla="*/ 0 w 12"/>
                <a:gd name="T5" fmla="*/ 2147483646 h 66"/>
                <a:gd name="T6" fmla="*/ 0 w 12"/>
                <a:gd name="T7" fmla="*/ 2147483646 h 66"/>
                <a:gd name="T8" fmla="*/ 2147483646 w 12"/>
                <a:gd name="T9" fmla="*/ 0 h 66"/>
                <a:gd name="T10" fmla="*/ 2147483646 w 12"/>
                <a:gd name="T11" fmla="*/ 2147483646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6">
                  <a:moveTo>
                    <a:pt x="12" y="6"/>
                  </a:moveTo>
                  <a:lnTo>
                    <a:pt x="12" y="66"/>
                  </a:lnTo>
                  <a:lnTo>
                    <a:pt x="0" y="66"/>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97" name="Freeform 71">
              <a:extLst>
                <a:ext uri="{FF2B5EF4-FFF2-40B4-BE49-F238E27FC236}">
                  <a16:creationId xmlns:a16="http://schemas.microsoft.com/office/drawing/2014/main" id="{96B7C255-E53B-86F3-F686-A59021ECA273}"/>
                </a:ext>
              </a:extLst>
            </p:cNvPr>
            <p:cNvSpPr>
              <a:spLocks/>
            </p:cNvSpPr>
            <p:nvPr/>
          </p:nvSpPr>
          <p:spPr bwMode="auto">
            <a:xfrm>
              <a:off x="5568950" y="2095500"/>
              <a:ext cx="104775" cy="133350"/>
            </a:xfrm>
            <a:custGeom>
              <a:avLst/>
              <a:gdLst>
                <a:gd name="T0" fmla="*/ 0 w 66"/>
                <a:gd name="T1" fmla="*/ 0 h 84"/>
                <a:gd name="T2" fmla="*/ 0 w 66"/>
                <a:gd name="T3" fmla="*/ 2147483646 h 84"/>
                <a:gd name="T4" fmla="*/ 2147483646 w 66"/>
                <a:gd name="T5" fmla="*/ 2147483646 h 84"/>
                <a:gd name="T6" fmla="*/ 2147483646 w 66"/>
                <a:gd name="T7" fmla="*/ 2147483646 h 84"/>
                <a:gd name="T8" fmla="*/ 0 w 66"/>
                <a:gd name="T9" fmla="*/ 0 h 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84">
                  <a:moveTo>
                    <a:pt x="0" y="0"/>
                  </a:moveTo>
                  <a:lnTo>
                    <a:pt x="0" y="60"/>
                  </a:lnTo>
                  <a:lnTo>
                    <a:pt x="66" y="84"/>
                  </a:lnTo>
                  <a:lnTo>
                    <a:pt x="66" y="1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98" name="Freeform 72">
              <a:extLst>
                <a:ext uri="{FF2B5EF4-FFF2-40B4-BE49-F238E27FC236}">
                  <a16:creationId xmlns:a16="http://schemas.microsoft.com/office/drawing/2014/main" id="{A43BB477-41D4-5A15-0877-70132BBB6FA9}"/>
                </a:ext>
              </a:extLst>
            </p:cNvPr>
            <p:cNvSpPr>
              <a:spLocks/>
            </p:cNvSpPr>
            <p:nvPr/>
          </p:nvSpPr>
          <p:spPr bwMode="auto">
            <a:xfrm>
              <a:off x="5559425" y="2085975"/>
              <a:ext cx="123825" cy="152400"/>
            </a:xfrm>
            <a:custGeom>
              <a:avLst/>
              <a:gdLst>
                <a:gd name="T0" fmla="*/ 2147483646 w 78"/>
                <a:gd name="T1" fmla="*/ 2147483646 h 96"/>
                <a:gd name="T2" fmla="*/ 2147483646 w 78"/>
                <a:gd name="T3" fmla="*/ 2147483646 h 96"/>
                <a:gd name="T4" fmla="*/ 2147483646 w 78"/>
                <a:gd name="T5" fmla="*/ 2147483646 h 96"/>
                <a:gd name="T6" fmla="*/ 2147483646 w 78"/>
                <a:gd name="T7" fmla="*/ 2147483646 h 96"/>
                <a:gd name="T8" fmla="*/ 2147483646 w 78"/>
                <a:gd name="T9" fmla="*/ 0 h 96"/>
                <a:gd name="T10" fmla="*/ 2147483646 w 78"/>
                <a:gd name="T11" fmla="*/ 2147483646 h 96"/>
                <a:gd name="T12" fmla="*/ 2147483646 w 78"/>
                <a:gd name="T13" fmla="*/ 2147483646 h 96"/>
                <a:gd name="T14" fmla="*/ 2147483646 w 78"/>
                <a:gd name="T15" fmla="*/ 2147483646 h 96"/>
                <a:gd name="T16" fmla="*/ 2147483646 w 78"/>
                <a:gd name="T17" fmla="*/ 2147483646 h 96"/>
                <a:gd name="T18" fmla="*/ 2147483646 w 78"/>
                <a:gd name="T19" fmla="*/ 2147483646 h 96"/>
                <a:gd name="T20" fmla="*/ 0 w 78"/>
                <a:gd name="T21" fmla="*/ 2147483646 h 96"/>
                <a:gd name="T22" fmla="*/ 2147483646 w 78"/>
                <a:gd name="T23" fmla="*/ 2147483646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96">
                  <a:moveTo>
                    <a:pt x="6" y="60"/>
                  </a:moveTo>
                  <a:lnTo>
                    <a:pt x="66" y="84"/>
                  </a:lnTo>
                  <a:lnTo>
                    <a:pt x="66" y="30"/>
                  </a:lnTo>
                  <a:lnTo>
                    <a:pt x="6" y="12"/>
                  </a:lnTo>
                  <a:lnTo>
                    <a:pt x="6" y="0"/>
                  </a:lnTo>
                  <a:lnTo>
                    <a:pt x="72" y="18"/>
                  </a:lnTo>
                  <a:lnTo>
                    <a:pt x="78" y="24"/>
                  </a:lnTo>
                  <a:lnTo>
                    <a:pt x="78" y="90"/>
                  </a:lnTo>
                  <a:lnTo>
                    <a:pt x="72" y="96"/>
                  </a:lnTo>
                  <a:lnTo>
                    <a:pt x="6" y="72"/>
                  </a:lnTo>
                  <a:lnTo>
                    <a:pt x="0" y="66"/>
                  </a:lnTo>
                  <a:lnTo>
                    <a:pt x="6"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99" name="Freeform 73">
              <a:extLst>
                <a:ext uri="{FF2B5EF4-FFF2-40B4-BE49-F238E27FC236}">
                  <a16:creationId xmlns:a16="http://schemas.microsoft.com/office/drawing/2014/main" id="{890D491D-C995-4ACA-CD4A-DDADE7E33560}"/>
                </a:ext>
              </a:extLst>
            </p:cNvPr>
            <p:cNvSpPr>
              <a:spLocks/>
            </p:cNvSpPr>
            <p:nvPr/>
          </p:nvSpPr>
          <p:spPr bwMode="auto">
            <a:xfrm>
              <a:off x="5559425" y="2085975"/>
              <a:ext cx="19050" cy="104775"/>
            </a:xfrm>
            <a:custGeom>
              <a:avLst/>
              <a:gdLst>
                <a:gd name="T0" fmla="*/ 2147483646 w 12"/>
                <a:gd name="T1" fmla="*/ 2147483646 h 66"/>
                <a:gd name="T2" fmla="*/ 2147483646 w 12"/>
                <a:gd name="T3" fmla="*/ 2147483646 h 66"/>
                <a:gd name="T4" fmla="*/ 0 w 12"/>
                <a:gd name="T5" fmla="*/ 2147483646 h 66"/>
                <a:gd name="T6" fmla="*/ 0 w 12"/>
                <a:gd name="T7" fmla="*/ 2147483646 h 66"/>
                <a:gd name="T8" fmla="*/ 2147483646 w 12"/>
                <a:gd name="T9" fmla="*/ 0 h 66"/>
                <a:gd name="T10" fmla="*/ 2147483646 w 12"/>
                <a:gd name="T11" fmla="*/ 2147483646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6">
                  <a:moveTo>
                    <a:pt x="12" y="6"/>
                  </a:moveTo>
                  <a:lnTo>
                    <a:pt x="12" y="66"/>
                  </a:lnTo>
                  <a:lnTo>
                    <a:pt x="0" y="66"/>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00" name="Freeform 74">
              <a:extLst>
                <a:ext uri="{FF2B5EF4-FFF2-40B4-BE49-F238E27FC236}">
                  <a16:creationId xmlns:a16="http://schemas.microsoft.com/office/drawing/2014/main" id="{2E8E83CB-9BD1-4148-C9F6-7070531BD3AC}"/>
                </a:ext>
              </a:extLst>
            </p:cNvPr>
            <p:cNvSpPr>
              <a:spLocks/>
            </p:cNvSpPr>
            <p:nvPr/>
          </p:nvSpPr>
          <p:spPr bwMode="auto">
            <a:xfrm>
              <a:off x="5407025" y="2209800"/>
              <a:ext cx="104775" cy="123825"/>
            </a:xfrm>
            <a:custGeom>
              <a:avLst/>
              <a:gdLst>
                <a:gd name="T0" fmla="*/ 0 w 66"/>
                <a:gd name="T1" fmla="*/ 0 h 78"/>
                <a:gd name="T2" fmla="*/ 0 w 66"/>
                <a:gd name="T3" fmla="*/ 2147483646 h 78"/>
                <a:gd name="T4" fmla="*/ 2147483646 w 66"/>
                <a:gd name="T5" fmla="*/ 2147483646 h 78"/>
                <a:gd name="T6" fmla="*/ 2147483646 w 66"/>
                <a:gd name="T7" fmla="*/ 2147483646 h 78"/>
                <a:gd name="T8" fmla="*/ 0 w 66"/>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78">
                  <a:moveTo>
                    <a:pt x="0" y="0"/>
                  </a:moveTo>
                  <a:lnTo>
                    <a:pt x="0" y="60"/>
                  </a:lnTo>
                  <a:lnTo>
                    <a:pt x="66" y="78"/>
                  </a:lnTo>
                  <a:lnTo>
                    <a:pt x="66" y="1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01" name="Freeform 75">
              <a:extLst>
                <a:ext uri="{FF2B5EF4-FFF2-40B4-BE49-F238E27FC236}">
                  <a16:creationId xmlns:a16="http://schemas.microsoft.com/office/drawing/2014/main" id="{419C4F06-AB3E-122C-704B-455B14C97C64}"/>
                </a:ext>
              </a:extLst>
            </p:cNvPr>
            <p:cNvSpPr>
              <a:spLocks/>
            </p:cNvSpPr>
            <p:nvPr/>
          </p:nvSpPr>
          <p:spPr bwMode="auto">
            <a:xfrm>
              <a:off x="5397500" y="2200275"/>
              <a:ext cx="123825" cy="142875"/>
            </a:xfrm>
            <a:custGeom>
              <a:avLst/>
              <a:gdLst>
                <a:gd name="T0" fmla="*/ 2147483646 w 78"/>
                <a:gd name="T1" fmla="*/ 2147483646 h 90"/>
                <a:gd name="T2" fmla="*/ 2147483646 w 78"/>
                <a:gd name="T3" fmla="*/ 2147483646 h 90"/>
                <a:gd name="T4" fmla="*/ 2147483646 w 78"/>
                <a:gd name="T5" fmla="*/ 2147483646 h 90"/>
                <a:gd name="T6" fmla="*/ 2147483646 w 78"/>
                <a:gd name="T7" fmla="*/ 2147483646 h 90"/>
                <a:gd name="T8" fmla="*/ 2147483646 w 78"/>
                <a:gd name="T9" fmla="*/ 0 h 90"/>
                <a:gd name="T10" fmla="*/ 2147483646 w 78"/>
                <a:gd name="T11" fmla="*/ 2147483646 h 90"/>
                <a:gd name="T12" fmla="*/ 2147483646 w 78"/>
                <a:gd name="T13" fmla="*/ 2147483646 h 90"/>
                <a:gd name="T14" fmla="*/ 2147483646 w 78"/>
                <a:gd name="T15" fmla="*/ 2147483646 h 90"/>
                <a:gd name="T16" fmla="*/ 2147483646 w 78"/>
                <a:gd name="T17" fmla="*/ 2147483646 h 90"/>
                <a:gd name="T18" fmla="*/ 2147483646 w 78"/>
                <a:gd name="T19" fmla="*/ 2147483646 h 90"/>
                <a:gd name="T20" fmla="*/ 0 w 78"/>
                <a:gd name="T21" fmla="*/ 2147483646 h 90"/>
                <a:gd name="T22" fmla="*/ 2147483646 w 78"/>
                <a:gd name="T23" fmla="*/ 2147483646 h 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90">
                  <a:moveTo>
                    <a:pt x="6" y="60"/>
                  </a:moveTo>
                  <a:lnTo>
                    <a:pt x="66" y="78"/>
                  </a:lnTo>
                  <a:lnTo>
                    <a:pt x="66" y="30"/>
                  </a:lnTo>
                  <a:lnTo>
                    <a:pt x="6" y="12"/>
                  </a:lnTo>
                  <a:lnTo>
                    <a:pt x="6" y="0"/>
                  </a:lnTo>
                  <a:lnTo>
                    <a:pt x="72" y="18"/>
                  </a:lnTo>
                  <a:lnTo>
                    <a:pt x="78" y="24"/>
                  </a:lnTo>
                  <a:lnTo>
                    <a:pt x="78" y="84"/>
                  </a:lnTo>
                  <a:lnTo>
                    <a:pt x="72" y="90"/>
                  </a:lnTo>
                  <a:lnTo>
                    <a:pt x="6" y="72"/>
                  </a:lnTo>
                  <a:lnTo>
                    <a:pt x="0" y="66"/>
                  </a:lnTo>
                  <a:lnTo>
                    <a:pt x="6"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02" name="Freeform 76">
              <a:extLst>
                <a:ext uri="{FF2B5EF4-FFF2-40B4-BE49-F238E27FC236}">
                  <a16:creationId xmlns:a16="http://schemas.microsoft.com/office/drawing/2014/main" id="{34FBC38F-113E-0907-4DC4-7354ED772325}"/>
                </a:ext>
              </a:extLst>
            </p:cNvPr>
            <p:cNvSpPr>
              <a:spLocks/>
            </p:cNvSpPr>
            <p:nvPr/>
          </p:nvSpPr>
          <p:spPr bwMode="auto">
            <a:xfrm>
              <a:off x="5397500" y="2200275"/>
              <a:ext cx="19050" cy="104775"/>
            </a:xfrm>
            <a:custGeom>
              <a:avLst/>
              <a:gdLst>
                <a:gd name="T0" fmla="*/ 2147483646 w 12"/>
                <a:gd name="T1" fmla="*/ 2147483646 h 66"/>
                <a:gd name="T2" fmla="*/ 2147483646 w 12"/>
                <a:gd name="T3" fmla="*/ 2147483646 h 66"/>
                <a:gd name="T4" fmla="*/ 0 w 12"/>
                <a:gd name="T5" fmla="*/ 2147483646 h 66"/>
                <a:gd name="T6" fmla="*/ 0 w 12"/>
                <a:gd name="T7" fmla="*/ 2147483646 h 66"/>
                <a:gd name="T8" fmla="*/ 2147483646 w 12"/>
                <a:gd name="T9" fmla="*/ 0 h 66"/>
                <a:gd name="T10" fmla="*/ 2147483646 w 12"/>
                <a:gd name="T11" fmla="*/ 2147483646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6">
                  <a:moveTo>
                    <a:pt x="12" y="6"/>
                  </a:moveTo>
                  <a:lnTo>
                    <a:pt x="12" y="66"/>
                  </a:lnTo>
                  <a:lnTo>
                    <a:pt x="0" y="66"/>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03" name="Freeform 77">
              <a:extLst>
                <a:ext uri="{FF2B5EF4-FFF2-40B4-BE49-F238E27FC236}">
                  <a16:creationId xmlns:a16="http://schemas.microsoft.com/office/drawing/2014/main" id="{1490B719-6476-BB45-A067-4A1C4BB8BA25}"/>
                </a:ext>
              </a:extLst>
            </p:cNvPr>
            <p:cNvSpPr>
              <a:spLocks/>
            </p:cNvSpPr>
            <p:nvPr/>
          </p:nvSpPr>
          <p:spPr bwMode="auto">
            <a:xfrm>
              <a:off x="5578475" y="2257425"/>
              <a:ext cx="95250" cy="123825"/>
            </a:xfrm>
            <a:custGeom>
              <a:avLst/>
              <a:gdLst>
                <a:gd name="T0" fmla="*/ 0 w 60"/>
                <a:gd name="T1" fmla="*/ 0 h 78"/>
                <a:gd name="T2" fmla="*/ 0 w 60"/>
                <a:gd name="T3" fmla="*/ 2147483646 h 78"/>
                <a:gd name="T4" fmla="*/ 2147483646 w 60"/>
                <a:gd name="T5" fmla="*/ 2147483646 h 78"/>
                <a:gd name="T6" fmla="*/ 2147483646 w 60"/>
                <a:gd name="T7" fmla="*/ 2147483646 h 78"/>
                <a:gd name="T8" fmla="*/ 0 w 60"/>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78">
                  <a:moveTo>
                    <a:pt x="0" y="0"/>
                  </a:moveTo>
                  <a:lnTo>
                    <a:pt x="0" y="60"/>
                  </a:lnTo>
                  <a:lnTo>
                    <a:pt x="60" y="78"/>
                  </a:lnTo>
                  <a:lnTo>
                    <a:pt x="60" y="1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04" name="Freeform 78">
              <a:extLst>
                <a:ext uri="{FF2B5EF4-FFF2-40B4-BE49-F238E27FC236}">
                  <a16:creationId xmlns:a16="http://schemas.microsoft.com/office/drawing/2014/main" id="{63ADC0EB-1A2E-492C-00FD-6E0FFF22AB18}"/>
                </a:ext>
              </a:extLst>
            </p:cNvPr>
            <p:cNvSpPr>
              <a:spLocks/>
            </p:cNvSpPr>
            <p:nvPr/>
          </p:nvSpPr>
          <p:spPr bwMode="auto">
            <a:xfrm>
              <a:off x="5568950" y="2247900"/>
              <a:ext cx="114300" cy="142875"/>
            </a:xfrm>
            <a:custGeom>
              <a:avLst/>
              <a:gdLst>
                <a:gd name="T0" fmla="*/ 2147483646 w 72"/>
                <a:gd name="T1" fmla="*/ 2147483646 h 90"/>
                <a:gd name="T2" fmla="*/ 2147483646 w 72"/>
                <a:gd name="T3" fmla="*/ 2147483646 h 90"/>
                <a:gd name="T4" fmla="*/ 2147483646 w 72"/>
                <a:gd name="T5" fmla="*/ 2147483646 h 90"/>
                <a:gd name="T6" fmla="*/ 2147483646 w 72"/>
                <a:gd name="T7" fmla="*/ 2147483646 h 90"/>
                <a:gd name="T8" fmla="*/ 2147483646 w 72"/>
                <a:gd name="T9" fmla="*/ 0 h 90"/>
                <a:gd name="T10" fmla="*/ 2147483646 w 72"/>
                <a:gd name="T11" fmla="*/ 2147483646 h 90"/>
                <a:gd name="T12" fmla="*/ 2147483646 w 72"/>
                <a:gd name="T13" fmla="*/ 2147483646 h 90"/>
                <a:gd name="T14" fmla="*/ 2147483646 w 72"/>
                <a:gd name="T15" fmla="*/ 2147483646 h 90"/>
                <a:gd name="T16" fmla="*/ 2147483646 w 72"/>
                <a:gd name="T17" fmla="*/ 2147483646 h 90"/>
                <a:gd name="T18" fmla="*/ 2147483646 w 72"/>
                <a:gd name="T19" fmla="*/ 2147483646 h 90"/>
                <a:gd name="T20" fmla="*/ 0 w 72"/>
                <a:gd name="T21" fmla="*/ 2147483646 h 90"/>
                <a:gd name="T22" fmla="*/ 2147483646 w 72"/>
                <a:gd name="T23" fmla="*/ 2147483646 h 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2" h="90">
                  <a:moveTo>
                    <a:pt x="6" y="60"/>
                  </a:moveTo>
                  <a:lnTo>
                    <a:pt x="60" y="78"/>
                  </a:lnTo>
                  <a:lnTo>
                    <a:pt x="60" y="30"/>
                  </a:lnTo>
                  <a:lnTo>
                    <a:pt x="6" y="12"/>
                  </a:lnTo>
                  <a:lnTo>
                    <a:pt x="6" y="0"/>
                  </a:lnTo>
                  <a:lnTo>
                    <a:pt x="66" y="18"/>
                  </a:lnTo>
                  <a:lnTo>
                    <a:pt x="72" y="24"/>
                  </a:lnTo>
                  <a:lnTo>
                    <a:pt x="72" y="84"/>
                  </a:lnTo>
                  <a:lnTo>
                    <a:pt x="66" y="90"/>
                  </a:lnTo>
                  <a:lnTo>
                    <a:pt x="6" y="72"/>
                  </a:lnTo>
                  <a:lnTo>
                    <a:pt x="0" y="66"/>
                  </a:lnTo>
                  <a:lnTo>
                    <a:pt x="6"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05" name="Freeform 79">
              <a:extLst>
                <a:ext uri="{FF2B5EF4-FFF2-40B4-BE49-F238E27FC236}">
                  <a16:creationId xmlns:a16="http://schemas.microsoft.com/office/drawing/2014/main" id="{B968C455-4305-523E-65CA-C65885FBF8C7}"/>
                </a:ext>
              </a:extLst>
            </p:cNvPr>
            <p:cNvSpPr>
              <a:spLocks/>
            </p:cNvSpPr>
            <p:nvPr/>
          </p:nvSpPr>
          <p:spPr bwMode="auto">
            <a:xfrm>
              <a:off x="5568950" y="2247900"/>
              <a:ext cx="19050" cy="104775"/>
            </a:xfrm>
            <a:custGeom>
              <a:avLst/>
              <a:gdLst>
                <a:gd name="T0" fmla="*/ 2147483646 w 12"/>
                <a:gd name="T1" fmla="*/ 2147483646 h 66"/>
                <a:gd name="T2" fmla="*/ 2147483646 w 12"/>
                <a:gd name="T3" fmla="*/ 2147483646 h 66"/>
                <a:gd name="T4" fmla="*/ 0 w 12"/>
                <a:gd name="T5" fmla="*/ 2147483646 h 66"/>
                <a:gd name="T6" fmla="*/ 0 w 12"/>
                <a:gd name="T7" fmla="*/ 2147483646 h 66"/>
                <a:gd name="T8" fmla="*/ 2147483646 w 12"/>
                <a:gd name="T9" fmla="*/ 0 h 66"/>
                <a:gd name="T10" fmla="*/ 2147483646 w 12"/>
                <a:gd name="T11" fmla="*/ 2147483646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6">
                  <a:moveTo>
                    <a:pt x="12" y="6"/>
                  </a:moveTo>
                  <a:lnTo>
                    <a:pt x="12" y="66"/>
                  </a:lnTo>
                  <a:lnTo>
                    <a:pt x="0" y="66"/>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06" name="Freeform 80">
              <a:extLst>
                <a:ext uri="{FF2B5EF4-FFF2-40B4-BE49-F238E27FC236}">
                  <a16:creationId xmlns:a16="http://schemas.microsoft.com/office/drawing/2014/main" id="{BF574F4E-B5C2-0168-903F-10918FCAF57F}"/>
                </a:ext>
              </a:extLst>
            </p:cNvPr>
            <p:cNvSpPr>
              <a:spLocks/>
            </p:cNvSpPr>
            <p:nvPr/>
          </p:nvSpPr>
          <p:spPr bwMode="auto">
            <a:xfrm>
              <a:off x="4721225" y="2190750"/>
              <a:ext cx="209550" cy="238125"/>
            </a:xfrm>
            <a:custGeom>
              <a:avLst/>
              <a:gdLst>
                <a:gd name="T0" fmla="*/ 2147483646 w 132"/>
                <a:gd name="T1" fmla="*/ 2147483646 h 150"/>
                <a:gd name="T2" fmla="*/ 2147483646 w 132"/>
                <a:gd name="T3" fmla="*/ 2147483646 h 150"/>
                <a:gd name="T4" fmla="*/ 2147483646 w 132"/>
                <a:gd name="T5" fmla="*/ 2147483646 h 150"/>
                <a:gd name="T6" fmla="*/ 2147483646 w 132"/>
                <a:gd name="T7" fmla="*/ 2147483646 h 150"/>
                <a:gd name="T8" fmla="*/ 2147483646 w 132"/>
                <a:gd name="T9" fmla="*/ 2147483646 h 150"/>
                <a:gd name="T10" fmla="*/ 2147483646 w 132"/>
                <a:gd name="T11" fmla="*/ 0 h 150"/>
                <a:gd name="T12" fmla="*/ 2147483646 w 132"/>
                <a:gd name="T13" fmla="*/ 2147483646 h 150"/>
                <a:gd name="T14" fmla="*/ 2147483646 w 132"/>
                <a:gd name="T15" fmla="*/ 2147483646 h 150"/>
                <a:gd name="T16" fmla="*/ 2147483646 w 132"/>
                <a:gd name="T17" fmla="*/ 2147483646 h 150"/>
                <a:gd name="T18" fmla="*/ 2147483646 w 132"/>
                <a:gd name="T19" fmla="*/ 2147483646 h 150"/>
                <a:gd name="T20" fmla="*/ 0 w 132"/>
                <a:gd name="T21" fmla="*/ 2147483646 h 150"/>
                <a:gd name="T22" fmla="*/ 2147483646 w 132"/>
                <a:gd name="T23" fmla="*/ 2147483646 h 1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2" h="150">
                  <a:moveTo>
                    <a:pt x="6" y="138"/>
                  </a:moveTo>
                  <a:lnTo>
                    <a:pt x="120" y="108"/>
                  </a:lnTo>
                  <a:lnTo>
                    <a:pt x="120" y="12"/>
                  </a:lnTo>
                  <a:lnTo>
                    <a:pt x="6" y="36"/>
                  </a:lnTo>
                  <a:lnTo>
                    <a:pt x="6" y="24"/>
                  </a:lnTo>
                  <a:lnTo>
                    <a:pt x="126" y="0"/>
                  </a:lnTo>
                  <a:lnTo>
                    <a:pt x="132" y="6"/>
                  </a:lnTo>
                  <a:lnTo>
                    <a:pt x="132" y="114"/>
                  </a:lnTo>
                  <a:lnTo>
                    <a:pt x="126" y="120"/>
                  </a:lnTo>
                  <a:lnTo>
                    <a:pt x="6" y="150"/>
                  </a:lnTo>
                  <a:lnTo>
                    <a:pt x="0" y="144"/>
                  </a:lnTo>
                  <a:lnTo>
                    <a:pt x="6"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07" name="Freeform 81">
              <a:extLst>
                <a:ext uri="{FF2B5EF4-FFF2-40B4-BE49-F238E27FC236}">
                  <a16:creationId xmlns:a16="http://schemas.microsoft.com/office/drawing/2014/main" id="{2F8E44F8-D419-13AC-3E3A-38FFF0319F70}"/>
                </a:ext>
              </a:extLst>
            </p:cNvPr>
            <p:cNvSpPr>
              <a:spLocks/>
            </p:cNvSpPr>
            <p:nvPr/>
          </p:nvSpPr>
          <p:spPr bwMode="auto">
            <a:xfrm>
              <a:off x="4721225" y="2228850"/>
              <a:ext cx="19050" cy="190500"/>
            </a:xfrm>
            <a:custGeom>
              <a:avLst/>
              <a:gdLst>
                <a:gd name="T0" fmla="*/ 2147483646 w 12"/>
                <a:gd name="T1" fmla="*/ 2147483646 h 120"/>
                <a:gd name="T2" fmla="*/ 2147483646 w 12"/>
                <a:gd name="T3" fmla="*/ 2147483646 h 120"/>
                <a:gd name="T4" fmla="*/ 0 w 12"/>
                <a:gd name="T5" fmla="*/ 2147483646 h 120"/>
                <a:gd name="T6" fmla="*/ 0 w 12"/>
                <a:gd name="T7" fmla="*/ 2147483646 h 120"/>
                <a:gd name="T8" fmla="*/ 2147483646 w 12"/>
                <a:gd name="T9" fmla="*/ 0 h 120"/>
                <a:gd name="T10" fmla="*/ 2147483646 w 12"/>
                <a:gd name="T11" fmla="*/ 2147483646 h 12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120">
                  <a:moveTo>
                    <a:pt x="12" y="6"/>
                  </a:moveTo>
                  <a:lnTo>
                    <a:pt x="12" y="120"/>
                  </a:lnTo>
                  <a:lnTo>
                    <a:pt x="0" y="120"/>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08" name="Rectangle 82">
              <a:extLst>
                <a:ext uri="{FF2B5EF4-FFF2-40B4-BE49-F238E27FC236}">
                  <a16:creationId xmlns:a16="http://schemas.microsoft.com/office/drawing/2014/main" id="{920DA774-9A8E-36CD-D7C9-EDD4905F5265}"/>
                </a:ext>
              </a:extLst>
            </p:cNvPr>
            <p:cNvSpPr>
              <a:spLocks noChangeArrowheads="1"/>
            </p:cNvSpPr>
            <p:nvPr/>
          </p:nvSpPr>
          <p:spPr bwMode="auto">
            <a:xfrm>
              <a:off x="4826000" y="2219325"/>
              <a:ext cx="19050" cy="1714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7509" name="Freeform 83">
              <a:extLst>
                <a:ext uri="{FF2B5EF4-FFF2-40B4-BE49-F238E27FC236}">
                  <a16:creationId xmlns:a16="http://schemas.microsoft.com/office/drawing/2014/main" id="{91882D29-CE46-46CA-BA6C-0E05CB9C51DA}"/>
                </a:ext>
              </a:extLst>
            </p:cNvPr>
            <p:cNvSpPr>
              <a:spLocks/>
            </p:cNvSpPr>
            <p:nvPr/>
          </p:nvSpPr>
          <p:spPr bwMode="auto">
            <a:xfrm>
              <a:off x="4559300" y="2257425"/>
              <a:ext cx="95250" cy="123825"/>
            </a:xfrm>
            <a:custGeom>
              <a:avLst/>
              <a:gdLst>
                <a:gd name="T0" fmla="*/ 2147483646 w 60"/>
                <a:gd name="T1" fmla="*/ 0 h 78"/>
                <a:gd name="T2" fmla="*/ 2147483646 w 60"/>
                <a:gd name="T3" fmla="*/ 2147483646 h 78"/>
                <a:gd name="T4" fmla="*/ 0 w 60"/>
                <a:gd name="T5" fmla="*/ 2147483646 h 78"/>
                <a:gd name="T6" fmla="*/ 0 w 60"/>
                <a:gd name="T7" fmla="*/ 2147483646 h 78"/>
                <a:gd name="T8" fmla="*/ 2147483646 w 60"/>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78">
                  <a:moveTo>
                    <a:pt x="60" y="0"/>
                  </a:moveTo>
                  <a:lnTo>
                    <a:pt x="60" y="66"/>
                  </a:lnTo>
                  <a:lnTo>
                    <a:pt x="0" y="78"/>
                  </a:lnTo>
                  <a:lnTo>
                    <a:pt x="0" y="12"/>
                  </a:lnTo>
                  <a:lnTo>
                    <a:pt x="6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10" name="Freeform 84">
              <a:extLst>
                <a:ext uri="{FF2B5EF4-FFF2-40B4-BE49-F238E27FC236}">
                  <a16:creationId xmlns:a16="http://schemas.microsoft.com/office/drawing/2014/main" id="{C4DC4073-1D96-440C-6275-025BD2970647}"/>
                </a:ext>
              </a:extLst>
            </p:cNvPr>
            <p:cNvSpPr>
              <a:spLocks/>
            </p:cNvSpPr>
            <p:nvPr/>
          </p:nvSpPr>
          <p:spPr bwMode="auto">
            <a:xfrm>
              <a:off x="4549775" y="2247900"/>
              <a:ext cx="114300" cy="142875"/>
            </a:xfrm>
            <a:custGeom>
              <a:avLst/>
              <a:gdLst>
                <a:gd name="T0" fmla="*/ 2147483646 w 72"/>
                <a:gd name="T1" fmla="*/ 2147483646 h 90"/>
                <a:gd name="T2" fmla="*/ 2147483646 w 72"/>
                <a:gd name="T3" fmla="*/ 2147483646 h 90"/>
                <a:gd name="T4" fmla="*/ 2147483646 w 72"/>
                <a:gd name="T5" fmla="*/ 2147483646 h 90"/>
                <a:gd name="T6" fmla="*/ 0 w 72"/>
                <a:gd name="T7" fmla="*/ 2147483646 h 90"/>
                <a:gd name="T8" fmla="*/ 0 w 72"/>
                <a:gd name="T9" fmla="*/ 2147483646 h 90"/>
                <a:gd name="T10" fmla="*/ 2147483646 w 72"/>
                <a:gd name="T11" fmla="*/ 2147483646 h 90"/>
                <a:gd name="T12" fmla="*/ 2147483646 w 72"/>
                <a:gd name="T13" fmla="*/ 0 h 90"/>
                <a:gd name="T14" fmla="*/ 2147483646 w 72"/>
                <a:gd name="T15" fmla="*/ 2147483646 h 90"/>
                <a:gd name="T16" fmla="*/ 2147483646 w 72"/>
                <a:gd name="T17" fmla="*/ 2147483646 h 90"/>
                <a:gd name="T18" fmla="*/ 2147483646 w 72"/>
                <a:gd name="T19" fmla="*/ 2147483646 h 90"/>
                <a:gd name="T20" fmla="*/ 2147483646 w 72"/>
                <a:gd name="T21" fmla="*/ 2147483646 h 90"/>
                <a:gd name="T22" fmla="*/ 2147483646 w 72"/>
                <a:gd name="T23" fmla="*/ 2147483646 h 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2" h="90">
                  <a:moveTo>
                    <a:pt x="72" y="72"/>
                  </a:moveTo>
                  <a:lnTo>
                    <a:pt x="66" y="78"/>
                  </a:lnTo>
                  <a:lnTo>
                    <a:pt x="6" y="90"/>
                  </a:lnTo>
                  <a:lnTo>
                    <a:pt x="0" y="84"/>
                  </a:lnTo>
                  <a:lnTo>
                    <a:pt x="0" y="18"/>
                  </a:lnTo>
                  <a:lnTo>
                    <a:pt x="6" y="12"/>
                  </a:lnTo>
                  <a:lnTo>
                    <a:pt x="66" y="0"/>
                  </a:lnTo>
                  <a:lnTo>
                    <a:pt x="66" y="12"/>
                  </a:lnTo>
                  <a:lnTo>
                    <a:pt x="12" y="24"/>
                  </a:lnTo>
                  <a:lnTo>
                    <a:pt x="12" y="78"/>
                  </a:lnTo>
                  <a:lnTo>
                    <a:pt x="66" y="66"/>
                  </a:lnTo>
                  <a:lnTo>
                    <a:pt x="72"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11" name="Freeform 85">
              <a:extLst>
                <a:ext uri="{FF2B5EF4-FFF2-40B4-BE49-F238E27FC236}">
                  <a16:creationId xmlns:a16="http://schemas.microsoft.com/office/drawing/2014/main" id="{443D6A4E-04A9-FAF8-4CC3-9594D8178211}"/>
                </a:ext>
              </a:extLst>
            </p:cNvPr>
            <p:cNvSpPr>
              <a:spLocks/>
            </p:cNvSpPr>
            <p:nvPr/>
          </p:nvSpPr>
          <p:spPr bwMode="auto">
            <a:xfrm>
              <a:off x="4645025" y="2247900"/>
              <a:ext cx="19050" cy="114300"/>
            </a:xfrm>
            <a:custGeom>
              <a:avLst/>
              <a:gdLst>
                <a:gd name="T0" fmla="*/ 2147483646 w 12"/>
                <a:gd name="T1" fmla="*/ 0 h 72"/>
                <a:gd name="T2" fmla="*/ 2147483646 w 12"/>
                <a:gd name="T3" fmla="*/ 2147483646 h 72"/>
                <a:gd name="T4" fmla="*/ 2147483646 w 12"/>
                <a:gd name="T5" fmla="*/ 2147483646 h 72"/>
                <a:gd name="T6" fmla="*/ 0 w 12"/>
                <a:gd name="T7" fmla="*/ 2147483646 h 72"/>
                <a:gd name="T8" fmla="*/ 0 w 12"/>
                <a:gd name="T9" fmla="*/ 2147483646 h 72"/>
                <a:gd name="T10" fmla="*/ 2147483646 w 12"/>
                <a:gd name="T11" fmla="*/ 0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72">
                  <a:moveTo>
                    <a:pt x="6" y="0"/>
                  </a:moveTo>
                  <a:lnTo>
                    <a:pt x="12" y="6"/>
                  </a:lnTo>
                  <a:lnTo>
                    <a:pt x="12" y="72"/>
                  </a:lnTo>
                  <a:lnTo>
                    <a:pt x="0" y="72"/>
                  </a:lnTo>
                  <a:lnTo>
                    <a:pt x="0" y="6"/>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12" name="Freeform 86">
              <a:extLst>
                <a:ext uri="{FF2B5EF4-FFF2-40B4-BE49-F238E27FC236}">
                  <a16:creationId xmlns:a16="http://schemas.microsoft.com/office/drawing/2014/main" id="{AC97427C-9CDB-BA24-7336-FE95CC104695}"/>
                </a:ext>
              </a:extLst>
            </p:cNvPr>
            <p:cNvSpPr>
              <a:spLocks/>
            </p:cNvSpPr>
            <p:nvPr/>
          </p:nvSpPr>
          <p:spPr bwMode="auto">
            <a:xfrm>
              <a:off x="4397375" y="2295525"/>
              <a:ext cx="95250" cy="123825"/>
            </a:xfrm>
            <a:custGeom>
              <a:avLst/>
              <a:gdLst>
                <a:gd name="T0" fmla="*/ 2147483646 w 60"/>
                <a:gd name="T1" fmla="*/ 0 h 78"/>
                <a:gd name="T2" fmla="*/ 2147483646 w 60"/>
                <a:gd name="T3" fmla="*/ 2147483646 h 78"/>
                <a:gd name="T4" fmla="*/ 0 w 60"/>
                <a:gd name="T5" fmla="*/ 2147483646 h 78"/>
                <a:gd name="T6" fmla="*/ 0 w 60"/>
                <a:gd name="T7" fmla="*/ 2147483646 h 78"/>
                <a:gd name="T8" fmla="*/ 2147483646 w 60"/>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78">
                  <a:moveTo>
                    <a:pt x="60" y="0"/>
                  </a:moveTo>
                  <a:lnTo>
                    <a:pt x="60" y="60"/>
                  </a:lnTo>
                  <a:lnTo>
                    <a:pt x="0" y="78"/>
                  </a:lnTo>
                  <a:lnTo>
                    <a:pt x="0" y="12"/>
                  </a:lnTo>
                  <a:lnTo>
                    <a:pt x="6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13" name="Freeform 87">
              <a:extLst>
                <a:ext uri="{FF2B5EF4-FFF2-40B4-BE49-F238E27FC236}">
                  <a16:creationId xmlns:a16="http://schemas.microsoft.com/office/drawing/2014/main" id="{92EA69BD-7E02-526B-2082-97E7796CB350}"/>
                </a:ext>
              </a:extLst>
            </p:cNvPr>
            <p:cNvSpPr>
              <a:spLocks/>
            </p:cNvSpPr>
            <p:nvPr/>
          </p:nvSpPr>
          <p:spPr bwMode="auto">
            <a:xfrm>
              <a:off x="4387850" y="2286000"/>
              <a:ext cx="114300" cy="142875"/>
            </a:xfrm>
            <a:custGeom>
              <a:avLst/>
              <a:gdLst>
                <a:gd name="T0" fmla="*/ 2147483646 w 72"/>
                <a:gd name="T1" fmla="*/ 2147483646 h 90"/>
                <a:gd name="T2" fmla="*/ 2147483646 w 72"/>
                <a:gd name="T3" fmla="*/ 2147483646 h 90"/>
                <a:gd name="T4" fmla="*/ 2147483646 w 72"/>
                <a:gd name="T5" fmla="*/ 2147483646 h 90"/>
                <a:gd name="T6" fmla="*/ 0 w 72"/>
                <a:gd name="T7" fmla="*/ 2147483646 h 90"/>
                <a:gd name="T8" fmla="*/ 0 w 72"/>
                <a:gd name="T9" fmla="*/ 2147483646 h 90"/>
                <a:gd name="T10" fmla="*/ 2147483646 w 72"/>
                <a:gd name="T11" fmla="*/ 2147483646 h 90"/>
                <a:gd name="T12" fmla="*/ 2147483646 w 72"/>
                <a:gd name="T13" fmla="*/ 0 h 90"/>
                <a:gd name="T14" fmla="*/ 2147483646 w 72"/>
                <a:gd name="T15" fmla="*/ 2147483646 h 90"/>
                <a:gd name="T16" fmla="*/ 2147483646 w 72"/>
                <a:gd name="T17" fmla="*/ 2147483646 h 90"/>
                <a:gd name="T18" fmla="*/ 2147483646 w 72"/>
                <a:gd name="T19" fmla="*/ 2147483646 h 90"/>
                <a:gd name="T20" fmla="*/ 2147483646 w 72"/>
                <a:gd name="T21" fmla="*/ 2147483646 h 90"/>
                <a:gd name="T22" fmla="*/ 2147483646 w 72"/>
                <a:gd name="T23" fmla="*/ 2147483646 h 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2" h="90">
                  <a:moveTo>
                    <a:pt x="72" y="66"/>
                  </a:moveTo>
                  <a:lnTo>
                    <a:pt x="66" y="72"/>
                  </a:lnTo>
                  <a:lnTo>
                    <a:pt x="6" y="90"/>
                  </a:lnTo>
                  <a:lnTo>
                    <a:pt x="0" y="84"/>
                  </a:lnTo>
                  <a:lnTo>
                    <a:pt x="0" y="18"/>
                  </a:lnTo>
                  <a:lnTo>
                    <a:pt x="6" y="12"/>
                  </a:lnTo>
                  <a:lnTo>
                    <a:pt x="66" y="0"/>
                  </a:lnTo>
                  <a:lnTo>
                    <a:pt x="66" y="12"/>
                  </a:lnTo>
                  <a:lnTo>
                    <a:pt x="12" y="24"/>
                  </a:lnTo>
                  <a:lnTo>
                    <a:pt x="12" y="78"/>
                  </a:lnTo>
                  <a:lnTo>
                    <a:pt x="66" y="60"/>
                  </a:lnTo>
                  <a:lnTo>
                    <a:pt x="72"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14" name="Freeform 88">
              <a:extLst>
                <a:ext uri="{FF2B5EF4-FFF2-40B4-BE49-F238E27FC236}">
                  <a16:creationId xmlns:a16="http://schemas.microsoft.com/office/drawing/2014/main" id="{17EC350E-517D-090B-941A-0158FD2550FD}"/>
                </a:ext>
              </a:extLst>
            </p:cNvPr>
            <p:cNvSpPr>
              <a:spLocks/>
            </p:cNvSpPr>
            <p:nvPr/>
          </p:nvSpPr>
          <p:spPr bwMode="auto">
            <a:xfrm>
              <a:off x="4483100" y="2286000"/>
              <a:ext cx="19050" cy="104775"/>
            </a:xfrm>
            <a:custGeom>
              <a:avLst/>
              <a:gdLst>
                <a:gd name="T0" fmla="*/ 2147483646 w 12"/>
                <a:gd name="T1" fmla="*/ 0 h 66"/>
                <a:gd name="T2" fmla="*/ 2147483646 w 12"/>
                <a:gd name="T3" fmla="*/ 2147483646 h 66"/>
                <a:gd name="T4" fmla="*/ 2147483646 w 12"/>
                <a:gd name="T5" fmla="*/ 2147483646 h 66"/>
                <a:gd name="T6" fmla="*/ 0 w 12"/>
                <a:gd name="T7" fmla="*/ 2147483646 h 66"/>
                <a:gd name="T8" fmla="*/ 0 w 12"/>
                <a:gd name="T9" fmla="*/ 2147483646 h 66"/>
                <a:gd name="T10" fmla="*/ 2147483646 w 12"/>
                <a:gd name="T11" fmla="*/ 0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6">
                  <a:moveTo>
                    <a:pt x="6" y="0"/>
                  </a:moveTo>
                  <a:lnTo>
                    <a:pt x="12" y="6"/>
                  </a:lnTo>
                  <a:lnTo>
                    <a:pt x="12" y="66"/>
                  </a:lnTo>
                  <a:lnTo>
                    <a:pt x="0" y="66"/>
                  </a:lnTo>
                  <a:lnTo>
                    <a:pt x="0" y="6"/>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15" name="Freeform 89">
              <a:extLst>
                <a:ext uri="{FF2B5EF4-FFF2-40B4-BE49-F238E27FC236}">
                  <a16:creationId xmlns:a16="http://schemas.microsoft.com/office/drawing/2014/main" id="{6950796B-4197-654B-5698-2E1A86D8491A}"/>
                </a:ext>
              </a:extLst>
            </p:cNvPr>
            <p:cNvSpPr>
              <a:spLocks/>
            </p:cNvSpPr>
            <p:nvPr/>
          </p:nvSpPr>
          <p:spPr bwMode="auto">
            <a:xfrm>
              <a:off x="4987925" y="2162175"/>
              <a:ext cx="85725" cy="123825"/>
            </a:xfrm>
            <a:custGeom>
              <a:avLst/>
              <a:gdLst>
                <a:gd name="T0" fmla="*/ 0 w 54"/>
                <a:gd name="T1" fmla="*/ 2147483646 h 78"/>
                <a:gd name="T2" fmla="*/ 0 w 54"/>
                <a:gd name="T3" fmla="*/ 2147483646 h 78"/>
                <a:gd name="T4" fmla="*/ 2147483646 w 54"/>
                <a:gd name="T5" fmla="*/ 2147483646 h 78"/>
                <a:gd name="T6" fmla="*/ 2147483646 w 54"/>
                <a:gd name="T7" fmla="*/ 0 h 78"/>
                <a:gd name="T8" fmla="*/ 0 w 54"/>
                <a:gd name="T9" fmla="*/ 2147483646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78">
                  <a:moveTo>
                    <a:pt x="0" y="12"/>
                  </a:moveTo>
                  <a:lnTo>
                    <a:pt x="0" y="78"/>
                  </a:lnTo>
                  <a:lnTo>
                    <a:pt x="54" y="66"/>
                  </a:lnTo>
                  <a:lnTo>
                    <a:pt x="54"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16" name="Freeform 90">
              <a:extLst>
                <a:ext uri="{FF2B5EF4-FFF2-40B4-BE49-F238E27FC236}">
                  <a16:creationId xmlns:a16="http://schemas.microsoft.com/office/drawing/2014/main" id="{A37B5C7E-C7BC-D446-2D7A-BACD0CFDBE1B}"/>
                </a:ext>
              </a:extLst>
            </p:cNvPr>
            <p:cNvSpPr>
              <a:spLocks/>
            </p:cNvSpPr>
            <p:nvPr/>
          </p:nvSpPr>
          <p:spPr bwMode="auto">
            <a:xfrm>
              <a:off x="4978400" y="2152650"/>
              <a:ext cx="104775" cy="142875"/>
            </a:xfrm>
            <a:custGeom>
              <a:avLst/>
              <a:gdLst>
                <a:gd name="T0" fmla="*/ 2147483646 w 66"/>
                <a:gd name="T1" fmla="*/ 2147483646 h 90"/>
                <a:gd name="T2" fmla="*/ 2147483646 w 66"/>
                <a:gd name="T3" fmla="*/ 2147483646 h 90"/>
                <a:gd name="T4" fmla="*/ 2147483646 w 66"/>
                <a:gd name="T5" fmla="*/ 2147483646 h 90"/>
                <a:gd name="T6" fmla="*/ 2147483646 w 66"/>
                <a:gd name="T7" fmla="*/ 2147483646 h 90"/>
                <a:gd name="T8" fmla="*/ 2147483646 w 66"/>
                <a:gd name="T9" fmla="*/ 2147483646 h 90"/>
                <a:gd name="T10" fmla="*/ 2147483646 w 66"/>
                <a:gd name="T11" fmla="*/ 0 h 90"/>
                <a:gd name="T12" fmla="*/ 2147483646 w 66"/>
                <a:gd name="T13" fmla="*/ 2147483646 h 90"/>
                <a:gd name="T14" fmla="*/ 2147483646 w 66"/>
                <a:gd name="T15" fmla="*/ 2147483646 h 90"/>
                <a:gd name="T16" fmla="*/ 2147483646 w 66"/>
                <a:gd name="T17" fmla="*/ 2147483646 h 90"/>
                <a:gd name="T18" fmla="*/ 2147483646 w 66"/>
                <a:gd name="T19" fmla="*/ 2147483646 h 90"/>
                <a:gd name="T20" fmla="*/ 0 w 66"/>
                <a:gd name="T21" fmla="*/ 2147483646 h 90"/>
                <a:gd name="T22" fmla="*/ 2147483646 w 66"/>
                <a:gd name="T23" fmla="*/ 2147483646 h 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6" h="90">
                  <a:moveTo>
                    <a:pt x="6" y="78"/>
                  </a:moveTo>
                  <a:lnTo>
                    <a:pt x="54" y="66"/>
                  </a:lnTo>
                  <a:lnTo>
                    <a:pt x="54" y="12"/>
                  </a:lnTo>
                  <a:lnTo>
                    <a:pt x="6" y="24"/>
                  </a:lnTo>
                  <a:lnTo>
                    <a:pt x="6" y="12"/>
                  </a:lnTo>
                  <a:lnTo>
                    <a:pt x="60" y="0"/>
                  </a:lnTo>
                  <a:lnTo>
                    <a:pt x="66" y="6"/>
                  </a:lnTo>
                  <a:lnTo>
                    <a:pt x="66" y="72"/>
                  </a:lnTo>
                  <a:lnTo>
                    <a:pt x="60" y="78"/>
                  </a:lnTo>
                  <a:lnTo>
                    <a:pt x="6" y="90"/>
                  </a:lnTo>
                  <a:lnTo>
                    <a:pt x="0" y="84"/>
                  </a:lnTo>
                  <a:lnTo>
                    <a:pt x="6"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17" name="Freeform 91">
              <a:extLst>
                <a:ext uri="{FF2B5EF4-FFF2-40B4-BE49-F238E27FC236}">
                  <a16:creationId xmlns:a16="http://schemas.microsoft.com/office/drawing/2014/main" id="{88ADDC83-084D-7280-8DA5-3A8495E5B772}"/>
                </a:ext>
              </a:extLst>
            </p:cNvPr>
            <p:cNvSpPr>
              <a:spLocks/>
            </p:cNvSpPr>
            <p:nvPr/>
          </p:nvSpPr>
          <p:spPr bwMode="auto">
            <a:xfrm>
              <a:off x="4978400" y="2171700"/>
              <a:ext cx="19050" cy="114300"/>
            </a:xfrm>
            <a:custGeom>
              <a:avLst/>
              <a:gdLst>
                <a:gd name="T0" fmla="*/ 2147483646 w 12"/>
                <a:gd name="T1" fmla="*/ 2147483646 h 72"/>
                <a:gd name="T2" fmla="*/ 2147483646 w 12"/>
                <a:gd name="T3" fmla="*/ 2147483646 h 72"/>
                <a:gd name="T4" fmla="*/ 0 w 12"/>
                <a:gd name="T5" fmla="*/ 2147483646 h 72"/>
                <a:gd name="T6" fmla="*/ 0 w 12"/>
                <a:gd name="T7" fmla="*/ 2147483646 h 72"/>
                <a:gd name="T8" fmla="*/ 2147483646 w 12"/>
                <a:gd name="T9" fmla="*/ 0 h 72"/>
                <a:gd name="T10" fmla="*/ 2147483646 w 12"/>
                <a:gd name="T11" fmla="*/ 2147483646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72">
                  <a:moveTo>
                    <a:pt x="12" y="6"/>
                  </a:moveTo>
                  <a:lnTo>
                    <a:pt x="12" y="72"/>
                  </a:lnTo>
                  <a:lnTo>
                    <a:pt x="0" y="72"/>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18" name="Freeform 92">
              <a:extLst>
                <a:ext uri="{FF2B5EF4-FFF2-40B4-BE49-F238E27FC236}">
                  <a16:creationId xmlns:a16="http://schemas.microsoft.com/office/drawing/2014/main" id="{CBFD5CED-BED6-CEFE-D849-4C15504F7F03}"/>
                </a:ext>
              </a:extLst>
            </p:cNvPr>
            <p:cNvSpPr>
              <a:spLocks/>
            </p:cNvSpPr>
            <p:nvPr/>
          </p:nvSpPr>
          <p:spPr bwMode="auto">
            <a:xfrm>
              <a:off x="5130800" y="2133600"/>
              <a:ext cx="76200" cy="123825"/>
            </a:xfrm>
            <a:custGeom>
              <a:avLst/>
              <a:gdLst>
                <a:gd name="T0" fmla="*/ 0 w 48"/>
                <a:gd name="T1" fmla="*/ 2147483646 h 78"/>
                <a:gd name="T2" fmla="*/ 0 w 48"/>
                <a:gd name="T3" fmla="*/ 2147483646 h 78"/>
                <a:gd name="T4" fmla="*/ 2147483646 w 48"/>
                <a:gd name="T5" fmla="*/ 2147483646 h 78"/>
                <a:gd name="T6" fmla="*/ 2147483646 w 48"/>
                <a:gd name="T7" fmla="*/ 0 h 78"/>
                <a:gd name="T8" fmla="*/ 0 w 48"/>
                <a:gd name="T9" fmla="*/ 2147483646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78">
                  <a:moveTo>
                    <a:pt x="0" y="12"/>
                  </a:moveTo>
                  <a:lnTo>
                    <a:pt x="0" y="78"/>
                  </a:lnTo>
                  <a:lnTo>
                    <a:pt x="48" y="60"/>
                  </a:lnTo>
                  <a:lnTo>
                    <a:pt x="48" y="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19" name="Freeform 93">
              <a:extLst>
                <a:ext uri="{FF2B5EF4-FFF2-40B4-BE49-F238E27FC236}">
                  <a16:creationId xmlns:a16="http://schemas.microsoft.com/office/drawing/2014/main" id="{0CC48A52-B6DB-4FF9-B7EE-0B0FD04FBCCF}"/>
                </a:ext>
              </a:extLst>
            </p:cNvPr>
            <p:cNvSpPr>
              <a:spLocks/>
            </p:cNvSpPr>
            <p:nvPr/>
          </p:nvSpPr>
          <p:spPr bwMode="auto">
            <a:xfrm>
              <a:off x="5121275" y="2124075"/>
              <a:ext cx="95250" cy="142875"/>
            </a:xfrm>
            <a:custGeom>
              <a:avLst/>
              <a:gdLst>
                <a:gd name="T0" fmla="*/ 2147483646 w 60"/>
                <a:gd name="T1" fmla="*/ 2147483646 h 90"/>
                <a:gd name="T2" fmla="*/ 2147483646 w 60"/>
                <a:gd name="T3" fmla="*/ 2147483646 h 90"/>
                <a:gd name="T4" fmla="*/ 2147483646 w 60"/>
                <a:gd name="T5" fmla="*/ 2147483646 h 90"/>
                <a:gd name="T6" fmla="*/ 2147483646 w 60"/>
                <a:gd name="T7" fmla="*/ 2147483646 h 90"/>
                <a:gd name="T8" fmla="*/ 2147483646 w 60"/>
                <a:gd name="T9" fmla="*/ 2147483646 h 90"/>
                <a:gd name="T10" fmla="*/ 2147483646 w 60"/>
                <a:gd name="T11" fmla="*/ 0 h 90"/>
                <a:gd name="T12" fmla="*/ 2147483646 w 60"/>
                <a:gd name="T13" fmla="*/ 2147483646 h 90"/>
                <a:gd name="T14" fmla="*/ 2147483646 w 60"/>
                <a:gd name="T15" fmla="*/ 2147483646 h 90"/>
                <a:gd name="T16" fmla="*/ 2147483646 w 60"/>
                <a:gd name="T17" fmla="*/ 2147483646 h 90"/>
                <a:gd name="T18" fmla="*/ 2147483646 w 60"/>
                <a:gd name="T19" fmla="*/ 2147483646 h 90"/>
                <a:gd name="T20" fmla="*/ 0 w 60"/>
                <a:gd name="T21" fmla="*/ 2147483646 h 90"/>
                <a:gd name="T22" fmla="*/ 2147483646 w 60"/>
                <a:gd name="T23" fmla="*/ 2147483646 h 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 h="90">
                  <a:moveTo>
                    <a:pt x="6" y="78"/>
                  </a:moveTo>
                  <a:lnTo>
                    <a:pt x="48" y="60"/>
                  </a:lnTo>
                  <a:lnTo>
                    <a:pt x="48" y="12"/>
                  </a:lnTo>
                  <a:lnTo>
                    <a:pt x="6" y="24"/>
                  </a:lnTo>
                  <a:lnTo>
                    <a:pt x="6" y="12"/>
                  </a:lnTo>
                  <a:lnTo>
                    <a:pt x="54" y="0"/>
                  </a:lnTo>
                  <a:lnTo>
                    <a:pt x="60" y="6"/>
                  </a:lnTo>
                  <a:lnTo>
                    <a:pt x="60" y="66"/>
                  </a:lnTo>
                  <a:lnTo>
                    <a:pt x="54" y="72"/>
                  </a:lnTo>
                  <a:lnTo>
                    <a:pt x="6" y="90"/>
                  </a:lnTo>
                  <a:lnTo>
                    <a:pt x="0" y="84"/>
                  </a:lnTo>
                  <a:lnTo>
                    <a:pt x="6"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20" name="Freeform 94">
              <a:extLst>
                <a:ext uri="{FF2B5EF4-FFF2-40B4-BE49-F238E27FC236}">
                  <a16:creationId xmlns:a16="http://schemas.microsoft.com/office/drawing/2014/main" id="{88FA9869-C7C7-BC1A-755E-124F7943900B}"/>
                </a:ext>
              </a:extLst>
            </p:cNvPr>
            <p:cNvSpPr>
              <a:spLocks/>
            </p:cNvSpPr>
            <p:nvPr/>
          </p:nvSpPr>
          <p:spPr bwMode="auto">
            <a:xfrm>
              <a:off x="5121275" y="2143125"/>
              <a:ext cx="19050" cy="114300"/>
            </a:xfrm>
            <a:custGeom>
              <a:avLst/>
              <a:gdLst>
                <a:gd name="T0" fmla="*/ 2147483646 w 12"/>
                <a:gd name="T1" fmla="*/ 2147483646 h 72"/>
                <a:gd name="T2" fmla="*/ 2147483646 w 12"/>
                <a:gd name="T3" fmla="*/ 2147483646 h 72"/>
                <a:gd name="T4" fmla="*/ 0 w 12"/>
                <a:gd name="T5" fmla="*/ 2147483646 h 72"/>
                <a:gd name="T6" fmla="*/ 0 w 12"/>
                <a:gd name="T7" fmla="*/ 2147483646 h 72"/>
                <a:gd name="T8" fmla="*/ 2147483646 w 12"/>
                <a:gd name="T9" fmla="*/ 0 h 72"/>
                <a:gd name="T10" fmla="*/ 2147483646 w 12"/>
                <a:gd name="T11" fmla="*/ 2147483646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72">
                  <a:moveTo>
                    <a:pt x="12" y="6"/>
                  </a:moveTo>
                  <a:lnTo>
                    <a:pt x="12" y="72"/>
                  </a:lnTo>
                  <a:lnTo>
                    <a:pt x="0" y="72"/>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21" name="Freeform 134">
              <a:extLst>
                <a:ext uri="{FF2B5EF4-FFF2-40B4-BE49-F238E27FC236}">
                  <a16:creationId xmlns:a16="http://schemas.microsoft.com/office/drawing/2014/main" id="{9DDC84A3-412C-5E03-EFBA-8FF07B9DE85E}"/>
                </a:ext>
              </a:extLst>
            </p:cNvPr>
            <p:cNvSpPr>
              <a:spLocks/>
            </p:cNvSpPr>
            <p:nvPr/>
          </p:nvSpPr>
          <p:spPr bwMode="auto">
            <a:xfrm>
              <a:off x="4454525" y="2847975"/>
              <a:ext cx="828675" cy="361950"/>
            </a:xfrm>
            <a:custGeom>
              <a:avLst/>
              <a:gdLst>
                <a:gd name="T0" fmla="*/ 2147483646 w 522"/>
                <a:gd name="T1" fmla="*/ 2147483646 h 228"/>
                <a:gd name="T2" fmla="*/ 2147483646 w 522"/>
                <a:gd name="T3" fmla="*/ 2147483646 h 228"/>
                <a:gd name="T4" fmla="*/ 2147483646 w 522"/>
                <a:gd name="T5" fmla="*/ 2147483646 h 228"/>
                <a:gd name="T6" fmla="*/ 2147483646 w 522"/>
                <a:gd name="T7" fmla="*/ 2147483646 h 228"/>
                <a:gd name="T8" fmla="*/ 2147483646 w 522"/>
                <a:gd name="T9" fmla="*/ 2147483646 h 228"/>
                <a:gd name="T10" fmla="*/ 2147483646 w 522"/>
                <a:gd name="T11" fmla="*/ 2147483646 h 228"/>
                <a:gd name="T12" fmla="*/ 2147483646 w 522"/>
                <a:gd name="T13" fmla="*/ 0 h 228"/>
                <a:gd name="T14" fmla="*/ 2147483646 w 522"/>
                <a:gd name="T15" fmla="*/ 0 h 228"/>
                <a:gd name="T16" fmla="*/ 2147483646 w 522"/>
                <a:gd name="T17" fmla="*/ 2147483646 h 228"/>
                <a:gd name="T18" fmla="*/ 2147483646 w 522"/>
                <a:gd name="T19" fmla="*/ 2147483646 h 228"/>
                <a:gd name="T20" fmla="*/ 2147483646 w 522"/>
                <a:gd name="T21" fmla="*/ 2147483646 h 228"/>
                <a:gd name="T22" fmla="*/ 2147483646 w 522"/>
                <a:gd name="T23" fmla="*/ 2147483646 h 228"/>
                <a:gd name="T24" fmla="*/ 2147483646 w 522"/>
                <a:gd name="T25" fmla="*/ 2147483646 h 228"/>
                <a:gd name="T26" fmla="*/ 2147483646 w 522"/>
                <a:gd name="T27" fmla="*/ 2147483646 h 228"/>
                <a:gd name="T28" fmla="*/ 2147483646 w 522"/>
                <a:gd name="T29" fmla="*/ 2147483646 h 228"/>
                <a:gd name="T30" fmla="*/ 2147483646 w 522"/>
                <a:gd name="T31" fmla="*/ 2147483646 h 228"/>
                <a:gd name="T32" fmla="*/ 2147483646 w 522"/>
                <a:gd name="T33" fmla="*/ 2147483646 h 228"/>
                <a:gd name="T34" fmla="*/ 2147483646 w 522"/>
                <a:gd name="T35" fmla="*/ 2147483646 h 228"/>
                <a:gd name="T36" fmla="*/ 2147483646 w 522"/>
                <a:gd name="T37" fmla="*/ 2147483646 h 228"/>
                <a:gd name="T38" fmla="*/ 2147483646 w 522"/>
                <a:gd name="T39" fmla="*/ 2147483646 h 228"/>
                <a:gd name="T40" fmla="*/ 2147483646 w 522"/>
                <a:gd name="T41" fmla="*/ 2147483646 h 228"/>
                <a:gd name="T42" fmla="*/ 2147483646 w 522"/>
                <a:gd name="T43" fmla="*/ 2147483646 h 228"/>
                <a:gd name="T44" fmla="*/ 2147483646 w 522"/>
                <a:gd name="T45" fmla="*/ 2147483646 h 228"/>
                <a:gd name="T46" fmla="*/ 2147483646 w 522"/>
                <a:gd name="T47" fmla="*/ 2147483646 h 228"/>
                <a:gd name="T48" fmla="*/ 2147483646 w 522"/>
                <a:gd name="T49" fmla="*/ 2147483646 h 228"/>
                <a:gd name="T50" fmla="*/ 2147483646 w 522"/>
                <a:gd name="T51" fmla="*/ 2147483646 h 228"/>
                <a:gd name="T52" fmla="*/ 2147483646 w 522"/>
                <a:gd name="T53" fmla="*/ 2147483646 h 228"/>
                <a:gd name="T54" fmla="*/ 2147483646 w 522"/>
                <a:gd name="T55" fmla="*/ 2147483646 h 228"/>
                <a:gd name="T56" fmla="*/ 2147483646 w 522"/>
                <a:gd name="T57" fmla="*/ 2147483646 h 228"/>
                <a:gd name="T58" fmla="*/ 0 w 522"/>
                <a:gd name="T59" fmla="*/ 2147483646 h 228"/>
                <a:gd name="T60" fmla="*/ 2147483646 w 522"/>
                <a:gd name="T61" fmla="*/ 2147483646 h 228"/>
                <a:gd name="T62" fmla="*/ 2147483646 w 522"/>
                <a:gd name="T63" fmla="*/ 2147483646 h 228"/>
                <a:gd name="T64" fmla="*/ 2147483646 w 522"/>
                <a:gd name="T65" fmla="*/ 2147483646 h 228"/>
                <a:gd name="T66" fmla="*/ 2147483646 w 522"/>
                <a:gd name="T67" fmla="*/ 2147483646 h 228"/>
                <a:gd name="T68" fmla="*/ 2147483646 w 522"/>
                <a:gd name="T69" fmla="*/ 2147483646 h 228"/>
                <a:gd name="T70" fmla="*/ 2147483646 w 522"/>
                <a:gd name="T71" fmla="*/ 2147483646 h 228"/>
                <a:gd name="T72" fmla="*/ 2147483646 w 522"/>
                <a:gd name="T73" fmla="*/ 2147483646 h 228"/>
                <a:gd name="T74" fmla="*/ 2147483646 w 522"/>
                <a:gd name="T75" fmla="*/ 2147483646 h 228"/>
                <a:gd name="T76" fmla="*/ 2147483646 w 522"/>
                <a:gd name="T77" fmla="*/ 2147483646 h 228"/>
                <a:gd name="T78" fmla="*/ 2147483646 w 522"/>
                <a:gd name="T79" fmla="*/ 2147483646 h 228"/>
                <a:gd name="T80" fmla="*/ 2147483646 w 522"/>
                <a:gd name="T81" fmla="*/ 2147483646 h 228"/>
                <a:gd name="T82" fmla="*/ 2147483646 w 522"/>
                <a:gd name="T83" fmla="*/ 2147483646 h 228"/>
                <a:gd name="T84" fmla="*/ 2147483646 w 522"/>
                <a:gd name="T85" fmla="*/ 2147483646 h 228"/>
                <a:gd name="T86" fmla="*/ 2147483646 w 522"/>
                <a:gd name="T87" fmla="*/ 2147483646 h 228"/>
                <a:gd name="T88" fmla="*/ 2147483646 w 522"/>
                <a:gd name="T89" fmla="*/ 2147483646 h 228"/>
                <a:gd name="T90" fmla="*/ 2147483646 w 522"/>
                <a:gd name="T91" fmla="*/ 2147483646 h 228"/>
                <a:gd name="T92" fmla="*/ 2147483646 w 522"/>
                <a:gd name="T93" fmla="*/ 2147483646 h 228"/>
                <a:gd name="T94" fmla="*/ 2147483646 w 522"/>
                <a:gd name="T95" fmla="*/ 2147483646 h 228"/>
                <a:gd name="T96" fmla="*/ 2147483646 w 522"/>
                <a:gd name="T97" fmla="*/ 2147483646 h 228"/>
                <a:gd name="T98" fmla="*/ 2147483646 w 522"/>
                <a:gd name="T99" fmla="*/ 2147483646 h 228"/>
                <a:gd name="T100" fmla="*/ 2147483646 w 522"/>
                <a:gd name="T101" fmla="*/ 2147483646 h 228"/>
                <a:gd name="T102" fmla="*/ 2147483646 w 522"/>
                <a:gd name="T103" fmla="*/ 2147483646 h 228"/>
                <a:gd name="T104" fmla="*/ 2147483646 w 522"/>
                <a:gd name="T105" fmla="*/ 2147483646 h 228"/>
                <a:gd name="T106" fmla="*/ 2147483646 w 522"/>
                <a:gd name="T107" fmla="*/ 2147483646 h 228"/>
                <a:gd name="T108" fmla="*/ 2147483646 w 522"/>
                <a:gd name="T109" fmla="*/ 2147483646 h 228"/>
                <a:gd name="T110" fmla="*/ 2147483646 w 522"/>
                <a:gd name="T111" fmla="*/ 2147483646 h 228"/>
                <a:gd name="T112" fmla="*/ 2147483646 w 522"/>
                <a:gd name="T113" fmla="*/ 2147483646 h 22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522" h="228">
                  <a:moveTo>
                    <a:pt x="6" y="90"/>
                  </a:moveTo>
                  <a:lnTo>
                    <a:pt x="18" y="72"/>
                  </a:lnTo>
                  <a:lnTo>
                    <a:pt x="24" y="66"/>
                  </a:lnTo>
                  <a:lnTo>
                    <a:pt x="84" y="30"/>
                  </a:lnTo>
                  <a:lnTo>
                    <a:pt x="120" y="18"/>
                  </a:lnTo>
                  <a:lnTo>
                    <a:pt x="168" y="6"/>
                  </a:lnTo>
                  <a:lnTo>
                    <a:pt x="216" y="0"/>
                  </a:lnTo>
                  <a:lnTo>
                    <a:pt x="312" y="0"/>
                  </a:lnTo>
                  <a:lnTo>
                    <a:pt x="360" y="6"/>
                  </a:lnTo>
                  <a:lnTo>
                    <a:pt x="444" y="30"/>
                  </a:lnTo>
                  <a:lnTo>
                    <a:pt x="474" y="48"/>
                  </a:lnTo>
                  <a:lnTo>
                    <a:pt x="498" y="66"/>
                  </a:lnTo>
                  <a:lnTo>
                    <a:pt x="504" y="72"/>
                  </a:lnTo>
                  <a:lnTo>
                    <a:pt x="516" y="90"/>
                  </a:lnTo>
                  <a:lnTo>
                    <a:pt x="522" y="114"/>
                  </a:lnTo>
                  <a:lnTo>
                    <a:pt x="516" y="138"/>
                  </a:lnTo>
                  <a:lnTo>
                    <a:pt x="504" y="156"/>
                  </a:lnTo>
                  <a:lnTo>
                    <a:pt x="498" y="162"/>
                  </a:lnTo>
                  <a:lnTo>
                    <a:pt x="474" y="180"/>
                  </a:lnTo>
                  <a:lnTo>
                    <a:pt x="444" y="198"/>
                  </a:lnTo>
                  <a:lnTo>
                    <a:pt x="360" y="222"/>
                  </a:lnTo>
                  <a:lnTo>
                    <a:pt x="312" y="228"/>
                  </a:lnTo>
                  <a:lnTo>
                    <a:pt x="216" y="228"/>
                  </a:lnTo>
                  <a:lnTo>
                    <a:pt x="168" y="222"/>
                  </a:lnTo>
                  <a:lnTo>
                    <a:pt x="120" y="210"/>
                  </a:lnTo>
                  <a:lnTo>
                    <a:pt x="84" y="198"/>
                  </a:lnTo>
                  <a:lnTo>
                    <a:pt x="24" y="162"/>
                  </a:lnTo>
                  <a:lnTo>
                    <a:pt x="18" y="156"/>
                  </a:lnTo>
                  <a:lnTo>
                    <a:pt x="6" y="138"/>
                  </a:lnTo>
                  <a:lnTo>
                    <a:pt x="0" y="114"/>
                  </a:lnTo>
                  <a:lnTo>
                    <a:pt x="12" y="114"/>
                  </a:lnTo>
                  <a:lnTo>
                    <a:pt x="18" y="138"/>
                  </a:lnTo>
                  <a:lnTo>
                    <a:pt x="30" y="150"/>
                  </a:lnTo>
                  <a:lnTo>
                    <a:pt x="84" y="186"/>
                  </a:lnTo>
                  <a:lnTo>
                    <a:pt x="120" y="198"/>
                  </a:lnTo>
                  <a:lnTo>
                    <a:pt x="168" y="210"/>
                  </a:lnTo>
                  <a:lnTo>
                    <a:pt x="216" y="216"/>
                  </a:lnTo>
                  <a:lnTo>
                    <a:pt x="312" y="216"/>
                  </a:lnTo>
                  <a:lnTo>
                    <a:pt x="360" y="210"/>
                  </a:lnTo>
                  <a:lnTo>
                    <a:pt x="444" y="186"/>
                  </a:lnTo>
                  <a:lnTo>
                    <a:pt x="474" y="168"/>
                  </a:lnTo>
                  <a:lnTo>
                    <a:pt x="492" y="156"/>
                  </a:lnTo>
                  <a:lnTo>
                    <a:pt x="504" y="138"/>
                  </a:lnTo>
                  <a:lnTo>
                    <a:pt x="510" y="114"/>
                  </a:lnTo>
                  <a:lnTo>
                    <a:pt x="504" y="90"/>
                  </a:lnTo>
                  <a:lnTo>
                    <a:pt x="492" y="78"/>
                  </a:lnTo>
                  <a:lnTo>
                    <a:pt x="474" y="60"/>
                  </a:lnTo>
                  <a:lnTo>
                    <a:pt x="444" y="42"/>
                  </a:lnTo>
                  <a:lnTo>
                    <a:pt x="360" y="18"/>
                  </a:lnTo>
                  <a:lnTo>
                    <a:pt x="312" y="12"/>
                  </a:lnTo>
                  <a:lnTo>
                    <a:pt x="216" y="12"/>
                  </a:lnTo>
                  <a:lnTo>
                    <a:pt x="168" y="18"/>
                  </a:lnTo>
                  <a:lnTo>
                    <a:pt x="120" y="30"/>
                  </a:lnTo>
                  <a:lnTo>
                    <a:pt x="84" y="42"/>
                  </a:lnTo>
                  <a:lnTo>
                    <a:pt x="30" y="78"/>
                  </a:lnTo>
                  <a:lnTo>
                    <a:pt x="18" y="90"/>
                  </a:lnTo>
                  <a:lnTo>
                    <a:pt x="6"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22" name="Freeform 135">
              <a:extLst>
                <a:ext uri="{FF2B5EF4-FFF2-40B4-BE49-F238E27FC236}">
                  <a16:creationId xmlns:a16="http://schemas.microsoft.com/office/drawing/2014/main" id="{ADF4A76D-7CFB-0094-245A-06B549205491}"/>
                </a:ext>
              </a:extLst>
            </p:cNvPr>
            <p:cNvSpPr>
              <a:spLocks/>
            </p:cNvSpPr>
            <p:nvPr/>
          </p:nvSpPr>
          <p:spPr bwMode="auto">
            <a:xfrm>
              <a:off x="4454525" y="2990850"/>
              <a:ext cx="28575" cy="38100"/>
            </a:xfrm>
            <a:custGeom>
              <a:avLst/>
              <a:gdLst>
                <a:gd name="T0" fmla="*/ 0 w 18"/>
                <a:gd name="T1" fmla="*/ 2147483646 h 24"/>
                <a:gd name="T2" fmla="*/ 2147483646 w 18"/>
                <a:gd name="T3" fmla="*/ 0 h 24"/>
                <a:gd name="T4" fmla="*/ 2147483646 w 18"/>
                <a:gd name="T5" fmla="*/ 0 h 24"/>
                <a:gd name="T6" fmla="*/ 2147483646 w 18"/>
                <a:gd name="T7" fmla="*/ 2147483646 h 24"/>
                <a:gd name="T8" fmla="*/ 0 w 18"/>
                <a:gd name="T9" fmla="*/ 2147483646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24">
                  <a:moveTo>
                    <a:pt x="0" y="24"/>
                  </a:moveTo>
                  <a:lnTo>
                    <a:pt x="6" y="0"/>
                  </a:lnTo>
                  <a:lnTo>
                    <a:pt x="18" y="0"/>
                  </a:lnTo>
                  <a:lnTo>
                    <a:pt x="12"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23" name="Freeform 136">
              <a:extLst>
                <a:ext uri="{FF2B5EF4-FFF2-40B4-BE49-F238E27FC236}">
                  <a16:creationId xmlns:a16="http://schemas.microsoft.com/office/drawing/2014/main" id="{27632FB7-03DB-4357-1C0D-044855A0A269}"/>
                </a:ext>
              </a:extLst>
            </p:cNvPr>
            <p:cNvSpPr>
              <a:spLocks/>
            </p:cNvSpPr>
            <p:nvPr/>
          </p:nvSpPr>
          <p:spPr bwMode="auto">
            <a:xfrm>
              <a:off x="5216525" y="2752725"/>
              <a:ext cx="400050" cy="190500"/>
            </a:xfrm>
            <a:custGeom>
              <a:avLst/>
              <a:gdLst>
                <a:gd name="T0" fmla="*/ 2147483646 w 252"/>
                <a:gd name="T1" fmla="*/ 2147483646 h 120"/>
                <a:gd name="T2" fmla="*/ 2147483646 w 252"/>
                <a:gd name="T3" fmla="*/ 2147483646 h 120"/>
                <a:gd name="T4" fmla="*/ 2147483646 w 252"/>
                <a:gd name="T5" fmla="*/ 2147483646 h 120"/>
                <a:gd name="T6" fmla="*/ 2147483646 w 252"/>
                <a:gd name="T7" fmla="*/ 2147483646 h 120"/>
                <a:gd name="T8" fmla="*/ 2147483646 w 252"/>
                <a:gd name="T9" fmla="*/ 0 h 120"/>
                <a:gd name="T10" fmla="*/ 2147483646 w 252"/>
                <a:gd name="T11" fmla="*/ 2147483646 h 120"/>
                <a:gd name="T12" fmla="*/ 2147483646 w 252"/>
                <a:gd name="T13" fmla="*/ 2147483646 h 120"/>
                <a:gd name="T14" fmla="*/ 2147483646 w 252"/>
                <a:gd name="T15" fmla="*/ 2147483646 h 120"/>
                <a:gd name="T16" fmla="*/ 2147483646 w 252"/>
                <a:gd name="T17" fmla="*/ 2147483646 h 120"/>
                <a:gd name="T18" fmla="*/ 2147483646 w 252"/>
                <a:gd name="T19" fmla="*/ 2147483646 h 120"/>
                <a:gd name="T20" fmla="*/ 2147483646 w 252"/>
                <a:gd name="T21" fmla="*/ 2147483646 h 120"/>
                <a:gd name="T22" fmla="*/ 2147483646 w 252"/>
                <a:gd name="T23" fmla="*/ 2147483646 h 120"/>
                <a:gd name="T24" fmla="*/ 2147483646 w 252"/>
                <a:gd name="T25" fmla="*/ 2147483646 h 120"/>
                <a:gd name="T26" fmla="*/ 2147483646 w 252"/>
                <a:gd name="T27" fmla="*/ 2147483646 h 120"/>
                <a:gd name="T28" fmla="*/ 2147483646 w 252"/>
                <a:gd name="T29" fmla="*/ 2147483646 h 120"/>
                <a:gd name="T30" fmla="*/ 2147483646 w 252"/>
                <a:gd name="T31" fmla="*/ 2147483646 h 120"/>
                <a:gd name="T32" fmla="*/ 2147483646 w 252"/>
                <a:gd name="T33" fmla="*/ 2147483646 h 120"/>
                <a:gd name="T34" fmla="*/ 2147483646 w 252"/>
                <a:gd name="T35" fmla="*/ 2147483646 h 120"/>
                <a:gd name="T36" fmla="*/ 2147483646 w 252"/>
                <a:gd name="T37" fmla="*/ 2147483646 h 120"/>
                <a:gd name="T38" fmla="*/ 0 w 252"/>
                <a:gd name="T39" fmla="*/ 2147483646 h 120"/>
                <a:gd name="T40" fmla="*/ 2147483646 w 252"/>
                <a:gd name="T41" fmla="*/ 2147483646 h 120"/>
                <a:gd name="T42" fmla="*/ 2147483646 w 252"/>
                <a:gd name="T43" fmla="*/ 2147483646 h 120"/>
                <a:gd name="T44" fmla="*/ 2147483646 w 252"/>
                <a:gd name="T45" fmla="*/ 2147483646 h 120"/>
                <a:gd name="T46" fmla="*/ 2147483646 w 252"/>
                <a:gd name="T47" fmla="*/ 2147483646 h 120"/>
                <a:gd name="T48" fmla="*/ 2147483646 w 252"/>
                <a:gd name="T49" fmla="*/ 2147483646 h 120"/>
                <a:gd name="T50" fmla="*/ 2147483646 w 252"/>
                <a:gd name="T51" fmla="*/ 2147483646 h 120"/>
                <a:gd name="T52" fmla="*/ 2147483646 w 252"/>
                <a:gd name="T53" fmla="*/ 2147483646 h 120"/>
                <a:gd name="T54" fmla="*/ 2147483646 w 252"/>
                <a:gd name="T55" fmla="*/ 2147483646 h 120"/>
                <a:gd name="T56" fmla="*/ 2147483646 w 252"/>
                <a:gd name="T57" fmla="*/ 2147483646 h 120"/>
                <a:gd name="T58" fmla="*/ 2147483646 w 252"/>
                <a:gd name="T59" fmla="*/ 2147483646 h 120"/>
                <a:gd name="T60" fmla="*/ 2147483646 w 252"/>
                <a:gd name="T61" fmla="*/ 2147483646 h 120"/>
                <a:gd name="T62" fmla="*/ 2147483646 w 252"/>
                <a:gd name="T63" fmla="*/ 2147483646 h 120"/>
                <a:gd name="T64" fmla="*/ 2147483646 w 252"/>
                <a:gd name="T65" fmla="*/ 2147483646 h 120"/>
                <a:gd name="T66" fmla="*/ 2147483646 w 252"/>
                <a:gd name="T67" fmla="*/ 2147483646 h 120"/>
                <a:gd name="T68" fmla="*/ 2147483646 w 252"/>
                <a:gd name="T69" fmla="*/ 2147483646 h 120"/>
                <a:gd name="T70" fmla="*/ 2147483646 w 252"/>
                <a:gd name="T71" fmla="*/ 2147483646 h 120"/>
                <a:gd name="T72" fmla="*/ 2147483646 w 252"/>
                <a:gd name="T73" fmla="*/ 2147483646 h 12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52" h="120">
                  <a:moveTo>
                    <a:pt x="12" y="36"/>
                  </a:moveTo>
                  <a:lnTo>
                    <a:pt x="18" y="30"/>
                  </a:lnTo>
                  <a:lnTo>
                    <a:pt x="42" y="18"/>
                  </a:lnTo>
                  <a:lnTo>
                    <a:pt x="78" y="6"/>
                  </a:lnTo>
                  <a:lnTo>
                    <a:pt x="126" y="0"/>
                  </a:lnTo>
                  <a:lnTo>
                    <a:pt x="174" y="6"/>
                  </a:lnTo>
                  <a:lnTo>
                    <a:pt x="210" y="18"/>
                  </a:lnTo>
                  <a:lnTo>
                    <a:pt x="234" y="30"/>
                  </a:lnTo>
                  <a:lnTo>
                    <a:pt x="240" y="36"/>
                  </a:lnTo>
                  <a:lnTo>
                    <a:pt x="252" y="60"/>
                  </a:lnTo>
                  <a:lnTo>
                    <a:pt x="240" y="84"/>
                  </a:lnTo>
                  <a:lnTo>
                    <a:pt x="234" y="90"/>
                  </a:lnTo>
                  <a:lnTo>
                    <a:pt x="210" y="102"/>
                  </a:lnTo>
                  <a:lnTo>
                    <a:pt x="174" y="114"/>
                  </a:lnTo>
                  <a:lnTo>
                    <a:pt x="126" y="120"/>
                  </a:lnTo>
                  <a:lnTo>
                    <a:pt x="78" y="114"/>
                  </a:lnTo>
                  <a:lnTo>
                    <a:pt x="42" y="102"/>
                  </a:lnTo>
                  <a:lnTo>
                    <a:pt x="18" y="90"/>
                  </a:lnTo>
                  <a:lnTo>
                    <a:pt x="12" y="84"/>
                  </a:lnTo>
                  <a:lnTo>
                    <a:pt x="0" y="60"/>
                  </a:lnTo>
                  <a:lnTo>
                    <a:pt x="12" y="60"/>
                  </a:lnTo>
                  <a:lnTo>
                    <a:pt x="24" y="78"/>
                  </a:lnTo>
                  <a:lnTo>
                    <a:pt x="42" y="90"/>
                  </a:lnTo>
                  <a:lnTo>
                    <a:pt x="78" y="102"/>
                  </a:lnTo>
                  <a:lnTo>
                    <a:pt x="126" y="108"/>
                  </a:lnTo>
                  <a:lnTo>
                    <a:pt x="174" y="102"/>
                  </a:lnTo>
                  <a:lnTo>
                    <a:pt x="210" y="90"/>
                  </a:lnTo>
                  <a:lnTo>
                    <a:pt x="228" y="78"/>
                  </a:lnTo>
                  <a:lnTo>
                    <a:pt x="240" y="60"/>
                  </a:lnTo>
                  <a:lnTo>
                    <a:pt x="228" y="42"/>
                  </a:lnTo>
                  <a:lnTo>
                    <a:pt x="210" y="30"/>
                  </a:lnTo>
                  <a:lnTo>
                    <a:pt x="174" y="18"/>
                  </a:lnTo>
                  <a:lnTo>
                    <a:pt x="126" y="12"/>
                  </a:lnTo>
                  <a:lnTo>
                    <a:pt x="78" y="18"/>
                  </a:lnTo>
                  <a:lnTo>
                    <a:pt x="42" y="30"/>
                  </a:lnTo>
                  <a:lnTo>
                    <a:pt x="18" y="42"/>
                  </a:lnTo>
                  <a:lnTo>
                    <a:pt x="12"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24" name="Freeform 137">
              <a:extLst>
                <a:ext uri="{FF2B5EF4-FFF2-40B4-BE49-F238E27FC236}">
                  <a16:creationId xmlns:a16="http://schemas.microsoft.com/office/drawing/2014/main" id="{40655255-8D9D-D543-C464-10F0994C5F6C}"/>
                </a:ext>
              </a:extLst>
            </p:cNvPr>
            <p:cNvSpPr>
              <a:spLocks/>
            </p:cNvSpPr>
            <p:nvPr/>
          </p:nvSpPr>
          <p:spPr bwMode="auto">
            <a:xfrm>
              <a:off x="5216525" y="2809875"/>
              <a:ext cx="38100" cy="38100"/>
            </a:xfrm>
            <a:custGeom>
              <a:avLst/>
              <a:gdLst>
                <a:gd name="T0" fmla="*/ 0 w 24"/>
                <a:gd name="T1" fmla="*/ 2147483646 h 24"/>
                <a:gd name="T2" fmla="*/ 2147483646 w 24"/>
                <a:gd name="T3" fmla="*/ 0 h 24"/>
                <a:gd name="T4" fmla="*/ 2147483646 w 24"/>
                <a:gd name="T5" fmla="*/ 0 h 24"/>
                <a:gd name="T6" fmla="*/ 2147483646 w 24"/>
                <a:gd name="T7" fmla="*/ 2147483646 h 24"/>
                <a:gd name="T8" fmla="*/ 0 w 24"/>
                <a:gd name="T9" fmla="*/ 2147483646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24">
                  <a:moveTo>
                    <a:pt x="0" y="24"/>
                  </a:moveTo>
                  <a:lnTo>
                    <a:pt x="12" y="0"/>
                  </a:lnTo>
                  <a:lnTo>
                    <a:pt x="24" y="0"/>
                  </a:lnTo>
                  <a:lnTo>
                    <a:pt x="12"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25" name="Freeform 138">
              <a:extLst>
                <a:ext uri="{FF2B5EF4-FFF2-40B4-BE49-F238E27FC236}">
                  <a16:creationId xmlns:a16="http://schemas.microsoft.com/office/drawing/2014/main" id="{4869F045-ACC4-E5F4-A299-A93AE6A624AA}"/>
                </a:ext>
              </a:extLst>
            </p:cNvPr>
            <p:cNvSpPr>
              <a:spLocks/>
            </p:cNvSpPr>
            <p:nvPr/>
          </p:nvSpPr>
          <p:spPr bwMode="auto">
            <a:xfrm>
              <a:off x="5330825" y="2695575"/>
              <a:ext cx="190500" cy="85725"/>
            </a:xfrm>
            <a:custGeom>
              <a:avLst/>
              <a:gdLst>
                <a:gd name="T0" fmla="*/ 0 w 120"/>
                <a:gd name="T1" fmla="*/ 2147483646 h 54"/>
                <a:gd name="T2" fmla="*/ 2147483646 w 120"/>
                <a:gd name="T3" fmla="*/ 2147483646 h 54"/>
                <a:gd name="T4" fmla="*/ 2147483646 w 120"/>
                <a:gd name="T5" fmla="*/ 0 h 54"/>
                <a:gd name="T6" fmla="*/ 2147483646 w 120"/>
                <a:gd name="T7" fmla="*/ 0 h 54"/>
                <a:gd name="T8" fmla="*/ 2147483646 w 120"/>
                <a:gd name="T9" fmla="*/ 2147483646 h 54"/>
                <a:gd name="T10" fmla="*/ 2147483646 w 120"/>
                <a:gd name="T11" fmla="*/ 2147483646 h 54"/>
                <a:gd name="T12" fmla="*/ 2147483646 w 120"/>
                <a:gd name="T13" fmla="*/ 2147483646 h 54"/>
                <a:gd name="T14" fmla="*/ 2147483646 w 120"/>
                <a:gd name="T15" fmla="*/ 2147483646 h 54"/>
                <a:gd name="T16" fmla="*/ 2147483646 w 120"/>
                <a:gd name="T17" fmla="*/ 2147483646 h 54"/>
                <a:gd name="T18" fmla="*/ 2147483646 w 120"/>
                <a:gd name="T19" fmla="*/ 2147483646 h 54"/>
                <a:gd name="T20" fmla="*/ 2147483646 w 120"/>
                <a:gd name="T21" fmla="*/ 2147483646 h 54"/>
                <a:gd name="T22" fmla="*/ 2147483646 w 120"/>
                <a:gd name="T23" fmla="*/ 2147483646 h 54"/>
                <a:gd name="T24" fmla="*/ 0 w 120"/>
                <a:gd name="T25" fmla="*/ 2147483646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20" h="54">
                  <a:moveTo>
                    <a:pt x="0" y="24"/>
                  </a:moveTo>
                  <a:lnTo>
                    <a:pt x="18" y="6"/>
                  </a:lnTo>
                  <a:lnTo>
                    <a:pt x="36" y="0"/>
                  </a:lnTo>
                  <a:lnTo>
                    <a:pt x="84" y="0"/>
                  </a:lnTo>
                  <a:lnTo>
                    <a:pt x="102" y="6"/>
                  </a:lnTo>
                  <a:lnTo>
                    <a:pt x="120" y="24"/>
                  </a:lnTo>
                  <a:lnTo>
                    <a:pt x="114" y="36"/>
                  </a:lnTo>
                  <a:lnTo>
                    <a:pt x="102" y="48"/>
                  </a:lnTo>
                  <a:lnTo>
                    <a:pt x="84" y="54"/>
                  </a:lnTo>
                  <a:lnTo>
                    <a:pt x="36" y="54"/>
                  </a:lnTo>
                  <a:lnTo>
                    <a:pt x="18" y="48"/>
                  </a:lnTo>
                  <a:lnTo>
                    <a:pt x="6" y="36"/>
                  </a:lnTo>
                  <a:lnTo>
                    <a:pt x="0" y="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26" name="Freeform 139">
              <a:extLst>
                <a:ext uri="{FF2B5EF4-FFF2-40B4-BE49-F238E27FC236}">
                  <a16:creationId xmlns:a16="http://schemas.microsoft.com/office/drawing/2014/main" id="{A0EB72FB-79EA-A97D-16EE-89A06EB1A482}"/>
                </a:ext>
              </a:extLst>
            </p:cNvPr>
            <p:cNvSpPr>
              <a:spLocks/>
            </p:cNvSpPr>
            <p:nvPr/>
          </p:nvSpPr>
          <p:spPr bwMode="auto">
            <a:xfrm>
              <a:off x="5321300" y="2686050"/>
              <a:ext cx="209550" cy="104775"/>
            </a:xfrm>
            <a:custGeom>
              <a:avLst/>
              <a:gdLst>
                <a:gd name="T0" fmla="*/ 2147483646 w 132"/>
                <a:gd name="T1" fmla="*/ 2147483646 h 66"/>
                <a:gd name="T2" fmla="*/ 2147483646 w 132"/>
                <a:gd name="T3" fmla="*/ 2147483646 h 66"/>
                <a:gd name="T4" fmla="*/ 2147483646 w 132"/>
                <a:gd name="T5" fmla="*/ 0 h 66"/>
                <a:gd name="T6" fmla="*/ 2147483646 w 132"/>
                <a:gd name="T7" fmla="*/ 0 h 66"/>
                <a:gd name="T8" fmla="*/ 2147483646 w 132"/>
                <a:gd name="T9" fmla="*/ 2147483646 h 66"/>
                <a:gd name="T10" fmla="*/ 2147483646 w 132"/>
                <a:gd name="T11" fmla="*/ 2147483646 h 66"/>
                <a:gd name="T12" fmla="*/ 2147483646 w 132"/>
                <a:gd name="T13" fmla="*/ 2147483646 h 66"/>
                <a:gd name="T14" fmla="*/ 2147483646 w 132"/>
                <a:gd name="T15" fmla="*/ 2147483646 h 66"/>
                <a:gd name="T16" fmla="*/ 2147483646 w 132"/>
                <a:gd name="T17" fmla="*/ 2147483646 h 66"/>
                <a:gd name="T18" fmla="*/ 2147483646 w 132"/>
                <a:gd name="T19" fmla="*/ 2147483646 h 66"/>
                <a:gd name="T20" fmla="*/ 2147483646 w 132"/>
                <a:gd name="T21" fmla="*/ 2147483646 h 66"/>
                <a:gd name="T22" fmla="*/ 2147483646 w 132"/>
                <a:gd name="T23" fmla="*/ 2147483646 h 66"/>
                <a:gd name="T24" fmla="*/ 2147483646 w 132"/>
                <a:gd name="T25" fmla="*/ 2147483646 h 66"/>
                <a:gd name="T26" fmla="*/ 2147483646 w 132"/>
                <a:gd name="T27" fmla="*/ 2147483646 h 66"/>
                <a:gd name="T28" fmla="*/ 2147483646 w 132"/>
                <a:gd name="T29" fmla="*/ 2147483646 h 66"/>
                <a:gd name="T30" fmla="*/ 0 w 132"/>
                <a:gd name="T31" fmla="*/ 2147483646 h 66"/>
                <a:gd name="T32" fmla="*/ 2147483646 w 132"/>
                <a:gd name="T33" fmla="*/ 2147483646 h 66"/>
                <a:gd name="T34" fmla="*/ 2147483646 w 132"/>
                <a:gd name="T35" fmla="*/ 2147483646 h 66"/>
                <a:gd name="T36" fmla="*/ 2147483646 w 132"/>
                <a:gd name="T37" fmla="*/ 2147483646 h 66"/>
                <a:gd name="T38" fmla="*/ 2147483646 w 132"/>
                <a:gd name="T39" fmla="*/ 2147483646 h 66"/>
                <a:gd name="T40" fmla="*/ 2147483646 w 132"/>
                <a:gd name="T41" fmla="*/ 2147483646 h 66"/>
                <a:gd name="T42" fmla="*/ 2147483646 w 132"/>
                <a:gd name="T43" fmla="*/ 2147483646 h 66"/>
                <a:gd name="T44" fmla="*/ 2147483646 w 132"/>
                <a:gd name="T45" fmla="*/ 2147483646 h 66"/>
                <a:gd name="T46" fmla="*/ 2147483646 w 132"/>
                <a:gd name="T47" fmla="*/ 2147483646 h 66"/>
                <a:gd name="T48" fmla="*/ 2147483646 w 132"/>
                <a:gd name="T49" fmla="*/ 2147483646 h 66"/>
                <a:gd name="T50" fmla="*/ 2147483646 w 132"/>
                <a:gd name="T51" fmla="*/ 2147483646 h 66"/>
                <a:gd name="T52" fmla="*/ 2147483646 w 132"/>
                <a:gd name="T53" fmla="*/ 2147483646 h 66"/>
                <a:gd name="T54" fmla="*/ 2147483646 w 132"/>
                <a:gd name="T55" fmla="*/ 2147483646 h 66"/>
                <a:gd name="T56" fmla="*/ 2147483646 w 132"/>
                <a:gd name="T57" fmla="*/ 2147483646 h 6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32" h="66">
                  <a:moveTo>
                    <a:pt x="18" y="12"/>
                  </a:moveTo>
                  <a:lnTo>
                    <a:pt x="24" y="6"/>
                  </a:lnTo>
                  <a:lnTo>
                    <a:pt x="42" y="0"/>
                  </a:lnTo>
                  <a:lnTo>
                    <a:pt x="90" y="0"/>
                  </a:lnTo>
                  <a:lnTo>
                    <a:pt x="108" y="6"/>
                  </a:lnTo>
                  <a:lnTo>
                    <a:pt x="114" y="12"/>
                  </a:lnTo>
                  <a:lnTo>
                    <a:pt x="132" y="30"/>
                  </a:lnTo>
                  <a:lnTo>
                    <a:pt x="126" y="42"/>
                  </a:lnTo>
                  <a:lnTo>
                    <a:pt x="114" y="54"/>
                  </a:lnTo>
                  <a:lnTo>
                    <a:pt x="108" y="60"/>
                  </a:lnTo>
                  <a:lnTo>
                    <a:pt x="90" y="66"/>
                  </a:lnTo>
                  <a:lnTo>
                    <a:pt x="42" y="66"/>
                  </a:lnTo>
                  <a:lnTo>
                    <a:pt x="24" y="60"/>
                  </a:lnTo>
                  <a:lnTo>
                    <a:pt x="18" y="54"/>
                  </a:lnTo>
                  <a:lnTo>
                    <a:pt x="6" y="42"/>
                  </a:lnTo>
                  <a:lnTo>
                    <a:pt x="0" y="30"/>
                  </a:lnTo>
                  <a:lnTo>
                    <a:pt x="12" y="30"/>
                  </a:lnTo>
                  <a:lnTo>
                    <a:pt x="18" y="42"/>
                  </a:lnTo>
                  <a:lnTo>
                    <a:pt x="24" y="48"/>
                  </a:lnTo>
                  <a:lnTo>
                    <a:pt x="42" y="54"/>
                  </a:lnTo>
                  <a:lnTo>
                    <a:pt x="90" y="54"/>
                  </a:lnTo>
                  <a:lnTo>
                    <a:pt x="108" y="48"/>
                  </a:lnTo>
                  <a:lnTo>
                    <a:pt x="114" y="42"/>
                  </a:lnTo>
                  <a:lnTo>
                    <a:pt x="120" y="30"/>
                  </a:lnTo>
                  <a:lnTo>
                    <a:pt x="108" y="18"/>
                  </a:lnTo>
                  <a:lnTo>
                    <a:pt x="90" y="12"/>
                  </a:lnTo>
                  <a:lnTo>
                    <a:pt x="42" y="12"/>
                  </a:lnTo>
                  <a:lnTo>
                    <a:pt x="24" y="18"/>
                  </a:lnTo>
                  <a:lnTo>
                    <a:pt x="1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27" name="Freeform 140">
              <a:extLst>
                <a:ext uri="{FF2B5EF4-FFF2-40B4-BE49-F238E27FC236}">
                  <a16:creationId xmlns:a16="http://schemas.microsoft.com/office/drawing/2014/main" id="{C152B029-6517-53ED-D6BA-84B7E0192FF0}"/>
                </a:ext>
              </a:extLst>
            </p:cNvPr>
            <p:cNvSpPr>
              <a:spLocks/>
            </p:cNvSpPr>
            <p:nvPr/>
          </p:nvSpPr>
          <p:spPr bwMode="auto">
            <a:xfrm>
              <a:off x="5321300" y="2705100"/>
              <a:ext cx="47625" cy="28575"/>
            </a:xfrm>
            <a:custGeom>
              <a:avLst/>
              <a:gdLst>
                <a:gd name="T0" fmla="*/ 0 w 30"/>
                <a:gd name="T1" fmla="*/ 2147483646 h 18"/>
                <a:gd name="T2" fmla="*/ 2147483646 w 30"/>
                <a:gd name="T3" fmla="*/ 0 h 18"/>
                <a:gd name="T4" fmla="*/ 2147483646 w 30"/>
                <a:gd name="T5" fmla="*/ 0 h 18"/>
                <a:gd name="T6" fmla="*/ 2147483646 w 30"/>
                <a:gd name="T7" fmla="*/ 2147483646 h 18"/>
                <a:gd name="T8" fmla="*/ 0 w 30"/>
                <a:gd name="T9" fmla="*/ 2147483646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18">
                  <a:moveTo>
                    <a:pt x="0" y="18"/>
                  </a:moveTo>
                  <a:lnTo>
                    <a:pt x="18" y="0"/>
                  </a:lnTo>
                  <a:lnTo>
                    <a:pt x="30" y="0"/>
                  </a:lnTo>
                  <a:lnTo>
                    <a:pt x="12"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28" name="Freeform 141">
              <a:extLst>
                <a:ext uri="{FF2B5EF4-FFF2-40B4-BE49-F238E27FC236}">
                  <a16:creationId xmlns:a16="http://schemas.microsoft.com/office/drawing/2014/main" id="{680D1778-AA8A-215A-1EEE-8484867DBC54}"/>
                </a:ext>
              </a:extLst>
            </p:cNvPr>
            <p:cNvSpPr>
              <a:spLocks/>
            </p:cNvSpPr>
            <p:nvPr/>
          </p:nvSpPr>
          <p:spPr bwMode="auto">
            <a:xfrm>
              <a:off x="5321300" y="2743200"/>
              <a:ext cx="200025" cy="142875"/>
            </a:xfrm>
            <a:custGeom>
              <a:avLst/>
              <a:gdLst>
                <a:gd name="T0" fmla="*/ 2147483646 w 126"/>
                <a:gd name="T1" fmla="*/ 0 h 90"/>
                <a:gd name="T2" fmla="*/ 2147483646 w 126"/>
                <a:gd name="T3" fmla="*/ 2147483646 h 90"/>
                <a:gd name="T4" fmla="*/ 2147483646 w 126"/>
                <a:gd name="T5" fmla="*/ 2147483646 h 90"/>
                <a:gd name="T6" fmla="*/ 2147483646 w 126"/>
                <a:gd name="T7" fmla="*/ 2147483646 h 90"/>
                <a:gd name="T8" fmla="*/ 2147483646 w 126"/>
                <a:gd name="T9" fmla="*/ 2147483646 h 90"/>
                <a:gd name="T10" fmla="*/ 2147483646 w 126"/>
                <a:gd name="T11" fmla="*/ 0 h 90"/>
                <a:gd name="T12" fmla="*/ 2147483646 w 126"/>
                <a:gd name="T13" fmla="*/ 0 h 90"/>
                <a:gd name="T14" fmla="*/ 2147483646 w 126"/>
                <a:gd name="T15" fmla="*/ 2147483646 h 90"/>
                <a:gd name="T16" fmla="*/ 2147483646 w 126"/>
                <a:gd name="T17" fmla="*/ 2147483646 h 90"/>
                <a:gd name="T18" fmla="*/ 2147483646 w 126"/>
                <a:gd name="T19" fmla="*/ 2147483646 h 90"/>
                <a:gd name="T20" fmla="*/ 2147483646 w 126"/>
                <a:gd name="T21" fmla="*/ 2147483646 h 90"/>
                <a:gd name="T22" fmla="*/ 2147483646 w 126"/>
                <a:gd name="T23" fmla="*/ 2147483646 h 90"/>
                <a:gd name="T24" fmla="*/ 2147483646 w 126"/>
                <a:gd name="T25" fmla="*/ 2147483646 h 90"/>
                <a:gd name="T26" fmla="*/ 0 w 126"/>
                <a:gd name="T27" fmla="*/ 0 h 90"/>
                <a:gd name="T28" fmla="*/ 2147483646 w 126"/>
                <a:gd name="T29" fmla="*/ 0 h 9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6" h="90">
                  <a:moveTo>
                    <a:pt x="12" y="0"/>
                  </a:moveTo>
                  <a:lnTo>
                    <a:pt x="24" y="72"/>
                  </a:lnTo>
                  <a:lnTo>
                    <a:pt x="42" y="78"/>
                  </a:lnTo>
                  <a:lnTo>
                    <a:pt x="78" y="78"/>
                  </a:lnTo>
                  <a:lnTo>
                    <a:pt x="102" y="66"/>
                  </a:lnTo>
                  <a:lnTo>
                    <a:pt x="114" y="0"/>
                  </a:lnTo>
                  <a:lnTo>
                    <a:pt x="126" y="0"/>
                  </a:lnTo>
                  <a:lnTo>
                    <a:pt x="114" y="72"/>
                  </a:lnTo>
                  <a:lnTo>
                    <a:pt x="108" y="78"/>
                  </a:lnTo>
                  <a:lnTo>
                    <a:pt x="78" y="90"/>
                  </a:lnTo>
                  <a:lnTo>
                    <a:pt x="42" y="90"/>
                  </a:lnTo>
                  <a:lnTo>
                    <a:pt x="18" y="84"/>
                  </a:lnTo>
                  <a:lnTo>
                    <a:pt x="12" y="78"/>
                  </a:lnTo>
                  <a:lnTo>
                    <a:pt x="0" y="0"/>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29" name="Freeform 142">
              <a:extLst>
                <a:ext uri="{FF2B5EF4-FFF2-40B4-BE49-F238E27FC236}">
                  <a16:creationId xmlns:a16="http://schemas.microsoft.com/office/drawing/2014/main" id="{420569FA-51FB-AC90-56ED-20446CAEFBA2}"/>
                </a:ext>
              </a:extLst>
            </p:cNvPr>
            <p:cNvSpPr>
              <a:spLocks/>
            </p:cNvSpPr>
            <p:nvPr/>
          </p:nvSpPr>
          <p:spPr bwMode="auto">
            <a:xfrm>
              <a:off x="4578350" y="2905125"/>
              <a:ext cx="581025" cy="247650"/>
            </a:xfrm>
            <a:custGeom>
              <a:avLst/>
              <a:gdLst>
                <a:gd name="T0" fmla="*/ 2147483646 w 366"/>
                <a:gd name="T1" fmla="*/ 2147483646 h 156"/>
                <a:gd name="T2" fmla="*/ 2147483646 w 366"/>
                <a:gd name="T3" fmla="*/ 2147483646 h 156"/>
                <a:gd name="T4" fmla="*/ 2147483646 w 366"/>
                <a:gd name="T5" fmla="*/ 2147483646 h 156"/>
                <a:gd name="T6" fmla="*/ 2147483646 w 366"/>
                <a:gd name="T7" fmla="*/ 2147483646 h 156"/>
                <a:gd name="T8" fmla="*/ 2147483646 w 366"/>
                <a:gd name="T9" fmla="*/ 2147483646 h 156"/>
                <a:gd name="T10" fmla="*/ 2147483646 w 366"/>
                <a:gd name="T11" fmla="*/ 2147483646 h 156"/>
                <a:gd name="T12" fmla="*/ 2147483646 w 366"/>
                <a:gd name="T13" fmla="*/ 0 h 156"/>
                <a:gd name="T14" fmla="*/ 2147483646 w 366"/>
                <a:gd name="T15" fmla="*/ 2147483646 h 156"/>
                <a:gd name="T16" fmla="*/ 2147483646 w 366"/>
                <a:gd name="T17" fmla="*/ 2147483646 h 156"/>
                <a:gd name="T18" fmla="*/ 2147483646 w 366"/>
                <a:gd name="T19" fmla="*/ 2147483646 h 156"/>
                <a:gd name="T20" fmla="*/ 2147483646 w 366"/>
                <a:gd name="T21" fmla="*/ 2147483646 h 156"/>
                <a:gd name="T22" fmla="*/ 2147483646 w 366"/>
                <a:gd name="T23" fmla="*/ 2147483646 h 156"/>
                <a:gd name="T24" fmla="*/ 2147483646 w 366"/>
                <a:gd name="T25" fmla="*/ 2147483646 h 156"/>
                <a:gd name="T26" fmla="*/ 2147483646 w 366"/>
                <a:gd name="T27" fmla="*/ 2147483646 h 156"/>
                <a:gd name="T28" fmla="*/ 2147483646 w 366"/>
                <a:gd name="T29" fmla="*/ 2147483646 h 156"/>
                <a:gd name="T30" fmla="*/ 2147483646 w 366"/>
                <a:gd name="T31" fmla="*/ 2147483646 h 156"/>
                <a:gd name="T32" fmla="*/ 2147483646 w 366"/>
                <a:gd name="T33" fmla="*/ 2147483646 h 156"/>
                <a:gd name="T34" fmla="*/ 2147483646 w 366"/>
                <a:gd name="T35" fmla="*/ 2147483646 h 156"/>
                <a:gd name="T36" fmla="*/ 2147483646 w 366"/>
                <a:gd name="T37" fmla="*/ 2147483646 h 156"/>
                <a:gd name="T38" fmla="*/ 2147483646 w 366"/>
                <a:gd name="T39" fmla="*/ 2147483646 h 156"/>
                <a:gd name="T40" fmla="*/ 2147483646 w 366"/>
                <a:gd name="T41" fmla="*/ 2147483646 h 156"/>
                <a:gd name="T42" fmla="*/ 2147483646 w 366"/>
                <a:gd name="T43" fmla="*/ 2147483646 h 156"/>
                <a:gd name="T44" fmla="*/ 2147483646 w 366"/>
                <a:gd name="T45" fmla="*/ 2147483646 h 156"/>
                <a:gd name="T46" fmla="*/ 2147483646 w 366"/>
                <a:gd name="T47" fmla="*/ 2147483646 h 156"/>
                <a:gd name="T48" fmla="*/ 2147483646 w 366"/>
                <a:gd name="T49" fmla="*/ 2147483646 h 156"/>
                <a:gd name="T50" fmla="*/ 0 w 366"/>
                <a:gd name="T51" fmla="*/ 2147483646 h 156"/>
                <a:gd name="T52" fmla="*/ 2147483646 w 366"/>
                <a:gd name="T53" fmla="*/ 2147483646 h 156"/>
                <a:gd name="T54" fmla="*/ 2147483646 w 366"/>
                <a:gd name="T55" fmla="*/ 2147483646 h 156"/>
                <a:gd name="T56" fmla="*/ 2147483646 w 366"/>
                <a:gd name="T57" fmla="*/ 2147483646 h 156"/>
                <a:gd name="T58" fmla="*/ 2147483646 w 366"/>
                <a:gd name="T59" fmla="*/ 2147483646 h 156"/>
                <a:gd name="T60" fmla="*/ 2147483646 w 366"/>
                <a:gd name="T61" fmla="*/ 2147483646 h 156"/>
                <a:gd name="T62" fmla="*/ 2147483646 w 366"/>
                <a:gd name="T63" fmla="*/ 2147483646 h 156"/>
                <a:gd name="T64" fmla="*/ 2147483646 w 366"/>
                <a:gd name="T65" fmla="*/ 2147483646 h 156"/>
                <a:gd name="T66" fmla="*/ 2147483646 w 366"/>
                <a:gd name="T67" fmla="*/ 2147483646 h 156"/>
                <a:gd name="T68" fmla="*/ 2147483646 w 366"/>
                <a:gd name="T69" fmla="*/ 2147483646 h 156"/>
                <a:gd name="T70" fmla="*/ 2147483646 w 366"/>
                <a:gd name="T71" fmla="*/ 2147483646 h 156"/>
                <a:gd name="T72" fmla="*/ 2147483646 w 366"/>
                <a:gd name="T73" fmla="*/ 2147483646 h 156"/>
                <a:gd name="T74" fmla="*/ 2147483646 w 366"/>
                <a:gd name="T75" fmla="*/ 2147483646 h 156"/>
                <a:gd name="T76" fmla="*/ 2147483646 w 366"/>
                <a:gd name="T77" fmla="*/ 2147483646 h 156"/>
                <a:gd name="T78" fmla="*/ 2147483646 w 366"/>
                <a:gd name="T79" fmla="*/ 2147483646 h 156"/>
                <a:gd name="T80" fmla="*/ 2147483646 w 366"/>
                <a:gd name="T81" fmla="*/ 2147483646 h 156"/>
                <a:gd name="T82" fmla="*/ 2147483646 w 366"/>
                <a:gd name="T83" fmla="*/ 2147483646 h 156"/>
                <a:gd name="T84" fmla="*/ 2147483646 w 366"/>
                <a:gd name="T85" fmla="*/ 2147483646 h 156"/>
                <a:gd name="T86" fmla="*/ 2147483646 w 366"/>
                <a:gd name="T87" fmla="*/ 2147483646 h 156"/>
                <a:gd name="T88" fmla="*/ 2147483646 w 366"/>
                <a:gd name="T89" fmla="*/ 2147483646 h 156"/>
                <a:gd name="T90" fmla="*/ 2147483646 w 366"/>
                <a:gd name="T91" fmla="*/ 2147483646 h 156"/>
                <a:gd name="T92" fmla="*/ 2147483646 w 366"/>
                <a:gd name="T93" fmla="*/ 2147483646 h 156"/>
                <a:gd name="T94" fmla="*/ 2147483646 w 366"/>
                <a:gd name="T95" fmla="*/ 2147483646 h 156"/>
                <a:gd name="T96" fmla="*/ 2147483646 w 366"/>
                <a:gd name="T97" fmla="*/ 2147483646 h 15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66" h="156">
                  <a:moveTo>
                    <a:pt x="6" y="60"/>
                  </a:moveTo>
                  <a:lnTo>
                    <a:pt x="12" y="48"/>
                  </a:lnTo>
                  <a:lnTo>
                    <a:pt x="18" y="42"/>
                  </a:lnTo>
                  <a:lnTo>
                    <a:pt x="36" y="30"/>
                  </a:lnTo>
                  <a:lnTo>
                    <a:pt x="60" y="18"/>
                  </a:lnTo>
                  <a:lnTo>
                    <a:pt x="120" y="6"/>
                  </a:lnTo>
                  <a:lnTo>
                    <a:pt x="186" y="0"/>
                  </a:lnTo>
                  <a:lnTo>
                    <a:pt x="252" y="6"/>
                  </a:lnTo>
                  <a:lnTo>
                    <a:pt x="312" y="18"/>
                  </a:lnTo>
                  <a:lnTo>
                    <a:pt x="348" y="42"/>
                  </a:lnTo>
                  <a:lnTo>
                    <a:pt x="354" y="48"/>
                  </a:lnTo>
                  <a:lnTo>
                    <a:pt x="360" y="60"/>
                  </a:lnTo>
                  <a:lnTo>
                    <a:pt x="366" y="78"/>
                  </a:lnTo>
                  <a:lnTo>
                    <a:pt x="360" y="96"/>
                  </a:lnTo>
                  <a:lnTo>
                    <a:pt x="354" y="108"/>
                  </a:lnTo>
                  <a:lnTo>
                    <a:pt x="348" y="114"/>
                  </a:lnTo>
                  <a:lnTo>
                    <a:pt x="312" y="138"/>
                  </a:lnTo>
                  <a:lnTo>
                    <a:pt x="252" y="150"/>
                  </a:lnTo>
                  <a:lnTo>
                    <a:pt x="186" y="156"/>
                  </a:lnTo>
                  <a:lnTo>
                    <a:pt x="120" y="150"/>
                  </a:lnTo>
                  <a:lnTo>
                    <a:pt x="60" y="138"/>
                  </a:lnTo>
                  <a:lnTo>
                    <a:pt x="36" y="126"/>
                  </a:lnTo>
                  <a:lnTo>
                    <a:pt x="18" y="114"/>
                  </a:lnTo>
                  <a:lnTo>
                    <a:pt x="12" y="108"/>
                  </a:lnTo>
                  <a:lnTo>
                    <a:pt x="6" y="96"/>
                  </a:lnTo>
                  <a:lnTo>
                    <a:pt x="0" y="78"/>
                  </a:lnTo>
                  <a:lnTo>
                    <a:pt x="12" y="78"/>
                  </a:lnTo>
                  <a:lnTo>
                    <a:pt x="18" y="96"/>
                  </a:lnTo>
                  <a:lnTo>
                    <a:pt x="24" y="108"/>
                  </a:lnTo>
                  <a:lnTo>
                    <a:pt x="36" y="114"/>
                  </a:lnTo>
                  <a:lnTo>
                    <a:pt x="60" y="126"/>
                  </a:lnTo>
                  <a:lnTo>
                    <a:pt x="120" y="138"/>
                  </a:lnTo>
                  <a:lnTo>
                    <a:pt x="186" y="144"/>
                  </a:lnTo>
                  <a:lnTo>
                    <a:pt x="252" y="138"/>
                  </a:lnTo>
                  <a:lnTo>
                    <a:pt x="312" y="126"/>
                  </a:lnTo>
                  <a:lnTo>
                    <a:pt x="342" y="108"/>
                  </a:lnTo>
                  <a:lnTo>
                    <a:pt x="348" y="96"/>
                  </a:lnTo>
                  <a:lnTo>
                    <a:pt x="354" y="78"/>
                  </a:lnTo>
                  <a:lnTo>
                    <a:pt x="348" y="60"/>
                  </a:lnTo>
                  <a:lnTo>
                    <a:pt x="342" y="48"/>
                  </a:lnTo>
                  <a:lnTo>
                    <a:pt x="312" y="30"/>
                  </a:lnTo>
                  <a:lnTo>
                    <a:pt x="252" y="18"/>
                  </a:lnTo>
                  <a:lnTo>
                    <a:pt x="186" y="12"/>
                  </a:lnTo>
                  <a:lnTo>
                    <a:pt x="120" y="18"/>
                  </a:lnTo>
                  <a:lnTo>
                    <a:pt x="60" y="30"/>
                  </a:lnTo>
                  <a:lnTo>
                    <a:pt x="36" y="42"/>
                  </a:lnTo>
                  <a:lnTo>
                    <a:pt x="24" y="54"/>
                  </a:lnTo>
                  <a:lnTo>
                    <a:pt x="18" y="60"/>
                  </a:lnTo>
                  <a:lnTo>
                    <a:pt x="6"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30" name="Freeform 143">
              <a:extLst>
                <a:ext uri="{FF2B5EF4-FFF2-40B4-BE49-F238E27FC236}">
                  <a16:creationId xmlns:a16="http://schemas.microsoft.com/office/drawing/2014/main" id="{4452A938-5191-BE7F-8693-8B555D4F638F}"/>
                </a:ext>
              </a:extLst>
            </p:cNvPr>
            <p:cNvSpPr>
              <a:spLocks/>
            </p:cNvSpPr>
            <p:nvPr/>
          </p:nvSpPr>
          <p:spPr bwMode="auto">
            <a:xfrm>
              <a:off x="4578350" y="3000375"/>
              <a:ext cx="28575" cy="28575"/>
            </a:xfrm>
            <a:custGeom>
              <a:avLst/>
              <a:gdLst>
                <a:gd name="T0" fmla="*/ 0 w 18"/>
                <a:gd name="T1" fmla="*/ 2147483646 h 18"/>
                <a:gd name="T2" fmla="*/ 2147483646 w 18"/>
                <a:gd name="T3" fmla="*/ 0 h 18"/>
                <a:gd name="T4" fmla="*/ 2147483646 w 18"/>
                <a:gd name="T5" fmla="*/ 0 h 18"/>
                <a:gd name="T6" fmla="*/ 2147483646 w 18"/>
                <a:gd name="T7" fmla="*/ 2147483646 h 18"/>
                <a:gd name="T8" fmla="*/ 0 w 18"/>
                <a:gd name="T9" fmla="*/ 2147483646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8">
                  <a:moveTo>
                    <a:pt x="0" y="18"/>
                  </a:moveTo>
                  <a:lnTo>
                    <a:pt x="6" y="0"/>
                  </a:lnTo>
                  <a:lnTo>
                    <a:pt x="18" y="0"/>
                  </a:lnTo>
                  <a:lnTo>
                    <a:pt x="12"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31" name="Freeform 144">
              <a:extLst>
                <a:ext uri="{FF2B5EF4-FFF2-40B4-BE49-F238E27FC236}">
                  <a16:creationId xmlns:a16="http://schemas.microsoft.com/office/drawing/2014/main" id="{998E87FF-B934-8E3D-65CD-36726D187067}"/>
                </a:ext>
              </a:extLst>
            </p:cNvPr>
            <p:cNvSpPr>
              <a:spLocks/>
            </p:cNvSpPr>
            <p:nvPr/>
          </p:nvSpPr>
          <p:spPr bwMode="auto">
            <a:xfrm>
              <a:off x="4292600" y="2857500"/>
              <a:ext cx="142875" cy="352425"/>
            </a:xfrm>
            <a:custGeom>
              <a:avLst/>
              <a:gdLst>
                <a:gd name="T0" fmla="*/ 2147483646 w 90"/>
                <a:gd name="T1" fmla="*/ 0 h 222"/>
                <a:gd name="T2" fmla="*/ 2147483646 w 90"/>
                <a:gd name="T3" fmla="*/ 2147483646 h 222"/>
                <a:gd name="T4" fmla="*/ 0 w 90"/>
                <a:gd name="T5" fmla="*/ 2147483646 h 222"/>
                <a:gd name="T6" fmla="*/ 2147483646 w 90"/>
                <a:gd name="T7" fmla="*/ 2147483646 h 222"/>
                <a:gd name="T8" fmla="*/ 2147483646 w 90"/>
                <a:gd name="T9" fmla="*/ 2147483646 h 222"/>
                <a:gd name="T10" fmla="*/ 2147483646 w 90"/>
                <a:gd name="T11" fmla="*/ 2147483646 h 222"/>
                <a:gd name="T12" fmla="*/ 2147483646 w 90"/>
                <a:gd name="T13" fmla="*/ 0 h 2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 h="222">
                  <a:moveTo>
                    <a:pt x="90" y="0"/>
                  </a:moveTo>
                  <a:lnTo>
                    <a:pt x="30" y="222"/>
                  </a:lnTo>
                  <a:lnTo>
                    <a:pt x="0" y="222"/>
                  </a:lnTo>
                  <a:lnTo>
                    <a:pt x="36" y="114"/>
                  </a:lnTo>
                  <a:lnTo>
                    <a:pt x="30" y="84"/>
                  </a:lnTo>
                  <a:lnTo>
                    <a:pt x="54" y="30"/>
                  </a:lnTo>
                  <a:lnTo>
                    <a:pt x="9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32" name="Freeform 145">
              <a:extLst>
                <a:ext uri="{FF2B5EF4-FFF2-40B4-BE49-F238E27FC236}">
                  <a16:creationId xmlns:a16="http://schemas.microsoft.com/office/drawing/2014/main" id="{9ACCA613-CF58-A8B8-8F8C-33814B2024B7}"/>
                </a:ext>
              </a:extLst>
            </p:cNvPr>
            <p:cNvSpPr>
              <a:spLocks/>
            </p:cNvSpPr>
            <p:nvPr/>
          </p:nvSpPr>
          <p:spPr bwMode="auto">
            <a:xfrm>
              <a:off x="4283075" y="2847975"/>
              <a:ext cx="152400" cy="371475"/>
            </a:xfrm>
            <a:custGeom>
              <a:avLst/>
              <a:gdLst>
                <a:gd name="T0" fmla="*/ 2147483646 w 96"/>
                <a:gd name="T1" fmla="*/ 2147483646 h 234"/>
                <a:gd name="T2" fmla="*/ 2147483646 w 96"/>
                <a:gd name="T3" fmla="*/ 2147483646 h 234"/>
                <a:gd name="T4" fmla="*/ 2147483646 w 96"/>
                <a:gd name="T5" fmla="*/ 2147483646 h 234"/>
                <a:gd name="T6" fmla="*/ 0 w 96"/>
                <a:gd name="T7" fmla="*/ 2147483646 h 234"/>
                <a:gd name="T8" fmla="*/ 2147483646 w 96"/>
                <a:gd name="T9" fmla="*/ 2147483646 h 234"/>
                <a:gd name="T10" fmla="*/ 2147483646 w 96"/>
                <a:gd name="T11" fmla="*/ 2147483646 h 234"/>
                <a:gd name="T12" fmla="*/ 2147483646 w 96"/>
                <a:gd name="T13" fmla="*/ 2147483646 h 234"/>
                <a:gd name="T14" fmla="*/ 2147483646 w 96"/>
                <a:gd name="T15" fmla="*/ 2147483646 h 234"/>
                <a:gd name="T16" fmla="*/ 2147483646 w 96"/>
                <a:gd name="T17" fmla="*/ 0 h 234"/>
                <a:gd name="T18" fmla="*/ 2147483646 w 96"/>
                <a:gd name="T19" fmla="*/ 2147483646 h 234"/>
                <a:gd name="T20" fmla="*/ 2147483646 w 96"/>
                <a:gd name="T21" fmla="*/ 2147483646 h 234"/>
                <a:gd name="T22" fmla="*/ 2147483646 w 96"/>
                <a:gd name="T23" fmla="*/ 2147483646 h 234"/>
                <a:gd name="T24" fmla="*/ 2147483646 w 96"/>
                <a:gd name="T25" fmla="*/ 2147483646 h 234"/>
                <a:gd name="T26" fmla="*/ 2147483646 w 96"/>
                <a:gd name="T27" fmla="*/ 2147483646 h 234"/>
                <a:gd name="T28" fmla="*/ 2147483646 w 96"/>
                <a:gd name="T29" fmla="*/ 2147483646 h 234"/>
                <a:gd name="T30" fmla="*/ 2147483646 w 96"/>
                <a:gd name="T31" fmla="*/ 2147483646 h 23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96" h="234">
                  <a:moveTo>
                    <a:pt x="42" y="228"/>
                  </a:moveTo>
                  <a:lnTo>
                    <a:pt x="36" y="234"/>
                  </a:lnTo>
                  <a:lnTo>
                    <a:pt x="6" y="234"/>
                  </a:lnTo>
                  <a:lnTo>
                    <a:pt x="0" y="228"/>
                  </a:lnTo>
                  <a:lnTo>
                    <a:pt x="36" y="120"/>
                  </a:lnTo>
                  <a:lnTo>
                    <a:pt x="30" y="90"/>
                  </a:lnTo>
                  <a:lnTo>
                    <a:pt x="54" y="36"/>
                  </a:lnTo>
                  <a:lnTo>
                    <a:pt x="60" y="30"/>
                  </a:lnTo>
                  <a:lnTo>
                    <a:pt x="96" y="0"/>
                  </a:lnTo>
                  <a:lnTo>
                    <a:pt x="96" y="12"/>
                  </a:lnTo>
                  <a:lnTo>
                    <a:pt x="66" y="36"/>
                  </a:lnTo>
                  <a:lnTo>
                    <a:pt x="42" y="90"/>
                  </a:lnTo>
                  <a:lnTo>
                    <a:pt x="48" y="120"/>
                  </a:lnTo>
                  <a:lnTo>
                    <a:pt x="12" y="222"/>
                  </a:lnTo>
                  <a:lnTo>
                    <a:pt x="36" y="222"/>
                  </a:lnTo>
                  <a:lnTo>
                    <a:pt x="42" y="2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33" name="Freeform 146">
              <a:extLst>
                <a:ext uri="{FF2B5EF4-FFF2-40B4-BE49-F238E27FC236}">
                  <a16:creationId xmlns:a16="http://schemas.microsoft.com/office/drawing/2014/main" id="{925FC775-3009-5B2A-78F8-D1058416D986}"/>
                </a:ext>
              </a:extLst>
            </p:cNvPr>
            <p:cNvSpPr>
              <a:spLocks/>
            </p:cNvSpPr>
            <p:nvPr/>
          </p:nvSpPr>
          <p:spPr bwMode="auto">
            <a:xfrm>
              <a:off x="4330700" y="2847975"/>
              <a:ext cx="114300" cy="361950"/>
            </a:xfrm>
            <a:custGeom>
              <a:avLst/>
              <a:gdLst>
                <a:gd name="T0" fmla="*/ 2147483646 w 72"/>
                <a:gd name="T1" fmla="*/ 0 h 228"/>
                <a:gd name="T2" fmla="*/ 2147483646 w 72"/>
                <a:gd name="T3" fmla="*/ 2147483646 h 228"/>
                <a:gd name="T4" fmla="*/ 2147483646 w 72"/>
                <a:gd name="T5" fmla="*/ 2147483646 h 228"/>
                <a:gd name="T6" fmla="*/ 0 w 72"/>
                <a:gd name="T7" fmla="*/ 2147483646 h 228"/>
                <a:gd name="T8" fmla="*/ 2147483646 w 72"/>
                <a:gd name="T9" fmla="*/ 2147483646 h 228"/>
                <a:gd name="T10" fmla="*/ 2147483646 w 72"/>
                <a:gd name="T11" fmla="*/ 0 h 2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2" h="228">
                  <a:moveTo>
                    <a:pt x="66" y="0"/>
                  </a:moveTo>
                  <a:lnTo>
                    <a:pt x="72" y="6"/>
                  </a:lnTo>
                  <a:lnTo>
                    <a:pt x="12" y="228"/>
                  </a:lnTo>
                  <a:lnTo>
                    <a:pt x="0" y="228"/>
                  </a:lnTo>
                  <a:lnTo>
                    <a:pt x="60" y="6"/>
                  </a:lnTo>
                  <a:lnTo>
                    <a:pt x="66"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34" name="Freeform 147">
              <a:extLst>
                <a:ext uri="{FF2B5EF4-FFF2-40B4-BE49-F238E27FC236}">
                  <a16:creationId xmlns:a16="http://schemas.microsoft.com/office/drawing/2014/main" id="{F7A07125-A92D-96DD-F1A5-93FB9AF0BA20}"/>
                </a:ext>
              </a:extLst>
            </p:cNvPr>
            <p:cNvSpPr>
              <a:spLocks/>
            </p:cNvSpPr>
            <p:nvPr/>
          </p:nvSpPr>
          <p:spPr bwMode="auto">
            <a:xfrm>
              <a:off x="4149725" y="2838450"/>
              <a:ext cx="190500" cy="361950"/>
            </a:xfrm>
            <a:custGeom>
              <a:avLst/>
              <a:gdLst>
                <a:gd name="T0" fmla="*/ 2147483646 w 120"/>
                <a:gd name="T1" fmla="*/ 2147483646 h 228"/>
                <a:gd name="T2" fmla="*/ 2147483646 w 120"/>
                <a:gd name="T3" fmla="*/ 2147483646 h 228"/>
                <a:gd name="T4" fmla="*/ 2147483646 w 120"/>
                <a:gd name="T5" fmla="*/ 2147483646 h 228"/>
                <a:gd name="T6" fmla="*/ 2147483646 w 120"/>
                <a:gd name="T7" fmla="*/ 0 h 228"/>
                <a:gd name="T8" fmla="*/ 2147483646 w 120"/>
                <a:gd name="T9" fmla="*/ 2147483646 h 228"/>
                <a:gd name="T10" fmla="*/ 2147483646 w 120"/>
                <a:gd name="T11" fmla="*/ 0 h 228"/>
                <a:gd name="T12" fmla="*/ 2147483646 w 120"/>
                <a:gd name="T13" fmla="*/ 2147483646 h 228"/>
                <a:gd name="T14" fmla="*/ 2147483646 w 120"/>
                <a:gd name="T15" fmla="*/ 0 h 228"/>
                <a:gd name="T16" fmla="*/ 2147483646 w 120"/>
                <a:gd name="T17" fmla="*/ 2147483646 h 228"/>
                <a:gd name="T18" fmla="*/ 2147483646 w 120"/>
                <a:gd name="T19" fmla="*/ 2147483646 h 228"/>
                <a:gd name="T20" fmla="*/ 0 w 120"/>
                <a:gd name="T21" fmla="*/ 2147483646 h 228"/>
                <a:gd name="T22" fmla="*/ 2147483646 w 120"/>
                <a:gd name="T23" fmla="*/ 2147483646 h 2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0" h="228">
                  <a:moveTo>
                    <a:pt x="30" y="228"/>
                  </a:moveTo>
                  <a:lnTo>
                    <a:pt x="78" y="78"/>
                  </a:lnTo>
                  <a:lnTo>
                    <a:pt x="102" y="54"/>
                  </a:lnTo>
                  <a:lnTo>
                    <a:pt x="120" y="0"/>
                  </a:lnTo>
                  <a:lnTo>
                    <a:pt x="102" y="30"/>
                  </a:lnTo>
                  <a:lnTo>
                    <a:pt x="96" y="0"/>
                  </a:lnTo>
                  <a:lnTo>
                    <a:pt x="78" y="24"/>
                  </a:lnTo>
                  <a:lnTo>
                    <a:pt x="72" y="0"/>
                  </a:lnTo>
                  <a:lnTo>
                    <a:pt x="54" y="36"/>
                  </a:lnTo>
                  <a:lnTo>
                    <a:pt x="60" y="72"/>
                  </a:lnTo>
                  <a:lnTo>
                    <a:pt x="0" y="228"/>
                  </a:lnTo>
                  <a:lnTo>
                    <a:pt x="30" y="2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35" name="Freeform 148">
              <a:extLst>
                <a:ext uri="{FF2B5EF4-FFF2-40B4-BE49-F238E27FC236}">
                  <a16:creationId xmlns:a16="http://schemas.microsoft.com/office/drawing/2014/main" id="{9F37A12E-CE4E-6654-7FA8-5DDAC1F19FA8}"/>
                </a:ext>
              </a:extLst>
            </p:cNvPr>
            <p:cNvSpPr>
              <a:spLocks/>
            </p:cNvSpPr>
            <p:nvPr/>
          </p:nvSpPr>
          <p:spPr bwMode="auto">
            <a:xfrm>
              <a:off x="4264025" y="2838450"/>
              <a:ext cx="85725" cy="123825"/>
            </a:xfrm>
            <a:custGeom>
              <a:avLst/>
              <a:gdLst>
                <a:gd name="T0" fmla="*/ 0 w 54"/>
                <a:gd name="T1" fmla="*/ 2147483646 h 78"/>
                <a:gd name="T2" fmla="*/ 2147483646 w 54"/>
                <a:gd name="T3" fmla="*/ 2147483646 h 78"/>
                <a:gd name="T4" fmla="*/ 2147483646 w 54"/>
                <a:gd name="T5" fmla="*/ 0 h 78"/>
                <a:gd name="T6" fmla="*/ 2147483646 w 54"/>
                <a:gd name="T7" fmla="*/ 0 h 78"/>
                <a:gd name="T8" fmla="*/ 2147483646 w 54"/>
                <a:gd name="T9" fmla="*/ 2147483646 h 78"/>
                <a:gd name="T10" fmla="*/ 2147483646 w 54"/>
                <a:gd name="T11" fmla="*/ 2147483646 h 78"/>
                <a:gd name="T12" fmla="*/ 0 w 54"/>
                <a:gd name="T13" fmla="*/ 2147483646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4" h="78">
                  <a:moveTo>
                    <a:pt x="0" y="78"/>
                  </a:moveTo>
                  <a:lnTo>
                    <a:pt x="24" y="54"/>
                  </a:lnTo>
                  <a:lnTo>
                    <a:pt x="42" y="0"/>
                  </a:lnTo>
                  <a:lnTo>
                    <a:pt x="54" y="0"/>
                  </a:lnTo>
                  <a:lnTo>
                    <a:pt x="36" y="54"/>
                  </a:lnTo>
                  <a:lnTo>
                    <a:pt x="12" y="78"/>
                  </a:lnTo>
                  <a:lnTo>
                    <a:pt x="0" y="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36" name="Freeform 149">
              <a:extLst>
                <a:ext uri="{FF2B5EF4-FFF2-40B4-BE49-F238E27FC236}">
                  <a16:creationId xmlns:a16="http://schemas.microsoft.com/office/drawing/2014/main" id="{EFC58340-0AD7-BCE3-046C-91D3B7586E14}"/>
                </a:ext>
              </a:extLst>
            </p:cNvPr>
            <p:cNvSpPr>
              <a:spLocks/>
            </p:cNvSpPr>
            <p:nvPr/>
          </p:nvSpPr>
          <p:spPr bwMode="auto">
            <a:xfrm>
              <a:off x="4264025" y="2838450"/>
              <a:ext cx="85725" cy="47625"/>
            </a:xfrm>
            <a:custGeom>
              <a:avLst/>
              <a:gdLst>
                <a:gd name="T0" fmla="*/ 2147483646 w 54"/>
                <a:gd name="T1" fmla="*/ 0 h 30"/>
                <a:gd name="T2" fmla="*/ 2147483646 w 54"/>
                <a:gd name="T3" fmla="*/ 2147483646 h 30"/>
                <a:gd name="T4" fmla="*/ 2147483646 w 54"/>
                <a:gd name="T5" fmla="*/ 2147483646 h 30"/>
                <a:gd name="T6" fmla="*/ 2147483646 w 54"/>
                <a:gd name="T7" fmla="*/ 2147483646 h 30"/>
                <a:gd name="T8" fmla="*/ 2147483646 w 54"/>
                <a:gd name="T9" fmla="*/ 2147483646 h 30"/>
                <a:gd name="T10" fmla="*/ 0 w 54"/>
                <a:gd name="T11" fmla="*/ 2147483646 h 30"/>
                <a:gd name="T12" fmla="*/ 2147483646 w 54"/>
                <a:gd name="T13" fmla="*/ 0 h 30"/>
                <a:gd name="T14" fmla="*/ 2147483646 w 54"/>
                <a:gd name="T15" fmla="*/ 0 h 30"/>
                <a:gd name="T16" fmla="*/ 2147483646 w 54"/>
                <a:gd name="T17" fmla="*/ 2147483646 h 30"/>
                <a:gd name="T18" fmla="*/ 2147483646 w 54"/>
                <a:gd name="T19" fmla="*/ 0 h 30"/>
                <a:gd name="T20" fmla="*/ 2147483646 w 54"/>
                <a:gd name="T21" fmla="*/ 0 h 30"/>
                <a:gd name="T22" fmla="*/ 2147483646 w 54"/>
                <a:gd name="T23" fmla="*/ 0 h 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30">
                  <a:moveTo>
                    <a:pt x="54" y="0"/>
                  </a:moveTo>
                  <a:lnTo>
                    <a:pt x="36" y="30"/>
                  </a:lnTo>
                  <a:lnTo>
                    <a:pt x="24" y="30"/>
                  </a:lnTo>
                  <a:lnTo>
                    <a:pt x="18" y="12"/>
                  </a:lnTo>
                  <a:lnTo>
                    <a:pt x="12" y="24"/>
                  </a:lnTo>
                  <a:lnTo>
                    <a:pt x="0" y="24"/>
                  </a:lnTo>
                  <a:lnTo>
                    <a:pt x="18" y="0"/>
                  </a:lnTo>
                  <a:lnTo>
                    <a:pt x="30" y="0"/>
                  </a:lnTo>
                  <a:lnTo>
                    <a:pt x="36" y="12"/>
                  </a:lnTo>
                  <a:lnTo>
                    <a:pt x="42" y="0"/>
                  </a:lnTo>
                  <a:lnTo>
                    <a:pt x="54"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37" name="Freeform 150">
              <a:extLst>
                <a:ext uri="{FF2B5EF4-FFF2-40B4-BE49-F238E27FC236}">
                  <a16:creationId xmlns:a16="http://schemas.microsoft.com/office/drawing/2014/main" id="{CE777D09-3A9C-2CE0-5F15-5864F15C19BE}"/>
                </a:ext>
              </a:extLst>
            </p:cNvPr>
            <p:cNvSpPr>
              <a:spLocks/>
            </p:cNvSpPr>
            <p:nvPr/>
          </p:nvSpPr>
          <p:spPr bwMode="auto">
            <a:xfrm>
              <a:off x="4254500" y="2838450"/>
              <a:ext cx="28575" cy="38100"/>
            </a:xfrm>
            <a:custGeom>
              <a:avLst/>
              <a:gdLst>
                <a:gd name="T0" fmla="*/ 2147483646 w 18"/>
                <a:gd name="T1" fmla="*/ 2147483646 h 24"/>
                <a:gd name="T2" fmla="*/ 2147483646 w 18"/>
                <a:gd name="T3" fmla="*/ 2147483646 h 24"/>
                <a:gd name="T4" fmla="*/ 0 w 18"/>
                <a:gd name="T5" fmla="*/ 0 h 24"/>
                <a:gd name="T6" fmla="*/ 2147483646 w 18"/>
                <a:gd name="T7" fmla="*/ 0 h 24"/>
                <a:gd name="T8" fmla="*/ 2147483646 w 18"/>
                <a:gd name="T9" fmla="*/ 2147483646 h 24"/>
                <a:gd name="T10" fmla="*/ 2147483646 w 18"/>
                <a:gd name="T11" fmla="*/ 2147483646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 h="24">
                  <a:moveTo>
                    <a:pt x="18" y="24"/>
                  </a:moveTo>
                  <a:lnTo>
                    <a:pt x="6" y="24"/>
                  </a:lnTo>
                  <a:lnTo>
                    <a:pt x="0" y="0"/>
                  </a:lnTo>
                  <a:lnTo>
                    <a:pt x="12" y="0"/>
                  </a:lnTo>
                  <a:lnTo>
                    <a:pt x="18" y="2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38" name="Freeform 151">
              <a:extLst>
                <a:ext uri="{FF2B5EF4-FFF2-40B4-BE49-F238E27FC236}">
                  <a16:creationId xmlns:a16="http://schemas.microsoft.com/office/drawing/2014/main" id="{A02D368A-789B-EA16-5289-86DEB78ED655}"/>
                </a:ext>
              </a:extLst>
            </p:cNvPr>
            <p:cNvSpPr>
              <a:spLocks/>
            </p:cNvSpPr>
            <p:nvPr/>
          </p:nvSpPr>
          <p:spPr bwMode="auto">
            <a:xfrm>
              <a:off x="4140200" y="2838450"/>
              <a:ext cx="133350" cy="371475"/>
            </a:xfrm>
            <a:custGeom>
              <a:avLst/>
              <a:gdLst>
                <a:gd name="T0" fmla="*/ 2147483646 w 84"/>
                <a:gd name="T1" fmla="*/ 0 h 234"/>
                <a:gd name="T2" fmla="*/ 2147483646 w 84"/>
                <a:gd name="T3" fmla="*/ 2147483646 h 234"/>
                <a:gd name="T4" fmla="*/ 2147483646 w 84"/>
                <a:gd name="T5" fmla="*/ 2147483646 h 234"/>
                <a:gd name="T6" fmla="*/ 2147483646 w 84"/>
                <a:gd name="T7" fmla="*/ 2147483646 h 234"/>
                <a:gd name="T8" fmla="*/ 2147483646 w 84"/>
                <a:gd name="T9" fmla="*/ 2147483646 h 234"/>
                <a:gd name="T10" fmla="*/ 2147483646 w 84"/>
                <a:gd name="T11" fmla="*/ 2147483646 h 234"/>
                <a:gd name="T12" fmla="*/ 2147483646 w 84"/>
                <a:gd name="T13" fmla="*/ 2147483646 h 234"/>
                <a:gd name="T14" fmla="*/ 0 w 84"/>
                <a:gd name="T15" fmla="*/ 2147483646 h 234"/>
                <a:gd name="T16" fmla="*/ 2147483646 w 84"/>
                <a:gd name="T17" fmla="*/ 2147483646 h 234"/>
                <a:gd name="T18" fmla="*/ 2147483646 w 84"/>
                <a:gd name="T19" fmla="*/ 2147483646 h 234"/>
                <a:gd name="T20" fmla="*/ 2147483646 w 84"/>
                <a:gd name="T21" fmla="*/ 0 h 234"/>
                <a:gd name="T22" fmla="*/ 2147483646 w 84"/>
                <a:gd name="T23" fmla="*/ 0 h 234"/>
                <a:gd name="T24" fmla="*/ 2147483646 w 84"/>
                <a:gd name="T25" fmla="*/ 0 h 2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234">
                  <a:moveTo>
                    <a:pt x="84" y="0"/>
                  </a:moveTo>
                  <a:lnTo>
                    <a:pt x="66" y="36"/>
                  </a:lnTo>
                  <a:lnTo>
                    <a:pt x="72" y="72"/>
                  </a:lnTo>
                  <a:lnTo>
                    <a:pt x="12" y="222"/>
                  </a:lnTo>
                  <a:lnTo>
                    <a:pt x="36" y="222"/>
                  </a:lnTo>
                  <a:lnTo>
                    <a:pt x="36" y="234"/>
                  </a:lnTo>
                  <a:lnTo>
                    <a:pt x="6" y="234"/>
                  </a:lnTo>
                  <a:lnTo>
                    <a:pt x="0" y="228"/>
                  </a:lnTo>
                  <a:lnTo>
                    <a:pt x="60" y="72"/>
                  </a:lnTo>
                  <a:lnTo>
                    <a:pt x="54" y="36"/>
                  </a:lnTo>
                  <a:lnTo>
                    <a:pt x="72" y="0"/>
                  </a:lnTo>
                  <a:lnTo>
                    <a:pt x="84"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39" name="Freeform 152">
              <a:extLst>
                <a:ext uri="{FF2B5EF4-FFF2-40B4-BE49-F238E27FC236}">
                  <a16:creationId xmlns:a16="http://schemas.microsoft.com/office/drawing/2014/main" id="{D427870C-F8BE-23F2-E939-8CBB31D588CB}"/>
                </a:ext>
              </a:extLst>
            </p:cNvPr>
            <p:cNvSpPr>
              <a:spLocks/>
            </p:cNvSpPr>
            <p:nvPr/>
          </p:nvSpPr>
          <p:spPr bwMode="auto">
            <a:xfrm>
              <a:off x="4187825" y="2962275"/>
              <a:ext cx="95250" cy="247650"/>
            </a:xfrm>
            <a:custGeom>
              <a:avLst/>
              <a:gdLst>
                <a:gd name="T0" fmla="*/ 0 w 60"/>
                <a:gd name="T1" fmla="*/ 2147483646 h 156"/>
                <a:gd name="T2" fmla="*/ 2147483646 w 60"/>
                <a:gd name="T3" fmla="*/ 0 h 156"/>
                <a:gd name="T4" fmla="*/ 2147483646 w 60"/>
                <a:gd name="T5" fmla="*/ 0 h 156"/>
                <a:gd name="T6" fmla="*/ 2147483646 w 60"/>
                <a:gd name="T7" fmla="*/ 2147483646 h 156"/>
                <a:gd name="T8" fmla="*/ 2147483646 w 60"/>
                <a:gd name="T9" fmla="*/ 2147483646 h 156"/>
                <a:gd name="T10" fmla="*/ 0 w 60"/>
                <a:gd name="T11" fmla="*/ 2147483646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0" h="156">
                  <a:moveTo>
                    <a:pt x="0" y="150"/>
                  </a:moveTo>
                  <a:lnTo>
                    <a:pt x="48" y="0"/>
                  </a:lnTo>
                  <a:lnTo>
                    <a:pt x="60" y="0"/>
                  </a:lnTo>
                  <a:lnTo>
                    <a:pt x="12" y="150"/>
                  </a:lnTo>
                  <a:lnTo>
                    <a:pt x="6" y="156"/>
                  </a:lnTo>
                  <a:lnTo>
                    <a:pt x="0" y="15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40" name="Freeform 153">
              <a:extLst>
                <a:ext uri="{FF2B5EF4-FFF2-40B4-BE49-F238E27FC236}">
                  <a16:creationId xmlns:a16="http://schemas.microsoft.com/office/drawing/2014/main" id="{64D488DE-E169-1967-1F26-21A72DDB89E3}"/>
                </a:ext>
              </a:extLst>
            </p:cNvPr>
            <p:cNvSpPr>
              <a:spLocks/>
            </p:cNvSpPr>
            <p:nvPr/>
          </p:nvSpPr>
          <p:spPr bwMode="auto">
            <a:xfrm>
              <a:off x="4730750" y="2724150"/>
              <a:ext cx="447675" cy="85725"/>
            </a:xfrm>
            <a:custGeom>
              <a:avLst/>
              <a:gdLst>
                <a:gd name="T0" fmla="*/ 2147483646 w 282"/>
                <a:gd name="T1" fmla="*/ 0 h 54"/>
                <a:gd name="T2" fmla="*/ 0 w 282"/>
                <a:gd name="T3" fmla="*/ 2147483646 h 54"/>
                <a:gd name="T4" fmla="*/ 2147483646 w 282"/>
                <a:gd name="T5" fmla="*/ 2147483646 h 54"/>
                <a:gd name="T6" fmla="*/ 2147483646 w 282"/>
                <a:gd name="T7" fmla="*/ 2147483646 h 54"/>
                <a:gd name="T8" fmla="*/ 2147483646 w 282"/>
                <a:gd name="T9" fmla="*/ 2147483646 h 54"/>
                <a:gd name="T10" fmla="*/ 2147483646 w 282"/>
                <a:gd name="T11" fmla="*/ 2147483646 h 54"/>
                <a:gd name="T12" fmla="*/ 2147483646 w 282"/>
                <a:gd name="T13" fmla="*/ 2147483646 h 54"/>
                <a:gd name="T14" fmla="*/ 2147483646 w 282"/>
                <a:gd name="T15" fmla="*/ 0 h 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2" h="54">
                  <a:moveTo>
                    <a:pt x="48" y="0"/>
                  </a:moveTo>
                  <a:lnTo>
                    <a:pt x="0" y="24"/>
                  </a:lnTo>
                  <a:lnTo>
                    <a:pt x="36" y="48"/>
                  </a:lnTo>
                  <a:lnTo>
                    <a:pt x="78" y="36"/>
                  </a:lnTo>
                  <a:lnTo>
                    <a:pt x="252" y="54"/>
                  </a:lnTo>
                  <a:lnTo>
                    <a:pt x="282" y="24"/>
                  </a:lnTo>
                  <a:lnTo>
                    <a:pt x="84" y="24"/>
                  </a:lnTo>
                  <a:lnTo>
                    <a:pt x="48"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41" name="Freeform 154">
              <a:extLst>
                <a:ext uri="{FF2B5EF4-FFF2-40B4-BE49-F238E27FC236}">
                  <a16:creationId xmlns:a16="http://schemas.microsoft.com/office/drawing/2014/main" id="{A34E5857-AFAD-7E45-11EB-7F3C4DED35DE}"/>
                </a:ext>
              </a:extLst>
            </p:cNvPr>
            <p:cNvSpPr>
              <a:spLocks/>
            </p:cNvSpPr>
            <p:nvPr/>
          </p:nvSpPr>
          <p:spPr bwMode="auto">
            <a:xfrm>
              <a:off x="4730750" y="2714625"/>
              <a:ext cx="457200" cy="104775"/>
            </a:xfrm>
            <a:custGeom>
              <a:avLst/>
              <a:gdLst>
                <a:gd name="T0" fmla="*/ 0 w 288"/>
                <a:gd name="T1" fmla="*/ 2147483646 h 66"/>
                <a:gd name="T2" fmla="*/ 2147483646 w 288"/>
                <a:gd name="T3" fmla="*/ 2147483646 h 66"/>
                <a:gd name="T4" fmla="*/ 2147483646 w 288"/>
                <a:gd name="T5" fmla="*/ 2147483646 h 66"/>
                <a:gd name="T6" fmla="*/ 2147483646 w 288"/>
                <a:gd name="T7" fmla="*/ 2147483646 h 66"/>
                <a:gd name="T8" fmla="*/ 2147483646 w 288"/>
                <a:gd name="T9" fmla="*/ 2147483646 h 66"/>
                <a:gd name="T10" fmla="*/ 2147483646 w 288"/>
                <a:gd name="T11" fmla="*/ 2147483646 h 66"/>
                <a:gd name="T12" fmla="*/ 2147483646 w 288"/>
                <a:gd name="T13" fmla="*/ 2147483646 h 66"/>
                <a:gd name="T14" fmla="*/ 2147483646 w 288"/>
                <a:gd name="T15" fmla="*/ 0 h 66"/>
                <a:gd name="T16" fmla="*/ 2147483646 w 288"/>
                <a:gd name="T17" fmla="*/ 2147483646 h 66"/>
                <a:gd name="T18" fmla="*/ 2147483646 w 288"/>
                <a:gd name="T19" fmla="*/ 2147483646 h 66"/>
                <a:gd name="T20" fmla="*/ 2147483646 w 288"/>
                <a:gd name="T21" fmla="*/ 2147483646 h 66"/>
                <a:gd name="T22" fmla="*/ 2147483646 w 288"/>
                <a:gd name="T23" fmla="*/ 2147483646 h 66"/>
                <a:gd name="T24" fmla="*/ 2147483646 w 288"/>
                <a:gd name="T25" fmla="*/ 2147483646 h 66"/>
                <a:gd name="T26" fmla="*/ 2147483646 w 288"/>
                <a:gd name="T27" fmla="*/ 2147483646 h 66"/>
                <a:gd name="T28" fmla="*/ 2147483646 w 288"/>
                <a:gd name="T29" fmla="*/ 2147483646 h 66"/>
                <a:gd name="T30" fmla="*/ 0 w 288"/>
                <a:gd name="T31" fmla="*/ 2147483646 h 66"/>
                <a:gd name="T32" fmla="*/ 0 w 288"/>
                <a:gd name="T33" fmla="*/ 2147483646 h 66"/>
                <a:gd name="T34" fmla="*/ 0 w 288"/>
                <a:gd name="T35" fmla="*/ 214748364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8" h="66">
                  <a:moveTo>
                    <a:pt x="0" y="24"/>
                  </a:moveTo>
                  <a:lnTo>
                    <a:pt x="36" y="48"/>
                  </a:lnTo>
                  <a:lnTo>
                    <a:pt x="78" y="36"/>
                  </a:lnTo>
                  <a:lnTo>
                    <a:pt x="252" y="54"/>
                  </a:lnTo>
                  <a:lnTo>
                    <a:pt x="270" y="36"/>
                  </a:lnTo>
                  <a:lnTo>
                    <a:pt x="84" y="36"/>
                  </a:lnTo>
                  <a:lnTo>
                    <a:pt x="48" y="12"/>
                  </a:lnTo>
                  <a:lnTo>
                    <a:pt x="48" y="0"/>
                  </a:lnTo>
                  <a:lnTo>
                    <a:pt x="84" y="24"/>
                  </a:lnTo>
                  <a:lnTo>
                    <a:pt x="282" y="24"/>
                  </a:lnTo>
                  <a:lnTo>
                    <a:pt x="288" y="30"/>
                  </a:lnTo>
                  <a:lnTo>
                    <a:pt x="258" y="60"/>
                  </a:lnTo>
                  <a:lnTo>
                    <a:pt x="252" y="66"/>
                  </a:lnTo>
                  <a:lnTo>
                    <a:pt x="78" y="48"/>
                  </a:lnTo>
                  <a:lnTo>
                    <a:pt x="36" y="60"/>
                  </a:lnTo>
                  <a:lnTo>
                    <a:pt x="0" y="36"/>
                  </a:lnTo>
                  <a:lnTo>
                    <a:pt x="0" y="2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42" name="Freeform 155">
              <a:extLst>
                <a:ext uri="{FF2B5EF4-FFF2-40B4-BE49-F238E27FC236}">
                  <a16:creationId xmlns:a16="http://schemas.microsoft.com/office/drawing/2014/main" id="{3EB13820-6F52-A32C-1F84-E481AFC7C632}"/>
                </a:ext>
              </a:extLst>
            </p:cNvPr>
            <p:cNvSpPr>
              <a:spLocks/>
            </p:cNvSpPr>
            <p:nvPr/>
          </p:nvSpPr>
          <p:spPr bwMode="auto">
            <a:xfrm>
              <a:off x="4730750" y="2714625"/>
              <a:ext cx="76200" cy="57150"/>
            </a:xfrm>
            <a:custGeom>
              <a:avLst/>
              <a:gdLst>
                <a:gd name="T0" fmla="*/ 2147483646 w 48"/>
                <a:gd name="T1" fmla="*/ 2147483646 h 36"/>
                <a:gd name="T2" fmla="*/ 0 w 48"/>
                <a:gd name="T3" fmla="*/ 2147483646 h 36"/>
                <a:gd name="T4" fmla="*/ 0 w 48"/>
                <a:gd name="T5" fmla="*/ 2147483646 h 36"/>
                <a:gd name="T6" fmla="*/ 2147483646 w 48"/>
                <a:gd name="T7" fmla="*/ 0 h 36"/>
                <a:gd name="T8" fmla="*/ 2147483646 w 48"/>
                <a:gd name="T9" fmla="*/ 2147483646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36">
                  <a:moveTo>
                    <a:pt x="48" y="12"/>
                  </a:moveTo>
                  <a:lnTo>
                    <a:pt x="0" y="36"/>
                  </a:lnTo>
                  <a:lnTo>
                    <a:pt x="0" y="24"/>
                  </a:lnTo>
                  <a:lnTo>
                    <a:pt x="48" y="0"/>
                  </a:lnTo>
                  <a:lnTo>
                    <a:pt x="48" y="1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43" name="AutoShape 179">
              <a:extLst>
                <a:ext uri="{FF2B5EF4-FFF2-40B4-BE49-F238E27FC236}">
                  <a16:creationId xmlns:a16="http://schemas.microsoft.com/office/drawing/2014/main" id="{A9F3351D-65A8-0989-6BB6-52C5B12230AE}"/>
                </a:ext>
              </a:extLst>
            </p:cNvPr>
            <p:cNvSpPr>
              <a:spLocks noChangeArrowheads="1"/>
            </p:cNvSpPr>
            <p:nvPr/>
          </p:nvSpPr>
          <p:spPr bwMode="auto">
            <a:xfrm>
              <a:off x="4229100" y="3657781"/>
              <a:ext cx="1239837" cy="1684467"/>
            </a:xfrm>
            <a:prstGeom prst="flowChartDocumen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44000" tIns="108000" rIns="144000" bIns="46800">
              <a:spAutoFit/>
            </a:bodyPr>
            <a:lstStyle>
              <a:lvl1pPr>
                <a:tabLst>
                  <a:tab pos="257175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257175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257175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257175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257175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257175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257175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257175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2571750" algn="l"/>
                </a:tabLst>
                <a:defRPr sz="2400">
                  <a:solidFill>
                    <a:schemeClr val="tx1"/>
                  </a:solidFill>
                  <a:latin typeface="Arial Narrow" panose="020B0606020202030204" pitchFamily="34" charset="0"/>
                  <a:ea typeface="MS PGothic" panose="020B0600070205080204" pitchFamily="34" charset="-128"/>
                </a:defRPr>
              </a:lvl9pPr>
            </a:lstStyle>
            <a:p>
              <a:r>
                <a:rPr lang="en-US" altLang="en-US" b="1">
                  <a:latin typeface="Arial" panose="020B0604020202020204" pitchFamily="34" charset="0"/>
                </a:rPr>
                <a:t>Data:</a:t>
              </a:r>
            </a:p>
            <a:p>
              <a:r>
                <a:rPr lang="en-US" altLang="en-US" sz="1800" b="1">
                  <a:latin typeface="Arial" panose="020B0604020202020204" pitchFamily="34" charset="0"/>
                </a:rPr>
                <a:t>Guests</a:t>
              </a:r>
            </a:p>
            <a:p>
              <a:r>
                <a:rPr lang="en-US" altLang="en-US" sz="1800" b="1">
                  <a:latin typeface="Arial" panose="020B0604020202020204" pitchFamily="34" charset="0"/>
                </a:rPr>
                <a:t>Rooms</a:t>
              </a:r>
            </a:p>
            <a:p>
              <a:r>
                <a:rPr lang="en-US" altLang="en-US" sz="1800" b="1">
                  <a:latin typeface="Arial" panose="020B0604020202020204" pitchFamily="34" charset="0"/>
                </a:rPr>
                <a:t>Services</a:t>
              </a:r>
            </a:p>
          </p:txBody>
        </p:sp>
      </p:grpSp>
      <p:grpSp>
        <p:nvGrpSpPr>
          <p:cNvPr id="57348" name="Group 2">
            <a:extLst>
              <a:ext uri="{FF2B5EF4-FFF2-40B4-BE49-F238E27FC236}">
                <a16:creationId xmlns:a16="http://schemas.microsoft.com/office/drawing/2014/main" id="{C44664EB-9195-5C5D-B7A7-C953B9B983DA}"/>
              </a:ext>
            </a:extLst>
          </p:cNvPr>
          <p:cNvGrpSpPr>
            <a:grpSpLocks/>
          </p:cNvGrpSpPr>
          <p:nvPr/>
        </p:nvGrpSpPr>
        <p:grpSpPr bwMode="auto">
          <a:xfrm>
            <a:off x="5219700" y="1341438"/>
            <a:ext cx="2309813" cy="4970462"/>
            <a:chOff x="1204913" y="1390650"/>
            <a:chExt cx="2309812" cy="4970463"/>
          </a:xfrm>
        </p:grpSpPr>
        <p:sp>
          <p:nvSpPr>
            <p:cNvPr id="57351" name="Rectangle 2">
              <a:extLst>
                <a:ext uri="{FF2B5EF4-FFF2-40B4-BE49-F238E27FC236}">
                  <a16:creationId xmlns:a16="http://schemas.microsoft.com/office/drawing/2014/main" id="{480F2549-F4BB-6CA0-ACC0-21F6CA1E8270}"/>
                </a:ext>
              </a:extLst>
            </p:cNvPr>
            <p:cNvSpPr>
              <a:spLocks noChangeArrowheads="1"/>
            </p:cNvSpPr>
            <p:nvPr/>
          </p:nvSpPr>
          <p:spPr bwMode="auto">
            <a:xfrm>
              <a:off x="2139951" y="2457450"/>
              <a:ext cx="304800" cy="2286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sp>
          <p:nvSpPr>
            <p:cNvPr id="57352" name="Rectangle 3">
              <a:extLst>
                <a:ext uri="{FF2B5EF4-FFF2-40B4-BE49-F238E27FC236}">
                  <a16:creationId xmlns:a16="http://schemas.microsoft.com/office/drawing/2014/main" id="{D1AE2A39-9B05-A01B-42A4-E84A38DF3896}"/>
                </a:ext>
              </a:extLst>
            </p:cNvPr>
            <p:cNvSpPr>
              <a:spLocks noChangeArrowheads="1"/>
            </p:cNvSpPr>
            <p:nvPr/>
          </p:nvSpPr>
          <p:spPr bwMode="auto">
            <a:xfrm>
              <a:off x="1730376" y="2895600"/>
              <a:ext cx="361950" cy="27146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sp>
          <p:nvSpPr>
            <p:cNvPr id="57353" name="Freeform 4">
              <a:extLst>
                <a:ext uri="{FF2B5EF4-FFF2-40B4-BE49-F238E27FC236}">
                  <a16:creationId xmlns:a16="http://schemas.microsoft.com/office/drawing/2014/main" id="{948B07CB-F908-02EC-DA44-E424C97E4C68}"/>
                </a:ext>
              </a:extLst>
            </p:cNvPr>
            <p:cNvSpPr>
              <a:spLocks/>
            </p:cNvSpPr>
            <p:nvPr/>
          </p:nvSpPr>
          <p:spPr bwMode="auto">
            <a:xfrm>
              <a:off x="1663701" y="2419350"/>
              <a:ext cx="838200" cy="533400"/>
            </a:xfrm>
            <a:custGeom>
              <a:avLst/>
              <a:gdLst>
                <a:gd name="T0" fmla="*/ 0 w 528"/>
                <a:gd name="T1" fmla="*/ 846772500 h 336"/>
                <a:gd name="T2" fmla="*/ 725805000 w 528"/>
                <a:gd name="T3" fmla="*/ 0 h 336"/>
                <a:gd name="T4" fmla="*/ 1330642500 w 528"/>
                <a:gd name="T5" fmla="*/ 0 h 336"/>
                <a:gd name="T6" fmla="*/ 725805000 w 528"/>
                <a:gd name="T7" fmla="*/ 846772500 h 336"/>
                <a:gd name="T8" fmla="*/ 0 w 528"/>
                <a:gd name="T9" fmla="*/ 846772500 h 3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8" h="336">
                  <a:moveTo>
                    <a:pt x="0" y="336"/>
                  </a:moveTo>
                  <a:cubicBezTo>
                    <a:pt x="204" y="93"/>
                    <a:pt x="54" y="270"/>
                    <a:pt x="288" y="0"/>
                  </a:cubicBezTo>
                  <a:cubicBezTo>
                    <a:pt x="477" y="0"/>
                    <a:pt x="345" y="3"/>
                    <a:pt x="528" y="0"/>
                  </a:cubicBezTo>
                  <a:cubicBezTo>
                    <a:pt x="357" y="252"/>
                    <a:pt x="525" y="0"/>
                    <a:pt x="288" y="336"/>
                  </a:cubicBezTo>
                  <a:cubicBezTo>
                    <a:pt x="45" y="336"/>
                    <a:pt x="219" y="336"/>
                    <a:pt x="0" y="336"/>
                  </a:cubicBezTo>
                  <a:close/>
                </a:path>
              </a:pathLst>
            </a:custGeom>
            <a:solidFill>
              <a:srgbClr val="FF66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GB"/>
            </a:p>
          </p:txBody>
        </p:sp>
        <p:sp>
          <p:nvSpPr>
            <p:cNvPr id="57354" name="Freeform 95">
              <a:extLst>
                <a:ext uri="{FF2B5EF4-FFF2-40B4-BE49-F238E27FC236}">
                  <a16:creationId xmlns:a16="http://schemas.microsoft.com/office/drawing/2014/main" id="{FEE3CE6C-08FF-8647-AC86-766021F00494}"/>
                </a:ext>
              </a:extLst>
            </p:cNvPr>
            <p:cNvSpPr>
              <a:spLocks/>
            </p:cNvSpPr>
            <p:nvPr/>
          </p:nvSpPr>
          <p:spPr bwMode="auto">
            <a:xfrm>
              <a:off x="2320925" y="1981200"/>
              <a:ext cx="628650" cy="361950"/>
            </a:xfrm>
            <a:custGeom>
              <a:avLst/>
              <a:gdLst>
                <a:gd name="T0" fmla="*/ 2147483646 w 396"/>
                <a:gd name="T1" fmla="*/ 2147483646 h 228"/>
                <a:gd name="T2" fmla="*/ 2147483646 w 396"/>
                <a:gd name="T3" fmla="*/ 2147483646 h 228"/>
                <a:gd name="T4" fmla="*/ 2147483646 w 396"/>
                <a:gd name="T5" fmla="*/ 2147483646 h 228"/>
                <a:gd name="T6" fmla="*/ 2147483646 w 396"/>
                <a:gd name="T7" fmla="*/ 2147483646 h 228"/>
                <a:gd name="T8" fmla="*/ 2147483646 w 396"/>
                <a:gd name="T9" fmla="*/ 0 h 228"/>
                <a:gd name="T10" fmla="*/ 2147483646 w 396"/>
                <a:gd name="T11" fmla="*/ 0 h 228"/>
                <a:gd name="T12" fmla="*/ 2147483646 w 396"/>
                <a:gd name="T13" fmla="*/ 2147483646 h 228"/>
                <a:gd name="T14" fmla="*/ 2147483646 w 396"/>
                <a:gd name="T15" fmla="*/ 2147483646 h 228"/>
                <a:gd name="T16" fmla="*/ 2147483646 w 396"/>
                <a:gd name="T17" fmla="*/ 2147483646 h 228"/>
                <a:gd name="T18" fmla="*/ 2147483646 w 396"/>
                <a:gd name="T19" fmla="*/ 2147483646 h 228"/>
                <a:gd name="T20" fmla="*/ 0 w 396"/>
                <a:gd name="T21" fmla="*/ 2147483646 h 228"/>
                <a:gd name="T22" fmla="*/ 2147483646 w 396"/>
                <a:gd name="T23" fmla="*/ 2147483646 h 2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96" h="228">
                  <a:moveTo>
                    <a:pt x="12" y="210"/>
                  </a:moveTo>
                  <a:lnTo>
                    <a:pt x="378" y="210"/>
                  </a:lnTo>
                  <a:lnTo>
                    <a:pt x="378" y="18"/>
                  </a:lnTo>
                  <a:lnTo>
                    <a:pt x="12" y="18"/>
                  </a:lnTo>
                  <a:lnTo>
                    <a:pt x="12" y="0"/>
                  </a:lnTo>
                  <a:lnTo>
                    <a:pt x="384" y="0"/>
                  </a:lnTo>
                  <a:lnTo>
                    <a:pt x="396" y="12"/>
                  </a:lnTo>
                  <a:lnTo>
                    <a:pt x="396" y="216"/>
                  </a:lnTo>
                  <a:lnTo>
                    <a:pt x="384" y="228"/>
                  </a:lnTo>
                  <a:lnTo>
                    <a:pt x="12" y="228"/>
                  </a:lnTo>
                  <a:lnTo>
                    <a:pt x="0" y="216"/>
                  </a:lnTo>
                  <a:lnTo>
                    <a:pt x="12" y="2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55" name="Freeform 96">
              <a:extLst>
                <a:ext uri="{FF2B5EF4-FFF2-40B4-BE49-F238E27FC236}">
                  <a16:creationId xmlns:a16="http://schemas.microsoft.com/office/drawing/2014/main" id="{FAD5F752-B15D-615D-1817-26A0EF7E16E4}"/>
                </a:ext>
              </a:extLst>
            </p:cNvPr>
            <p:cNvSpPr>
              <a:spLocks/>
            </p:cNvSpPr>
            <p:nvPr/>
          </p:nvSpPr>
          <p:spPr bwMode="auto">
            <a:xfrm>
              <a:off x="2320925" y="1981200"/>
              <a:ext cx="28575" cy="342900"/>
            </a:xfrm>
            <a:custGeom>
              <a:avLst/>
              <a:gdLst>
                <a:gd name="T0" fmla="*/ 2147483646 w 18"/>
                <a:gd name="T1" fmla="*/ 2147483646 h 216"/>
                <a:gd name="T2" fmla="*/ 2147483646 w 18"/>
                <a:gd name="T3" fmla="*/ 2147483646 h 216"/>
                <a:gd name="T4" fmla="*/ 0 w 18"/>
                <a:gd name="T5" fmla="*/ 2147483646 h 216"/>
                <a:gd name="T6" fmla="*/ 0 w 18"/>
                <a:gd name="T7" fmla="*/ 2147483646 h 216"/>
                <a:gd name="T8" fmla="*/ 2147483646 w 18"/>
                <a:gd name="T9" fmla="*/ 0 h 216"/>
                <a:gd name="T10" fmla="*/ 2147483646 w 18"/>
                <a:gd name="T11" fmla="*/ 2147483646 h 2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 h="216">
                  <a:moveTo>
                    <a:pt x="18" y="12"/>
                  </a:moveTo>
                  <a:lnTo>
                    <a:pt x="18" y="216"/>
                  </a:lnTo>
                  <a:lnTo>
                    <a:pt x="0" y="216"/>
                  </a:lnTo>
                  <a:lnTo>
                    <a:pt x="0" y="12"/>
                  </a:lnTo>
                  <a:lnTo>
                    <a:pt x="12" y="0"/>
                  </a:lnTo>
                  <a:lnTo>
                    <a:pt x="1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56" name="Rectangle 97">
              <a:extLst>
                <a:ext uri="{FF2B5EF4-FFF2-40B4-BE49-F238E27FC236}">
                  <a16:creationId xmlns:a16="http://schemas.microsoft.com/office/drawing/2014/main" id="{A6F88D69-A01A-BD1B-4047-26D0A7502C21}"/>
                </a:ext>
              </a:extLst>
            </p:cNvPr>
            <p:cNvSpPr>
              <a:spLocks noChangeArrowheads="1"/>
            </p:cNvSpPr>
            <p:nvPr/>
          </p:nvSpPr>
          <p:spPr bwMode="auto">
            <a:xfrm>
              <a:off x="2339975" y="2162175"/>
              <a:ext cx="5905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7357" name="Rectangle 98">
              <a:extLst>
                <a:ext uri="{FF2B5EF4-FFF2-40B4-BE49-F238E27FC236}">
                  <a16:creationId xmlns:a16="http://schemas.microsoft.com/office/drawing/2014/main" id="{DC0AA79C-36C9-24E0-F85F-0FB8AA6D9CAD}"/>
                </a:ext>
              </a:extLst>
            </p:cNvPr>
            <p:cNvSpPr>
              <a:spLocks noChangeArrowheads="1"/>
            </p:cNvSpPr>
            <p:nvPr/>
          </p:nvSpPr>
          <p:spPr bwMode="auto">
            <a:xfrm>
              <a:off x="2339975" y="2085975"/>
              <a:ext cx="5905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7358" name="Rectangle 99">
              <a:extLst>
                <a:ext uri="{FF2B5EF4-FFF2-40B4-BE49-F238E27FC236}">
                  <a16:creationId xmlns:a16="http://schemas.microsoft.com/office/drawing/2014/main" id="{1FB63D31-7B05-0D6F-5386-FA61127EBDF3}"/>
                </a:ext>
              </a:extLst>
            </p:cNvPr>
            <p:cNvSpPr>
              <a:spLocks noChangeArrowheads="1"/>
            </p:cNvSpPr>
            <p:nvPr/>
          </p:nvSpPr>
          <p:spPr bwMode="auto">
            <a:xfrm>
              <a:off x="2339975" y="2238375"/>
              <a:ext cx="5905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7359" name="Rectangle 100">
              <a:extLst>
                <a:ext uri="{FF2B5EF4-FFF2-40B4-BE49-F238E27FC236}">
                  <a16:creationId xmlns:a16="http://schemas.microsoft.com/office/drawing/2014/main" id="{6E00CDF7-C6DF-FBFF-F1FD-5C25D685EEC5}"/>
                </a:ext>
              </a:extLst>
            </p:cNvPr>
            <p:cNvSpPr>
              <a:spLocks noChangeArrowheads="1"/>
            </p:cNvSpPr>
            <p:nvPr/>
          </p:nvSpPr>
          <p:spPr bwMode="auto">
            <a:xfrm>
              <a:off x="2616200" y="2009775"/>
              <a:ext cx="19050" cy="3143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7360" name="Rectangle 101">
              <a:extLst>
                <a:ext uri="{FF2B5EF4-FFF2-40B4-BE49-F238E27FC236}">
                  <a16:creationId xmlns:a16="http://schemas.microsoft.com/office/drawing/2014/main" id="{9A24D415-FF7A-CF5B-6DBA-0D077FD45CD5}"/>
                </a:ext>
              </a:extLst>
            </p:cNvPr>
            <p:cNvSpPr>
              <a:spLocks noChangeArrowheads="1"/>
            </p:cNvSpPr>
            <p:nvPr/>
          </p:nvSpPr>
          <p:spPr bwMode="auto">
            <a:xfrm>
              <a:off x="2473325" y="2009775"/>
              <a:ext cx="19050" cy="3143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7361" name="Rectangle 102">
              <a:extLst>
                <a:ext uri="{FF2B5EF4-FFF2-40B4-BE49-F238E27FC236}">
                  <a16:creationId xmlns:a16="http://schemas.microsoft.com/office/drawing/2014/main" id="{BC74402B-5B4C-BC5B-3929-1C57FBBEF6FA}"/>
                </a:ext>
              </a:extLst>
            </p:cNvPr>
            <p:cNvSpPr>
              <a:spLocks noChangeArrowheads="1"/>
            </p:cNvSpPr>
            <p:nvPr/>
          </p:nvSpPr>
          <p:spPr bwMode="auto">
            <a:xfrm>
              <a:off x="2759075" y="2000250"/>
              <a:ext cx="19050" cy="3238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7362" name="Rectangle 103">
              <a:extLst>
                <a:ext uri="{FF2B5EF4-FFF2-40B4-BE49-F238E27FC236}">
                  <a16:creationId xmlns:a16="http://schemas.microsoft.com/office/drawing/2014/main" id="{843C0875-DD09-2E8F-503C-B4B645D5B5D9}"/>
                </a:ext>
              </a:extLst>
            </p:cNvPr>
            <p:cNvSpPr>
              <a:spLocks noChangeArrowheads="1"/>
            </p:cNvSpPr>
            <p:nvPr/>
          </p:nvSpPr>
          <p:spPr bwMode="auto">
            <a:xfrm>
              <a:off x="2835275" y="2009775"/>
              <a:ext cx="19050" cy="3143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7363" name="Rectangle 104">
              <a:extLst>
                <a:ext uri="{FF2B5EF4-FFF2-40B4-BE49-F238E27FC236}">
                  <a16:creationId xmlns:a16="http://schemas.microsoft.com/office/drawing/2014/main" id="{B9B55618-B0DD-0987-8200-10880B7EFCA0}"/>
                </a:ext>
              </a:extLst>
            </p:cNvPr>
            <p:cNvSpPr>
              <a:spLocks noChangeArrowheads="1"/>
            </p:cNvSpPr>
            <p:nvPr/>
          </p:nvSpPr>
          <p:spPr bwMode="auto">
            <a:xfrm>
              <a:off x="2692400" y="2000250"/>
              <a:ext cx="19050" cy="3238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7364" name="Rectangle 105">
              <a:extLst>
                <a:ext uri="{FF2B5EF4-FFF2-40B4-BE49-F238E27FC236}">
                  <a16:creationId xmlns:a16="http://schemas.microsoft.com/office/drawing/2014/main" id="{AE023B10-11D8-B33E-56F9-A641B9E3D4E5}"/>
                </a:ext>
              </a:extLst>
            </p:cNvPr>
            <p:cNvSpPr>
              <a:spLocks noChangeArrowheads="1"/>
            </p:cNvSpPr>
            <p:nvPr/>
          </p:nvSpPr>
          <p:spPr bwMode="auto">
            <a:xfrm>
              <a:off x="2549525" y="2009775"/>
              <a:ext cx="19050" cy="3143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7365" name="Rectangle 106">
              <a:extLst>
                <a:ext uri="{FF2B5EF4-FFF2-40B4-BE49-F238E27FC236}">
                  <a16:creationId xmlns:a16="http://schemas.microsoft.com/office/drawing/2014/main" id="{7C1268A2-A1FB-EF05-E1A0-62C88CEFA081}"/>
                </a:ext>
              </a:extLst>
            </p:cNvPr>
            <p:cNvSpPr>
              <a:spLocks noChangeArrowheads="1"/>
            </p:cNvSpPr>
            <p:nvPr/>
          </p:nvSpPr>
          <p:spPr bwMode="auto">
            <a:xfrm>
              <a:off x="2406650" y="2000250"/>
              <a:ext cx="19050" cy="3238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7366" name="Freeform 107">
              <a:extLst>
                <a:ext uri="{FF2B5EF4-FFF2-40B4-BE49-F238E27FC236}">
                  <a16:creationId xmlns:a16="http://schemas.microsoft.com/office/drawing/2014/main" id="{EB61CF29-0A6C-870A-44AE-686EE2B4988E}"/>
                </a:ext>
              </a:extLst>
            </p:cNvPr>
            <p:cNvSpPr>
              <a:spLocks/>
            </p:cNvSpPr>
            <p:nvPr/>
          </p:nvSpPr>
          <p:spPr bwMode="auto">
            <a:xfrm>
              <a:off x="2160588" y="2422525"/>
              <a:ext cx="20637" cy="258763"/>
            </a:xfrm>
            <a:custGeom>
              <a:avLst/>
              <a:gdLst>
                <a:gd name="T0" fmla="*/ 2147483646 w 12"/>
                <a:gd name="T1" fmla="*/ 2147483646 h 150"/>
                <a:gd name="T2" fmla="*/ 2147483646 w 12"/>
                <a:gd name="T3" fmla="*/ 2147483646 h 150"/>
                <a:gd name="T4" fmla="*/ 0 w 12"/>
                <a:gd name="T5" fmla="*/ 2147483646 h 150"/>
                <a:gd name="T6" fmla="*/ 0 w 12"/>
                <a:gd name="T7" fmla="*/ 2147483646 h 150"/>
                <a:gd name="T8" fmla="*/ 2147483646 w 12"/>
                <a:gd name="T9" fmla="*/ 0 h 150"/>
                <a:gd name="T10" fmla="*/ 2147483646 w 12"/>
                <a:gd name="T11" fmla="*/ 2147483646 h 1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150">
                  <a:moveTo>
                    <a:pt x="12" y="6"/>
                  </a:moveTo>
                  <a:lnTo>
                    <a:pt x="12" y="150"/>
                  </a:lnTo>
                  <a:lnTo>
                    <a:pt x="0" y="150"/>
                  </a:lnTo>
                  <a:lnTo>
                    <a:pt x="0" y="6"/>
                  </a:lnTo>
                  <a:lnTo>
                    <a:pt x="6" y="0"/>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67" name="Freeform 108">
              <a:extLst>
                <a:ext uri="{FF2B5EF4-FFF2-40B4-BE49-F238E27FC236}">
                  <a16:creationId xmlns:a16="http://schemas.microsoft.com/office/drawing/2014/main" id="{D9A41B24-E9DF-9B84-E405-317A1D8EAC70}"/>
                </a:ext>
              </a:extLst>
            </p:cNvPr>
            <p:cNvSpPr>
              <a:spLocks/>
            </p:cNvSpPr>
            <p:nvPr/>
          </p:nvSpPr>
          <p:spPr bwMode="auto">
            <a:xfrm>
              <a:off x="2108200" y="2443163"/>
              <a:ext cx="155575" cy="123825"/>
            </a:xfrm>
            <a:custGeom>
              <a:avLst/>
              <a:gdLst>
                <a:gd name="T0" fmla="*/ 2147483646 w 90"/>
                <a:gd name="T1" fmla="*/ 2147483646 h 72"/>
                <a:gd name="T2" fmla="*/ 0 w 90"/>
                <a:gd name="T3" fmla="*/ 2147483646 h 72"/>
                <a:gd name="T4" fmla="*/ 2147483646 w 90"/>
                <a:gd name="T5" fmla="*/ 2147483646 h 72"/>
                <a:gd name="T6" fmla="*/ 2147483646 w 90"/>
                <a:gd name="T7" fmla="*/ 0 h 72"/>
                <a:gd name="T8" fmla="*/ 2147483646 w 90"/>
                <a:gd name="T9" fmla="*/ 2147483646 h 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 h="72">
                  <a:moveTo>
                    <a:pt x="30" y="6"/>
                  </a:moveTo>
                  <a:lnTo>
                    <a:pt x="0" y="72"/>
                  </a:lnTo>
                  <a:lnTo>
                    <a:pt x="72" y="66"/>
                  </a:lnTo>
                  <a:lnTo>
                    <a:pt x="90" y="0"/>
                  </a:lnTo>
                  <a:lnTo>
                    <a:pt x="3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68" name="Freeform 109">
              <a:extLst>
                <a:ext uri="{FF2B5EF4-FFF2-40B4-BE49-F238E27FC236}">
                  <a16:creationId xmlns:a16="http://schemas.microsoft.com/office/drawing/2014/main" id="{B763E250-A220-2ECC-F80A-80454F4E6FC9}"/>
                </a:ext>
              </a:extLst>
            </p:cNvPr>
            <p:cNvSpPr>
              <a:spLocks/>
            </p:cNvSpPr>
            <p:nvPr/>
          </p:nvSpPr>
          <p:spPr bwMode="auto">
            <a:xfrm>
              <a:off x="2098675" y="2432050"/>
              <a:ext cx="176213" cy="146050"/>
            </a:xfrm>
            <a:custGeom>
              <a:avLst/>
              <a:gdLst>
                <a:gd name="T0" fmla="*/ 2147483646 w 102"/>
                <a:gd name="T1" fmla="*/ 2147483646 h 84"/>
                <a:gd name="T2" fmla="*/ 2147483646 w 102"/>
                <a:gd name="T3" fmla="*/ 2147483646 h 84"/>
                <a:gd name="T4" fmla="*/ 2147483646 w 102"/>
                <a:gd name="T5" fmla="*/ 2147483646 h 84"/>
                <a:gd name="T6" fmla="*/ 2147483646 w 102"/>
                <a:gd name="T7" fmla="*/ 2147483646 h 84"/>
                <a:gd name="T8" fmla="*/ 2147483646 w 102"/>
                <a:gd name="T9" fmla="*/ 2147483646 h 84"/>
                <a:gd name="T10" fmla="*/ 2147483646 w 102"/>
                <a:gd name="T11" fmla="*/ 0 h 84"/>
                <a:gd name="T12" fmla="*/ 2147483646 w 102"/>
                <a:gd name="T13" fmla="*/ 2147483646 h 84"/>
                <a:gd name="T14" fmla="*/ 2147483646 w 102"/>
                <a:gd name="T15" fmla="*/ 2147483646 h 84"/>
                <a:gd name="T16" fmla="*/ 2147483646 w 102"/>
                <a:gd name="T17" fmla="*/ 2147483646 h 84"/>
                <a:gd name="T18" fmla="*/ 2147483646 w 102"/>
                <a:gd name="T19" fmla="*/ 2147483646 h 84"/>
                <a:gd name="T20" fmla="*/ 0 w 102"/>
                <a:gd name="T21" fmla="*/ 2147483646 h 84"/>
                <a:gd name="T22" fmla="*/ 2147483646 w 102"/>
                <a:gd name="T23" fmla="*/ 2147483646 h 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2" h="84">
                  <a:moveTo>
                    <a:pt x="6" y="72"/>
                  </a:moveTo>
                  <a:lnTo>
                    <a:pt x="72" y="66"/>
                  </a:lnTo>
                  <a:lnTo>
                    <a:pt x="90" y="12"/>
                  </a:lnTo>
                  <a:lnTo>
                    <a:pt x="36" y="18"/>
                  </a:lnTo>
                  <a:lnTo>
                    <a:pt x="36" y="6"/>
                  </a:lnTo>
                  <a:lnTo>
                    <a:pt x="96" y="0"/>
                  </a:lnTo>
                  <a:lnTo>
                    <a:pt x="102" y="6"/>
                  </a:lnTo>
                  <a:lnTo>
                    <a:pt x="84" y="72"/>
                  </a:lnTo>
                  <a:lnTo>
                    <a:pt x="78" y="78"/>
                  </a:lnTo>
                  <a:lnTo>
                    <a:pt x="6" y="84"/>
                  </a:lnTo>
                  <a:lnTo>
                    <a:pt x="0" y="78"/>
                  </a:lnTo>
                  <a:lnTo>
                    <a:pt x="6"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69" name="Freeform 110">
              <a:extLst>
                <a:ext uri="{FF2B5EF4-FFF2-40B4-BE49-F238E27FC236}">
                  <a16:creationId xmlns:a16="http://schemas.microsoft.com/office/drawing/2014/main" id="{FADBDED7-278F-7F16-3414-CD8A36210437}"/>
                </a:ext>
              </a:extLst>
            </p:cNvPr>
            <p:cNvSpPr>
              <a:spLocks/>
            </p:cNvSpPr>
            <p:nvPr/>
          </p:nvSpPr>
          <p:spPr bwMode="auto">
            <a:xfrm>
              <a:off x="2098675" y="2443163"/>
              <a:ext cx="73025" cy="123825"/>
            </a:xfrm>
            <a:custGeom>
              <a:avLst/>
              <a:gdLst>
                <a:gd name="T0" fmla="*/ 2147483646 w 42"/>
                <a:gd name="T1" fmla="*/ 2147483646 h 72"/>
                <a:gd name="T2" fmla="*/ 2147483646 w 42"/>
                <a:gd name="T3" fmla="*/ 2147483646 h 72"/>
                <a:gd name="T4" fmla="*/ 0 w 42"/>
                <a:gd name="T5" fmla="*/ 2147483646 h 72"/>
                <a:gd name="T6" fmla="*/ 2147483646 w 42"/>
                <a:gd name="T7" fmla="*/ 2147483646 h 72"/>
                <a:gd name="T8" fmla="*/ 2147483646 w 42"/>
                <a:gd name="T9" fmla="*/ 0 h 72"/>
                <a:gd name="T10" fmla="*/ 2147483646 w 42"/>
                <a:gd name="T11" fmla="*/ 2147483646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 h="72">
                  <a:moveTo>
                    <a:pt x="42" y="6"/>
                  </a:moveTo>
                  <a:lnTo>
                    <a:pt x="12" y="72"/>
                  </a:lnTo>
                  <a:lnTo>
                    <a:pt x="0" y="72"/>
                  </a:lnTo>
                  <a:lnTo>
                    <a:pt x="30" y="6"/>
                  </a:lnTo>
                  <a:lnTo>
                    <a:pt x="36" y="0"/>
                  </a:lnTo>
                  <a:lnTo>
                    <a:pt x="4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70" name="Freeform 111">
              <a:extLst>
                <a:ext uri="{FF2B5EF4-FFF2-40B4-BE49-F238E27FC236}">
                  <a16:creationId xmlns:a16="http://schemas.microsoft.com/office/drawing/2014/main" id="{D2526068-BD55-D1B3-D02A-EB892170E0E3}"/>
                </a:ext>
              </a:extLst>
            </p:cNvPr>
            <p:cNvSpPr>
              <a:spLocks/>
            </p:cNvSpPr>
            <p:nvPr/>
          </p:nvSpPr>
          <p:spPr bwMode="auto">
            <a:xfrm>
              <a:off x="2233613" y="2390775"/>
              <a:ext cx="82550" cy="176213"/>
            </a:xfrm>
            <a:custGeom>
              <a:avLst/>
              <a:gdLst>
                <a:gd name="T0" fmla="*/ 2147483646 w 48"/>
                <a:gd name="T1" fmla="*/ 2147483646 h 102"/>
                <a:gd name="T2" fmla="*/ 2147483646 w 48"/>
                <a:gd name="T3" fmla="*/ 0 h 102"/>
                <a:gd name="T4" fmla="*/ 2147483646 w 48"/>
                <a:gd name="T5" fmla="*/ 2147483646 h 102"/>
                <a:gd name="T6" fmla="*/ 0 w 48"/>
                <a:gd name="T7" fmla="*/ 2147483646 h 102"/>
                <a:gd name="T8" fmla="*/ 2147483646 w 48"/>
                <a:gd name="T9" fmla="*/ 21474836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102">
                  <a:moveTo>
                    <a:pt x="18" y="30"/>
                  </a:moveTo>
                  <a:lnTo>
                    <a:pt x="48" y="0"/>
                  </a:lnTo>
                  <a:lnTo>
                    <a:pt x="30" y="72"/>
                  </a:lnTo>
                  <a:lnTo>
                    <a:pt x="0" y="102"/>
                  </a:lnTo>
                  <a:lnTo>
                    <a:pt x="18"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71" name="Freeform 112">
              <a:extLst>
                <a:ext uri="{FF2B5EF4-FFF2-40B4-BE49-F238E27FC236}">
                  <a16:creationId xmlns:a16="http://schemas.microsoft.com/office/drawing/2014/main" id="{15D898BC-D94F-08C2-5C41-7E99B334E172}"/>
                </a:ext>
              </a:extLst>
            </p:cNvPr>
            <p:cNvSpPr>
              <a:spLocks/>
            </p:cNvSpPr>
            <p:nvPr/>
          </p:nvSpPr>
          <p:spPr bwMode="auto">
            <a:xfrm>
              <a:off x="2222500" y="2390775"/>
              <a:ext cx="103188" cy="176213"/>
            </a:xfrm>
            <a:custGeom>
              <a:avLst/>
              <a:gdLst>
                <a:gd name="T0" fmla="*/ 2147483646 w 60"/>
                <a:gd name="T1" fmla="*/ 0 h 102"/>
                <a:gd name="T2" fmla="*/ 2147483646 w 60"/>
                <a:gd name="T3" fmla="*/ 0 h 102"/>
                <a:gd name="T4" fmla="*/ 2147483646 w 60"/>
                <a:gd name="T5" fmla="*/ 2147483646 h 102"/>
                <a:gd name="T6" fmla="*/ 2147483646 w 60"/>
                <a:gd name="T7" fmla="*/ 2147483646 h 102"/>
                <a:gd name="T8" fmla="*/ 0 w 60"/>
                <a:gd name="T9" fmla="*/ 2147483646 h 102"/>
                <a:gd name="T10" fmla="*/ 2147483646 w 60"/>
                <a:gd name="T11" fmla="*/ 2147483646 h 102"/>
                <a:gd name="T12" fmla="*/ 2147483646 w 60"/>
                <a:gd name="T13" fmla="*/ 2147483646 h 102"/>
                <a:gd name="T14" fmla="*/ 2147483646 w 60"/>
                <a:gd name="T15" fmla="*/ 2147483646 h 102"/>
                <a:gd name="T16" fmla="*/ 2147483646 w 60"/>
                <a:gd name="T17" fmla="*/ 2147483646 h 102"/>
                <a:gd name="T18" fmla="*/ 2147483646 w 60"/>
                <a:gd name="T19" fmla="*/ 0 h 102"/>
                <a:gd name="T20" fmla="*/ 2147483646 w 60"/>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0" h="102">
                  <a:moveTo>
                    <a:pt x="48" y="0"/>
                  </a:moveTo>
                  <a:lnTo>
                    <a:pt x="60" y="0"/>
                  </a:lnTo>
                  <a:lnTo>
                    <a:pt x="42" y="72"/>
                  </a:lnTo>
                  <a:lnTo>
                    <a:pt x="12" y="102"/>
                  </a:lnTo>
                  <a:lnTo>
                    <a:pt x="0" y="102"/>
                  </a:lnTo>
                  <a:lnTo>
                    <a:pt x="18" y="30"/>
                  </a:lnTo>
                  <a:lnTo>
                    <a:pt x="30" y="30"/>
                  </a:lnTo>
                  <a:lnTo>
                    <a:pt x="18" y="84"/>
                  </a:lnTo>
                  <a:lnTo>
                    <a:pt x="30" y="72"/>
                  </a:lnTo>
                  <a:lnTo>
                    <a:pt x="4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72" name="Freeform 113">
              <a:extLst>
                <a:ext uri="{FF2B5EF4-FFF2-40B4-BE49-F238E27FC236}">
                  <a16:creationId xmlns:a16="http://schemas.microsoft.com/office/drawing/2014/main" id="{251C3AA4-197B-A648-B220-1331BED273BE}"/>
                </a:ext>
              </a:extLst>
            </p:cNvPr>
            <p:cNvSpPr>
              <a:spLocks/>
            </p:cNvSpPr>
            <p:nvPr/>
          </p:nvSpPr>
          <p:spPr bwMode="auto">
            <a:xfrm>
              <a:off x="2254250" y="2390775"/>
              <a:ext cx="71438" cy="52388"/>
            </a:xfrm>
            <a:custGeom>
              <a:avLst/>
              <a:gdLst>
                <a:gd name="T0" fmla="*/ 0 w 42"/>
                <a:gd name="T1" fmla="*/ 2147483646 h 30"/>
                <a:gd name="T2" fmla="*/ 2147483646 w 42"/>
                <a:gd name="T3" fmla="*/ 0 h 30"/>
                <a:gd name="T4" fmla="*/ 2147483646 w 42"/>
                <a:gd name="T5" fmla="*/ 0 h 30"/>
                <a:gd name="T6" fmla="*/ 2147483646 w 42"/>
                <a:gd name="T7" fmla="*/ 2147483646 h 30"/>
                <a:gd name="T8" fmla="*/ 0 w 42"/>
                <a:gd name="T9" fmla="*/ 2147483646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30">
                  <a:moveTo>
                    <a:pt x="0" y="30"/>
                  </a:moveTo>
                  <a:lnTo>
                    <a:pt x="30" y="0"/>
                  </a:lnTo>
                  <a:lnTo>
                    <a:pt x="42" y="0"/>
                  </a:lnTo>
                  <a:lnTo>
                    <a:pt x="12" y="30"/>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73" name="Freeform 114">
              <a:extLst>
                <a:ext uri="{FF2B5EF4-FFF2-40B4-BE49-F238E27FC236}">
                  <a16:creationId xmlns:a16="http://schemas.microsoft.com/office/drawing/2014/main" id="{3D77BA25-AB30-653F-B5A1-93B17F381D96}"/>
                </a:ext>
              </a:extLst>
            </p:cNvPr>
            <p:cNvSpPr>
              <a:spLocks/>
            </p:cNvSpPr>
            <p:nvPr/>
          </p:nvSpPr>
          <p:spPr bwMode="auto">
            <a:xfrm>
              <a:off x="2108200" y="2557463"/>
              <a:ext cx="134938" cy="71437"/>
            </a:xfrm>
            <a:custGeom>
              <a:avLst/>
              <a:gdLst>
                <a:gd name="T0" fmla="*/ 2147483646 w 78"/>
                <a:gd name="T1" fmla="*/ 0 h 42"/>
                <a:gd name="T2" fmla="*/ 2147483646 w 78"/>
                <a:gd name="T3" fmla="*/ 2147483646 h 42"/>
                <a:gd name="T4" fmla="*/ 0 w 78"/>
                <a:gd name="T5" fmla="*/ 2147483646 h 42"/>
                <a:gd name="T6" fmla="*/ 0 w 78"/>
                <a:gd name="T7" fmla="*/ 2147483646 h 42"/>
                <a:gd name="T8" fmla="*/ 2147483646 w 78"/>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42">
                  <a:moveTo>
                    <a:pt x="78" y="0"/>
                  </a:moveTo>
                  <a:lnTo>
                    <a:pt x="72" y="36"/>
                  </a:lnTo>
                  <a:lnTo>
                    <a:pt x="0" y="42"/>
                  </a:lnTo>
                  <a:lnTo>
                    <a:pt x="0" y="6"/>
                  </a:lnTo>
                  <a:lnTo>
                    <a:pt x="7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74" name="Freeform 115">
              <a:extLst>
                <a:ext uri="{FF2B5EF4-FFF2-40B4-BE49-F238E27FC236}">
                  <a16:creationId xmlns:a16="http://schemas.microsoft.com/office/drawing/2014/main" id="{31394C1B-4ACB-9BEA-4615-253A21686F1A}"/>
                </a:ext>
              </a:extLst>
            </p:cNvPr>
            <p:cNvSpPr>
              <a:spLocks/>
            </p:cNvSpPr>
            <p:nvPr/>
          </p:nvSpPr>
          <p:spPr bwMode="auto">
            <a:xfrm>
              <a:off x="2098675" y="2546350"/>
              <a:ext cx="144463" cy="93663"/>
            </a:xfrm>
            <a:custGeom>
              <a:avLst/>
              <a:gdLst>
                <a:gd name="T0" fmla="*/ 2147483646 w 84"/>
                <a:gd name="T1" fmla="*/ 2147483646 h 54"/>
                <a:gd name="T2" fmla="*/ 2147483646 w 84"/>
                <a:gd name="T3" fmla="*/ 2147483646 h 54"/>
                <a:gd name="T4" fmla="*/ 2147483646 w 84"/>
                <a:gd name="T5" fmla="*/ 2147483646 h 54"/>
                <a:gd name="T6" fmla="*/ 0 w 84"/>
                <a:gd name="T7" fmla="*/ 2147483646 h 54"/>
                <a:gd name="T8" fmla="*/ 0 w 84"/>
                <a:gd name="T9" fmla="*/ 2147483646 h 54"/>
                <a:gd name="T10" fmla="*/ 2147483646 w 84"/>
                <a:gd name="T11" fmla="*/ 2147483646 h 54"/>
                <a:gd name="T12" fmla="*/ 2147483646 w 84"/>
                <a:gd name="T13" fmla="*/ 0 h 54"/>
                <a:gd name="T14" fmla="*/ 2147483646 w 84"/>
                <a:gd name="T15" fmla="*/ 2147483646 h 54"/>
                <a:gd name="T16" fmla="*/ 2147483646 w 84"/>
                <a:gd name="T17" fmla="*/ 2147483646 h 54"/>
                <a:gd name="T18" fmla="*/ 2147483646 w 84"/>
                <a:gd name="T19" fmla="*/ 2147483646 h 54"/>
                <a:gd name="T20" fmla="*/ 2147483646 w 84"/>
                <a:gd name="T21" fmla="*/ 2147483646 h 54"/>
                <a:gd name="T22" fmla="*/ 2147483646 w 84"/>
                <a:gd name="T23" fmla="*/ 2147483646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4" h="54">
                  <a:moveTo>
                    <a:pt x="84" y="42"/>
                  </a:moveTo>
                  <a:lnTo>
                    <a:pt x="78" y="48"/>
                  </a:lnTo>
                  <a:lnTo>
                    <a:pt x="6" y="54"/>
                  </a:lnTo>
                  <a:lnTo>
                    <a:pt x="0" y="48"/>
                  </a:lnTo>
                  <a:lnTo>
                    <a:pt x="0" y="12"/>
                  </a:lnTo>
                  <a:lnTo>
                    <a:pt x="6" y="6"/>
                  </a:lnTo>
                  <a:lnTo>
                    <a:pt x="84" y="0"/>
                  </a:lnTo>
                  <a:lnTo>
                    <a:pt x="84" y="12"/>
                  </a:lnTo>
                  <a:lnTo>
                    <a:pt x="12" y="18"/>
                  </a:lnTo>
                  <a:lnTo>
                    <a:pt x="12" y="42"/>
                  </a:lnTo>
                  <a:lnTo>
                    <a:pt x="78" y="36"/>
                  </a:lnTo>
                  <a:lnTo>
                    <a:pt x="84"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75" name="Freeform 116">
              <a:extLst>
                <a:ext uri="{FF2B5EF4-FFF2-40B4-BE49-F238E27FC236}">
                  <a16:creationId xmlns:a16="http://schemas.microsoft.com/office/drawing/2014/main" id="{D2F1A1E2-7A7F-B00D-547B-6E6561091D1C}"/>
                </a:ext>
              </a:extLst>
            </p:cNvPr>
            <p:cNvSpPr>
              <a:spLocks/>
            </p:cNvSpPr>
            <p:nvPr/>
          </p:nvSpPr>
          <p:spPr bwMode="auto">
            <a:xfrm>
              <a:off x="2222500" y="2546350"/>
              <a:ext cx="31750" cy="73025"/>
            </a:xfrm>
            <a:custGeom>
              <a:avLst/>
              <a:gdLst>
                <a:gd name="T0" fmla="*/ 2147483646 w 18"/>
                <a:gd name="T1" fmla="*/ 0 h 42"/>
                <a:gd name="T2" fmla="*/ 2147483646 w 18"/>
                <a:gd name="T3" fmla="*/ 2147483646 h 42"/>
                <a:gd name="T4" fmla="*/ 2147483646 w 18"/>
                <a:gd name="T5" fmla="*/ 2147483646 h 42"/>
                <a:gd name="T6" fmla="*/ 0 w 18"/>
                <a:gd name="T7" fmla="*/ 2147483646 h 42"/>
                <a:gd name="T8" fmla="*/ 2147483646 w 18"/>
                <a:gd name="T9" fmla="*/ 2147483646 h 42"/>
                <a:gd name="T10" fmla="*/ 2147483646 w 18"/>
                <a:gd name="T11" fmla="*/ 0 h 4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 h="42">
                  <a:moveTo>
                    <a:pt x="12" y="0"/>
                  </a:moveTo>
                  <a:lnTo>
                    <a:pt x="18" y="6"/>
                  </a:lnTo>
                  <a:lnTo>
                    <a:pt x="12" y="42"/>
                  </a:lnTo>
                  <a:lnTo>
                    <a:pt x="0" y="42"/>
                  </a:lnTo>
                  <a:lnTo>
                    <a:pt x="6" y="6"/>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76" name="Freeform 117">
              <a:extLst>
                <a:ext uri="{FF2B5EF4-FFF2-40B4-BE49-F238E27FC236}">
                  <a16:creationId xmlns:a16="http://schemas.microsoft.com/office/drawing/2014/main" id="{AC0D8E30-CDBC-A95B-C7A2-16A8F711C163}"/>
                </a:ext>
              </a:extLst>
            </p:cNvPr>
            <p:cNvSpPr>
              <a:spLocks/>
            </p:cNvSpPr>
            <p:nvPr/>
          </p:nvSpPr>
          <p:spPr bwMode="auto">
            <a:xfrm>
              <a:off x="1808163" y="2701925"/>
              <a:ext cx="279400" cy="176213"/>
            </a:xfrm>
            <a:custGeom>
              <a:avLst/>
              <a:gdLst>
                <a:gd name="T0" fmla="*/ 2147483646 w 162"/>
                <a:gd name="T1" fmla="*/ 0 h 102"/>
                <a:gd name="T2" fmla="*/ 2147483646 w 162"/>
                <a:gd name="T3" fmla="*/ 2147483646 h 102"/>
                <a:gd name="T4" fmla="*/ 2147483646 w 162"/>
                <a:gd name="T5" fmla="*/ 2147483646 h 102"/>
                <a:gd name="T6" fmla="*/ 2147483646 w 162"/>
                <a:gd name="T7" fmla="*/ 2147483646 h 102"/>
                <a:gd name="T8" fmla="*/ 0 w 162"/>
                <a:gd name="T9" fmla="*/ 2147483646 h 102"/>
                <a:gd name="T10" fmla="*/ 2147483646 w 162"/>
                <a:gd name="T11" fmla="*/ 2147483646 h 102"/>
                <a:gd name="T12" fmla="*/ 2147483646 w 162"/>
                <a:gd name="T13" fmla="*/ 2147483646 h 102"/>
                <a:gd name="T14" fmla="*/ 2147483646 w 162"/>
                <a:gd name="T15" fmla="*/ 2147483646 h 102"/>
                <a:gd name="T16" fmla="*/ 2147483646 w 162"/>
                <a:gd name="T17" fmla="*/ 2147483646 h 102"/>
                <a:gd name="T18" fmla="*/ 2147483646 w 162"/>
                <a:gd name="T19" fmla="*/ 2147483646 h 102"/>
                <a:gd name="T20" fmla="*/ 2147483646 w 162"/>
                <a:gd name="T21" fmla="*/ 2147483646 h 102"/>
                <a:gd name="T22" fmla="*/ 2147483646 w 162"/>
                <a:gd name="T23" fmla="*/ 2147483646 h 102"/>
                <a:gd name="T24" fmla="*/ 2147483646 w 162"/>
                <a:gd name="T25" fmla="*/ 2147483646 h 102"/>
                <a:gd name="T26" fmla="*/ 2147483646 w 162"/>
                <a:gd name="T27" fmla="*/ 2147483646 h 102"/>
                <a:gd name="T28" fmla="*/ 2147483646 w 162"/>
                <a:gd name="T29" fmla="*/ 0 h 102"/>
                <a:gd name="T30" fmla="*/ 2147483646 w 162"/>
                <a:gd name="T31" fmla="*/ 0 h 1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2" h="102">
                  <a:moveTo>
                    <a:pt x="132" y="0"/>
                  </a:moveTo>
                  <a:lnTo>
                    <a:pt x="84" y="6"/>
                  </a:lnTo>
                  <a:lnTo>
                    <a:pt x="48" y="12"/>
                  </a:lnTo>
                  <a:lnTo>
                    <a:pt x="6" y="54"/>
                  </a:lnTo>
                  <a:lnTo>
                    <a:pt x="0" y="66"/>
                  </a:lnTo>
                  <a:lnTo>
                    <a:pt x="18" y="84"/>
                  </a:lnTo>
                  <a:lnTo>
                    <a:pt x="48" y="96"/>
                  </a:lnTo>
                  <a:lnTo>
                    <a:pt x="66" y="102"/>
                  </a:lnTo>
                  <a:lnTo>
                    <a:pt x="84" y="102"/>
                  </a:lnTo>
                  <a:lnTo>
                    <a:pt x="120" y="90"/>
                  </a:lnTo>
                  <a:lnTo>
                    <a:pt x="132" y="84"/>
                  </a:lnTo>
                  <a:lnTo>
                    <a:pt x="144" y="72"/>
                  </a:lnTo>
                  <a:lnTo>
                    <a:pt x="162" y="18"/>
                  </a:lnTo>
                  <a:lnTo>
                    <a:pt x="162" y="12"/>
                  </a:lnTo>
                  <a:lnTo>
                    <a:pt x="150" y="0"/>
                  </a:lnTo>
                  <a:lnTo>
                    <a:pt x="13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77" name="Freeform 118">
              <a:extLst>
                <a:ext uri="{FF2B5EF4-FFF2-40B4-BE49-F238E27FC236}">
                  <a16:creationId xmlns:a16="http://schemas.microsoft.com/office/drawing/2014/main" id="{00112147-488C-97DC-D333-D855F462E921}"/>
                </a:ext>
              </a:extLst>
            </p:cNvPr>
            <p:cNvSpPr>
              <a:spLocks/>
            </p:cNvSpPr>
            <p:nvPr/>
          </p:nvSpPr>
          <p:spPr bwMode="auto">
            <a:xfrm>
              <a:off x="1797050" y="2690813"/>
              <a:ext cx="301625" cy="198437"/>
            </a:xfrm>
            <a:custGeom>
              <a:avLst/>
              <a:gdLst>
                <a:gd name="T0" fmla="*/ 2147483646 w 174"/>
                <a:gd name="T1" fmla="*/ 2147483646 h 114"/>
                <a:gd name="T2" fmla="*/ 2147483646 w 174"/>
                <a:gd name="T3" fmla="*/ 2147483646 h 114"/>
                <a:gd name="T4" fmla="*/ 2147483646 w 174"/>
                <a:gd name="T5" fmla="*/ 2147483646 h 114"/>
                <a:gd name="T6" fmla="*/ 2147483646 w 174"/>
                <a:gd name="T7" fmla="*/ 2147483646 h 114"/>
                <a:gd name="T8" fmla="*/ 2147483646 w 174"/>
                <a:gd name="T9" fmla="*/ 2147483646 h 114"/>
                <a:gd name="T10" fmla="*/ 2147483646 w 174"/>
                <a:gd name="T11" fmla="*/ 2147483646 h 114"/>
                <a:gd name="T12" fmla="*/ 2147483646 w 174"/>
                <a:gd name="T13" fmla="*/ 2147483646 h 114"/>
                <a:gd name="T14" fmla="*/ 2147483646 w 174"/>
                <a:gd name="T15" fmla="*/ 2147483646 h 114"/>
                <a:gd name="T16" fmla="*/ 2147483646 w 174"/>
                <a:gd name="T17" fmla="*/ 2147483646 h 114"/>
                <a:gd name="T18" fmla="*/ 2147483646 w 174"/>
                <a:gd name="T19" fmla="*/ 2147483646 h 114"/>
                <a:gd name="T20" fmla="*/ 2147483646 w 174"/>
                <a:gd name="T21" fmla="*/ 2147483646 h 114"/>
                <a:gd name="T22" fmla="*/ 2147483646 w 174"/>
                <a:gd name="T23" fmla="*/ 2147483646 h 114"/>
                <a:gd name="T24" fmla="*/ 2147483646 w 174"/>
                <a:gd name="T25" fmla="*/ 2147483646 h 114"/>
                <a:gd name="T26" fmla="*/ 2147483646 w 174"/>
                <a:gd name="T27" fmla="*/ 2147483646 h 114"/>
                <a:gd name="T28" fmla="*/ 2147483646 w 174"/>
                <a:gd name="T29" fmla="*/ 2147483646 h 114"/>
                <a:gd name="T30" fmla="*/ 2147483646 w 174"/>
                <a:gd name="T31" fmla="*/ 0 h 114"/>
                <a:gd name="T32" fmla="*/ 2147483646 w 174"/>
                <a:gd name="T33" fmla="*/ 0 h 114"/>
                <a:gd name="T34" fmla="*/ 2147483646 w 174"/>
                <a:gd name="T35" fmla="*/ 2147483646 h 114"/>
                <a:gd name="T36" fmla="*/ 2147483646 w 174"/>
                <a:gd name="T37" fmla="*/ 2147483646 h 114"/>
                <a:gd name="T38" fmla="*/ 2147483646 w 174"/>
                <a:gd name="T39" fmla="*/ 2147483646 h 114"/>
                <a:gd name="T40" fmla="*/ 2147483646 w 174"/>
                <a:gd name="T41" fmla="*/ 2147483646 h 114"/>
                <a:gd name="T42" fmla="*/ 2147483646 w 174"/>
                <a:gd name="T43" fmla="*/ 2147483646 h 114"/>
                <a:gd name="T44" fmla="*/ 2147483646 w 174"/>
                <a:gd name="T45" fmla="*/ 2147483646 h 114"/>
                <a:gd name="T46" fmla="*/ 2147483646 w 174"/>
                <a:gd name="T47" fmla="*/ 2147483646 h 114"/>
                <a:gd name="T48" fmla="*/ 2147483646 w 174"/>
                <a:gd name="T49" fmla="*/ 2147483646 h 114"/>
                <a:gd name="T50" fmla="*/ 2147483646 w 174"/>
                <a:gd name="T51" fmla="*/ 2147483646 h 114"/>
                <a:gd name="T52" fmla="*/ 2147483646 w 174"/>
                <a:gd name="T53" fmla="*/ 2147483646 h 114"/>
                <a:gd name="T54" fmla="*/ 2147483646 w 174"/>
                <a:gd name="T55" fmla="*/ 2147483646 h 114"/>
                <a:gd name="T56" fmla="*/ 2147483646 w 174"/>
                <a:gd name="T57" fmla="*/ 2147483646 h 114"/>
                <a:gd name="T58" fmla="*/ 0 w 174"/>
                <a:gd name="T59" fmla="*/ 2147483646 h 114"/>
                <a:gd name="T60" fmla="*/ 2147483646 w 174"/>
                <a:gd name="T61" fmla="*/ 2147483646 h 114"/>
                <a:gd name="T62" fmla="*/ 2147483646 w 174"/>
                <a:gd name="T63" fmla="*/ 2147483646 h 114"/>
                <a:gd name="T64" fmla="*/ 2147483646 w 174"/>
                <a:gd name="T65" fmla="*/ 2147483646 h 114"/>
                <a:gd name="T66" fmla="*/ 2147483646 w 174"/>
                <a:gd name="T67" fmla="*/ 2147483646 h 114"/>
                <a:gd name="T68" fmla="*/ 2147483646 w 174"/>
                <a:gd name="T69" fmla="*/ 2147483646 h 11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74" h="114">
                  <a:moveTo>
                    <a:pt x="90" y="18"/>
                  </a:moveTo>
                  <a:lnTo>
                    <a:pt x="54" y="24"/>
                  </a:lnTo>
                  <a:lnTo>
                    <a:pt x="18" y="60"/>
                  </a:lnTo>
                  <a:lnTo>
                    <a:pt x="12" y="72"/>
                  </a:lnTo>
                  <a:lnTo>
                    <a:pt x="24" y="84"/>
                  </a:lnTo>
                  <a:lnTo>
                    <a:pt x="54" y="96"/>
                  </a:lnTo>
                  <a:lnTo>
                    <a:pt x="72" y="102"/>
                  </a:lnTo>
                  <a:lnTo>
                    <a:pt x="90" y="102"/>
                  </a:lnTo>
                  <a:lnTo>
                    <a:pt x="126" y="90"/>
                  </a:lnTo>
                  <a:lnTo>
                    <a:pt x="138" y="84"/>
                  </a:lnTo>
                  <a:lnTo>
                    <a:pt x="144" y="78"/>
                  </a:lnTo>
                  <a:lnTo>
                    <a:pt x="162" y="24"/>
                  </a:lnTo>
                  <a:lnTo>
                    <a:pt x="162" y="18"/>
                  </a:lnTo>
                  <a:lnTo>
                    <a:pt x="156" y="12"/>
                  </a:lnTo>
                  <a:lnTo>
                    <a:pt x="138" y="12"/>
                  </a:lnTo>
                  <a:lnTo>
                    <a:pt x="138" y="0"/>
                  </a:lnTo>
                  <a:lnTo>
                    <a:pt x="156" y="0"/>
                  </a:lnTo>
                  <a:lnTo>
                    <a:pt x="162" y="6"/>
                  </a:lnTo>
                  <a:lnTo>
                    <a:pt x="174" y="18"/>
                  </a:lnTo>
                  <a:lnTo>
                    <a:pt x="174" y="24"/>
                  </a:lnTo>
                  <a:lnTo>
                    <a:pt x="156" y="78"/>
                  </a:lnTo>
                  <a:lnTo>
                    <a:pt x="144" y="90"/>
                  </a:lnTo>
                  <a:lnTo>
                    <a:pt x="138" y="96"/>
                  </a:lnTo>
                  <a:lnTo>
                    <a:pt x="126" y="102"/>
                  </a:lnTo>
                  <a:lnTo>
                    <a:pt x="90" y="114"/>
                  </a:lnTo>
                  <a:lnTo>
                    <a:pt x="72" y="114"/>
                  </a:lnTo>
                  <a:lnTo>
                    <a:pt x="54" y="108"/>
                  </a:lnTo>
                  <a:lnTo>
                    <a:pt x="24" y="96"/>
                  </a:lnTo>
                  <a:lnTo>
                    <a:pt x="18" y="90"/>
                  </a:lnTo>
                  <a:lnTo>
                    <a:pt x="0" y="72"/>
                  </a:lnTo>
                  <a:lnTo>
                    <a:pt x="6" y="60"/>
                  </a:lnTo>
                  <a:lnTo>
                    <a:pt x="48" y="18"/>
                  </a:lnTo>
                  <a:lnTo>
                    <a:pt x="54" y="12"/>
                  </a:lnTo>
                  <a:lnTo>
                    <a:pt x="90" y="6"/>
                  </a:lnTo>
                  <a:lnTo>
                    <a:pt x="9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78" name="Freeform 119">
              <a:extLst>
                <a:ext uri="{FF2B5EF4-FFF2-40B4-BE49-F238E27FC236}">
                  <a16:creationId xmlns:a16="http://schemas.microsoft.com/office/drawing/2014/main" id="{9FF81615-6D3F-4102-5EA3-40320E7628C4}"/>
                </a:ext>
              </a:extLst>
            </p:cNvPr>
            <p:cNvSpPr>
              <a:spLocks/>
            </p:cNvSpPr>
            <p:nvPr/>
          </p:nvSpPr>
          <p:spPr bwMode="auto">
            <a:xfrm>
              <a:off x="1952625" y="2690813"/>
              <a:ext cx="84138" cy="31750"/>
            </a:xfrm>
            <a:custGeom>
              <a:avLst/>
              <a:gdLst>
                <a:gd name="T0" fmla="*/ 2147483646 w 48"/>
                <a:gd name="T1" fmla="*/ 2147483646 h 18"/>
                <a:gd name="T2" fmla="*/ 0 w 48"/>
                <a:gd name="T3" fmla="*/ 2147483646 h 18"/>
                <a:gd name="T4" fmla="*/ 0 w 48"/>
                <a:gd name="T5" fmla="*/ 2147483646 h 18"/>
                <a:gd name="T6" fmla="*/ 2147483646 w 48"/>
                <a:gd name="T7" fmla="*/ 0 h 18"/>
                <a:gd name="T8" fmla="*/ 2147483646 w 48"/>
                <a:gd name="T9" fmla="*/ 2147483646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18">
                  <a:moveTo>
                    <a:pt x="48" y="12"/>
                  </a:moveTo>
                  <a:lnTo>
                    <a:pt x="0" y="18"/>
                  </a:lnTo>
                  <a:lnTo>
                    <a:pt x="0" y="6"/>
                  </a:lnTo>
                  <a:lnTo>
                    <a:pt x="48" y="0"/>
                  </a:lnTo>
                  <a:lnTo>
                    <a:pt x="4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79" name="Freeform 120">
              <a:extLst>
                <a:ext uri="{FF2B5EF4-FFF2-40B4-BE49-F238E27FC236}">
                  <a16:creationId xmlns:a16="http://schemas.microsoft.com/office/drawing/2014/main" id="{F52D1CB1-C97C-E60D-CEE9-B7CCAFC1B3D5}"/>
                </a:ext>
              </a:extLst>
            </p:cNvPr>
            <p:cNvSpPr>
              <a:spLocks/>
            </p:cNvSpPr>
            <p:nvPr/>
          </p:nvSpPr>
          <p:spPr bwMode="auto">
            <a:xfrm>
              <a:off x="1922463" y="2713038"/>
              <a:ext cx="134937" cy="144462"/>
            </a:xfrm>
            <a:custGeom>
              <a:avLst/>
              <a:gdLst>
                <a:gd name="T0" fmla="*/ 2147483646 w 78"/>
                <a:gd name="T1" fmla="*/ 2147483646 h 84"/>
                <a:gd name="T2" fmla="*/ 2147483646 w 78"/>
                <a:gd name="T3" fmla="*/ 0 h 84"/>
                <a:gd name="T4" fmla="*/ 2147483646 w 78"/>
                <a:gd name="T5" fmla="*/ 2147483646 h 84"/>
                <a:gd name="T6" fmla="*/ 2147483646 w 78"/>
                <a:gd name="T7" fmla="*/ 2147483646 h 84"/>
                <a:gd name="T8" fmla="*/ 2147483646 w 78"/>
                <a:gd name="T9" fmla="*/ 2147483646 h 84"/>
                <a:gd name="T10" fmla="*/ 0 w 78"/>
                <a:gd name="T11" fmla="*/ 2147483646 h 84"/>
                <a:gd name="T12" fmla="*/ 2147483646 w 78"/>
                <a:gd name="T13" fmla="*/ 2147483646 h 84"/>
                <a:gd name="T14" fmla="*/ 2147483646 w 78"/>
                <a:gd name="T15" fmla="*/ 2147483646 h 84"/>
                <a:gd name="T16" fmla="*/ 2147483646 w 78"/>
                <a:gd name="T17" fmla="*/ 2147483646 h 84"/>
                <a:gd name="T18" fmla="*/ 2147483646 w 78"/>
                <a:gd name="T19" fmla="*/ 2147483646 h 84"/>
                <a:gd name="T20" fmla="*/ 2147483646 w 78"/>
                <a:gd name="T21" fmla="*/ 2147483646 h 84"/>
                <a:gd name="T22" fmla="*/ 2147483646 w 78"/>
                <a:gd name="T23" fmla="*/ 2147483646 h 84"/>
                <a:gd name="T24" fmla="*/ 2147483646 w 78"/>
                <a:gd name="T25" fmla="*/ 2147483646 h 84"/>
                <a:gd name="T26" fmla="*/ 2147483646 w 78"/>
                <a:gd name="T27" fmla="*/ 2147483646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8" h="84">
                  <a:moveTo>
                    <a:pt x="66" y="6"/>
                  </a:moveTo>
                  <a:lnTo>
                    <a:pt x="54" y="0"/>
                  </a:lnTo>
                  <a:lnTo>
                    <a:pt x="42" y="6"/>
                  </a:lnTo>
                  <a:lnTo>
                    <a:pt x="18" y="30"/>
                  </a:lnTo>
                  <a:lnTo>
                    <a:pt x="6" y="48"/>
                  </a:lnTo>
                  <a:lnTo>
                    <a:pt x="0" y="60"/>
                  </a:lnTo>
                  <a:lnTo>
                    <a:pt x="6" y="78"/>
                  </a:lnTo>
                  <a:lnTo>
                    <a:pt x="24" y="84"/>
                  </a:lnTo>
                  <a:lnTo>
                    <a:pt x="42" y="78"/>
                  </a:lnTo>
                  <a:lnTo>
                    <a:pt x="48" y="72"/>
                  </a:lnTo>
                  <a:lnTo>
                    <a:pt x="72" y="42"/>
                  </a:lnTo>
                  <a:lnTo>
                    <a:pt x="78" y="30"/>
                  </a:lnTo>
                  <a:lnTo>
                    <a:pt x="78" y="18"/>
                  </a:lnTo>
                  <a:lnTo>
                    <a:pt x="66" y="6"/>
                  </a:lnTo>
                  <a:close/>
                </a:path>
              </a:pathLst>
            </a:custGeom>
            <a:solidFill>
              <a:srgbClr val="000000"/>
            </a:solidFill>
            <a:ln w="0">
              <a:solidFill>
                <a:srgbClr val="000000"/>
              </a:solidFill>
              <a:prstDash val="solid"/>
              <a:round/>
              <a:headEnd/>
              <a:tailEnd/>
            </a:ln>
          </p:spPr>
          <p:txBody>
            <a:bodyPr/>
            <a:lstStyle/>
            <a:p>
              <a:endParaRPr lang="en-GB"/>
            </a:p>
          </p:txBody>
        </p:sp>
        <p:sp>
          <p:nvSpPr>
            <p:cNvPr id="57380" name="Freeform 121">
              <a:extLst>
                <a:ext uri="{FF2B5EF4-FFF2-40B4-BE49-F238E27FC236}">
                  <a16:creationId xmlns:a16="http://schemas.microsoft.com/office/drawing/2014/main" id="{281998A8-60EE-0F9D-3B73-69F744DA07E3}"/>
                </a:ext>
              </a:extLst>
            </p:cNvPr>
            <p:cNvSpPr>
              <a:spLocks/>
            </p:cNvSpPr>
            <p:nvPr/>
          </p:nvSpPr>
          <p:spPr bwMode="auto">
            <a:xfrm>
              <a:off x="1349375" y="1571625"/>
              <a:ext cx="142875" cy="247650"/>
            </a:xfrm>
            <a:custGeom>
              <a:avLst/>
              <a:gdLst>
                <a:gd name="T0" fmla="*/ 2147483646 w 90"/>
                <a:gd name="T1" fmla="*/ 2147483646 h 156"/>
                <a:gd name="T2" fmla="*/ 2147483646 w 90"/>
                <a:gd name="T3" fmla="*/ 2147483646 h 156"/>
                <a:gd name="T4" fmla="*/ 2147483646 w 90"/>
                <a:gd name="T5" fmla="*/ 2147483646 h 156"/>
                <a:gd name="T6" fmla="*/ 2147483646 w 90"/>
                <a:gd name="T7" fmla="*/ 2147483646 h 156"/>
                <a:gd name="T8" fmla="*/ 2147483646 w 90"/>
                <a:gd name="T9" fmla="*/ 2147483646 h 156"/>
                <a:gd name="T10" fmla="*/ 2147483646 w 90"/>
                <a:gd name="T11" fmla="*/ 0 h 156"/>
                <a:gd name="T12" fmla="*/ 2147483646 w 90"/>
                <a:gd name="T13" fmla="*/ 0 h 156"/>
                <a:gd name="T14" fmla="*/ 2147483646 w 90"/>
                <a:gd name="T15" fmla="*/ 2147483646 h 156"/>
                <a:gd name="T16" fmla="*/ 2147483646 w 90"/>
                <a:gd name="T17" fmla="*/ 2147483646 h 156"/>
                <a:gd name="T18" fmla="*/ 2147483646 w 90"/>
                <a:gd name="T19" fmla="*/ 2147483646 h 156"/>
                <a:gd name="T20" fmla="*/ 2147483646 w 90"/>
                <a:gd name="T21" fmla="*/ 2147483646 h 156"/>
                <a:gd name="T22" fmla="*/ 2147483646 w 90"/>
                <a:gd name="T23" fmla="*/ 2147483646 h 156"/>
                <a:gd name="T24" fmla="*/ 2147483646 w 90"/>
                <a:gd name="T25" fmla="*/ 2147483646 h 156"/>
                <a:gd name="T26" fmla="*/ 0 w 90"/>
                <a:gd name="T27" fmla="*/ 2147483646 h 156"/>
                <a:gd name="T28" fmla="*/ 2147483646 w 90"/>
                <a:gd name="T29" fmla="*/ 2147483646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0" h="156">
                  <a:moveTo>
                    <a:pt x="12" y="138"/>
                  </a:moveTo>
                  <a:lnTo>
                    <a:pt x="72" y="138"/>
                  </a:lnTo>
                  <a:lnTo>
                    <a:pt x="72" y="42"/>
                  </a:lnTo>
                  <a:lnTo>
                    <a:pt x="54" y="18"/>
                  </a:lnTo>
                  <a:lnTo>
                    <a:pt x="24" y="18"/>
                  </a:lnTo>
                  <a:lnTo>
                    <a:pt x="24" y="0"/>
                  </a:lnTo>
                  <a:lnTo>
                    <a:pt x="60" y="0"/>
                  </a:lnTo>
                  <a:lnTo>
                    <a:pt x="66" y="6"/>
                  </a:lnTo>
                  <a:lnTo>
                    <a:pt x="84" y="30"/>
                  </a:lnTo>
                  <a:lnTo>
                    <a:pt x="90" y="36"/>
                  </a:lnTo>
                  <a:lnTo>
                    <a:pt x="90" y="144"/>
                  </a:lnTo>
                  <a:lnTo>
                    <a:pt x="78" y="156"/>
                  </a:lnTo>
                  <a:lnTo>
                    <a:pt x="12" y="156"/>
                  </a:lnTo>
                  <a:lnTo>
                    <a:pt x="0" y="144"/>
                  </a:lnTo>
                  <a:lnTo>
                    <a:pt x="12"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81" name="Freeform 122">
              <a:extLst>
                <a:ext uri="{FF2B5EF4-FFF2-40B4-BE49-F238E27FC236}">
                  <a16:creationId xmlns:a16="http://schemas.microsoft.com/office/drawing/2014/main" id="{0DADDA73-6DCB-7D95-77B4-735F7B7A2D83}"/>
                </a:ext>
              </a:extLst>
            </p:cNvPr>
            <p:cNvSpPr>
              <a:spLocks/>
            </p:cNvSpPr>
            <p:nvPr/>
          </p:nvSpPr>
          <p:spPr bwMode="auto">
            <a:xfrm>
              <a:off x="1349375" y="1571625"/>
              <a:ext cx="47625" cy="228600"/>
            </a:xfrm>
            <a:custGeom>
              <a:avLst/>
              <a:gdLst>
                <a:gd name="T0" fmla="*/ 2147483646 w 30"/>
                <a:gd name="T1" fmla="*/ 2147483646 h 144"/>
                <a:gd name="T2" fmla="*/ 2147483646 w 30"/>
                <a:gd name="T3" fmla="*/ 2147483646 h 144"/>
                <a:gd name="T4" fmla="*/ 0 w 30"/>
                <a:gd name="T5" fmla="*/ 2147483646 h 144"/>
                <a:gd name="T6" fmla="*/ 2147483646 w 30"/>
                <a:gd name="T7" fmla="*/ 2147483646 h 144"/>
                <a:gd name="T8" fmla="*/ 2147483646 w 30"/>
                <a:gd name="T9" fmla="*/ 0 h 144"/>
                <a:gd name="T10" fmla="*/ 2147483646 w 30"/>
                <a:gd name="T11" fmla="*/ 2147483646 h 1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 h="144">
                  <a:moveTo>
                    <a:pt x="30" y="12"/>
                  </a:moveTo>
                  <a:lnTo>
                    <a:pt x="18" y="144"/>
                  </a:lnTo>
                  <a:lnTo>
                    <a:pt x="0" y="144"/>
                  </a:lnTo>
                  <a:lnTo>
                    <a:pt x="12" y="12"/>
                  </a:lnTo>
                  <a:lnTo>
                    <a:pt x="24" y="0"/>
                  </a:lnTo>
                  <a:lnTo>
                    <a:pt x="3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82" name="Freeform 123">
              <a:extLst>
                <a:ext uri="{FF2B5EF4-FFF2-40B4-BE49-F238E27FC236}">
                  <a16:creationId xmlns:a16="http://schemas.microsoft.com/office/drawing/2014/main" id="{538F4D2B-05EF-FA9B-90EA-DAA491699774}"/>
                </a:ext>
              </a:extLst>
            </p:cNvPr>
            <p:cNvSpPr>
              <a:spLocks/>
            </p:cNvSpPr>
            <p:nvPr/>
          </p:nvSpPr>
          <p:spPr bwMode="auto">
            <a:xfrm>
              <a:off x="1330325" y="1504950"/>
              <a:ext cx="104775" cy="542925"/>
            </a:xfrm>
            <a:custGeom>
              <a:avLst/>
              <a:gdLst>
                <a:gd name="T0" fmla="*/ 2147483646 w 66"/>
                <a:gd name="T1" fmla="*/ 0 h 342"/>
                <a:gd name="T2" fmla="*/ 2147483646 w 66"/>
                <a:gd name="T3" fmla="*/ 2147483646 h 342"/>
                <a:gd name="T4" fmla="*/ 2147483646 w 66"/>
                <a:gd name="T5" fmla="*/ 2147483646 h 342"/>
                <a:gd name="T6" fmla="*/ 2147483646 w 66"/>
                <a:gd name="T7" fmla="*/ 2147483646 h 342"/>
                <a:gd name="T8" fmla="*/ 2147483646 w 66"/>
                <a:gd name="T9" fmla="*/ 2147483646 h 342"/>
                <a:gd name="T10" fmla="*/ 2147483646 w 66"/>
                <a:gd name="T11" fmla="*/ 2147483646 h 342"/>
                <a:gd name="T12" fmla="*/ 0 w 66"/>
                <a:gd name="T13" fmla="*/ 2147483646 h 342"/>
                <a:gd name="T14" fmla="*/ 2147483646 w 66"/>
                <a:gd name="T15" fmla="*/ 2147483646 h 342"/>
                <a:gd name="T16" fmla="*/ 2147483646 w 66"/>
                <a:gd name="T17" fmla="*/ 0 h 342"/>
                <a:gd name="T18" fmla="*/ 2147483646 w 66"/>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6" h="342">
                  <a:moveTo>
                    <a:pt x="66" y="0"/>
                  </a:moveTo>
                  <a:lnTo>
                    <a:pt x="66" y="156"/>
                  </a:lnTo>
                  <a:lnTo>
                    <a:pt x="18" y="324"/>
                  </a:lnTo>
                  <a:lnTo>
                    <a:pt x="60" y="324"/>
                  </a:lnTo>
                  <a:lnTo>
                    <a:pt x="60" y="342"/>
                  </a:lnTo>
                  <a:lnTo>
                    <a:pt x="12" y="342"/>
                  </a:lnTo>
                  <a:lnTo>
                    <a:pt x="0" y="330"/>
                  </a:lnTo>
                  <a:lnTo>
                    <a:pt x="48" y="156"/>
                  </a:lnTo>
                  <a:lnTo>
                    <a:pt x="48" y="0"/>
                  </a:lnTo>
                  <a:lnTo>
                    <a:pt x="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83" name="Freeform 124">
              <a:extLst>
                <a:ext uri="{FF2B5EF4-FFF2-40B4-BE49-F238E27FC236}">
                  <a16:creationId xmlns:a16="http://schemas.microsoft.com/office/drawing/2014/main" id="{9F29C496-875E-E4B5-FCA8-44310335DF86}"/>
                </a:ext>
              </a:extLst>
            </p:cNvPr>
            <p:cNvSpPr>
              <a:spLocks/>
            </p:cNvSpPr>
            <p:nvPr/>
          </p:nvSpPr>
          <p:spPr bwMode="auto">
            <a:xfrm>
              <a:off x="1406525" y="1762125"/>
              <a:ext cx="133350" cy="285750"/>
            </a:xfrm>
            <a:custGeom>
              <a:avLst/>
              <a:gdLst>
                <a:gd name="T0" fmla="*/ 2147483646 w 84"/>
                <a:gd name="T1" fmla="*/ 0 h 180"/>
                <a:gd name="T2" fmla="*/ 2147483646 w 84"/>
                <a:gd name="T3" fmla="*/ 2147483646 h 180"/>
                <a:gd name="T4" fmla="*/ 2147483646 w 84"/>
                <a:gd name="T5" fmla="*/ 2147483646 h 180"/>
                <a:gd name="T6" fmla="*/ 2147483646 w 84"/>
                <a:gd name="T7" fmla="*/ 2147483646 h 180"/>
                <a:gd name="T8" fmla="*/ 2147483646 w 84"/>
                <a:gd name="T9" fmla="*/ 2147483646 h 180"/>
                <a:gd name="T10" fmla="*/ 2147483646 w 84"/>
                <a:gd name="T11" fmla="*/ 2147483646 h 180"/>
                <a:gd name="T12" fmla="*/ 2147483646 w 84"/>
                <a:gd name="T13" fmla="*/ 2147483646 h 180"/>
                <a:gd name="T14" fmla="*/ 2147483646 w 84"/>
                <a:gd name="T15" fmla="*/ 2147483646 h 180"/>
                <a:gd name="T16" fmla="*/ 0 w 84"/>
                <a:gd name="T17" fmla="*/ 0 h 180"/>
                <a:gd name="T18" fmla="*/ 2147483646 w 84"/>
                <a:gd name="T19" fmla="*/ 0 h 1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4" h="180">
                  <a:moveTo>
                    <a:pt x="18" y="0"/>
                  </a:moveTo>
                  <a:lnTo>
                    <a:pt x="48" y="90"/>
                  </a:lnTo>
                  <a:lnTo>
                    <a:pt x="48" y="162"/>
                  </a:lnTo>
                  <a:lnTo>
                    <a:pt x="84" y="162"/>
                  </a:lnTo>
                  <a:lnTo>
                    <a:pt x="84" y="180"/>
                  </a:lnTo>
                  <a:lnTo>
                    <a:pt x="42" y="180"/>
                  </a:lnTo>
                  <a:lnTo>
                    <a:pt x="30" y="168"/>
                  </a:lnTo>
                  <a:lnTo>
                    <a:pt x="30" y="90"/>
                  </a:lnTo>
                  <a:lnTo>
                    <a:pt x="0" y="0"/>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84" name="Freeform 125">
              <a:extLst>
                <a:ext uri="{FF2B5EF4-FFF2-40B4-BE49-F238E27FC236}">
                  <a16:creationId xmlns:a16="http://schemas.microsoft.com/office/drawing/2014/main" id="{F6D3533B-1423-B366-A93B-37EE7CCB01F8}"/>
                </a:ext>
              </a:extLst>
            </p:cNvPr>
            <p:cNvSpPr>
              <a:spLocks/>
            </p:cNvSpPr>
            <p:nvPr/>
          </p:nvSpPr>
          <p:spPr bwMode="auto">
            <a:xfrm>
              <a:off x="1330325" y="1571625"/>
              <a:ext cx="95250" cy="238125"/>
            </a:xfrm>
            <a:custGeom>
              <a:avLst/>
              <a:gdLst>
                <a:gd name="T0" fmla="*/ 2147483646 w 60"/>
                <a:gd name="T1" fmla="*/ 2147483646 h 150"/>
                <a:gd name="T2" fmla="*/ 2147483646 w 60"/>
                <a:gd name="T3" fmla="*/ 2147483646 h 150"/>
                <a:gd name="T4" fmla="*/ 2147483646 w 60"/>
                <a:gd name="T5" fmla="*/ 2147483646 h 150"/>
                <a:gd name="T6" fmla="*/ 2147483646 w 60"/>
                <a:gd name="T7" fmla="*/ 2147483646 h 150"/>
                <a:gd name="T8" fmla="*/ 2147483646 w 60"/>
                <a:gd name="T9" fmla="*/ 2147483646 h 150"/>
                <a:gd name="T10" fmla="*/ 0 w 60"/>
                <a:gd name="T11" fmla="*/ 2147483646 h 150"/>
                <a:gd name="T12" fmla="*/ 2147483646 w 60"/>
                <a:gd name="T13" fmla="*/ 2147483646 h 150"/>
                <a:gd name="T14" fmla="*/ 2147483646 w 60"/>
                <a:gd name="T15" fmla="*/ 0 h 150"/>
                <a:gd name="T16" fmla="*/ 2147483646 w 60"/>
                <a:gd name="T17" fmla="*/ 0 h 150"/>
                <a:gd name="T18" fmla="*/ 2147483646 w 60"/>
                <a:gd name="T19" fmla="*/ 2147483646 h 1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150">
                  <a:moveTo>
                    <a:pt x="60" y="18"/>
                  </a:moveTo>
                  <a:lnTo>
                    <a:pt x="30" y="18"/>
                  </a:lnTo>
                  <a:lnTo>
                    <a:pt x="18" y="96"/>
                  </a:lnTo>
                  <a:lnTo>
                    <a:pt x="48" y="150"/>
                  </a:lnTo>
                  <a:lnTo>
                    <a:pt x="30" y="150"/>
                  </a:lnTo>
                  <a:lnTo>
                    <a:pt x="0" y="96"/>
                  </a:lnTo>
                  <a:lnTo>
                    <a:pt x="12" y="12"/>
                  </a:lnTo>
                  <a:lnTo>
                    <a:pt x="24" y="0"/>
                  </a:lnTo>
                  <a:lnTo>
                    <a:pt x="60" y="0"/>
                  </a:lnTo>
                  <a:lnTo>
                    <a:pt x="6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85" name="Freeform 126">
              <a:extLst>
                <a:ext uri="{FF2B5EF4-FFF2-40B4-BE49-F238E27FC236}">
                  <a16:creationId xmlns:a16="http://schemas.microsoft.com/office/drawing/2014/main" id="{6A0BCD73-8C02-1F94-D75B-BD3F714178E4}"/>
                </a:ext>
              </a:extLst>
            </p:cNvPr>
            <p:cNvSpPr>
              <a:spLocks/>
            </p:cNvSpPr>
            <p:nvPr/>
          </p:nvSpPr>
          <p:spPr bwMode="auto">
            <a:xfrm>
              <a:off x="1425575" y="1495425"/>
              <a:ext cx="238125" cy="190500"/>
            </a:xfrm>
            <a:custGeom>
              <a:avLst/>
              <a:gdLst>
                <a:gd name="T0" fmla="*/ 0 w 150"/>
                <a:gd name="T1" fmla="*/ 2147483646 h 120"/>
                <a:gd name="T2" fmla="*/ 2147483646 w 150"/>
                <a:gd name="T3" fmla="*/ 2147483646 h 120"/>
                <a:gd name="T4" fmla="*/ 2147483646 w 150"/>
                <a:gd name="T5" fmla="*/ 0 h 120"/>
                <a:gd name="T6" fmla="*/ 2147483646 w 150"/>
                <a:gd name="T7" fmla="*/ 0 h 120"/>
                <a:gd name="T8" fmla="*/ 2147483646 w 150"/>
                <a:gd name="T9" fmla="*/ 2147483646 h 120"/>
                <a:gd name="T10" fmla="*/ 2147483646 w 150"/>
                <a:gd name="T11" fmla="*/ 2147483646 h 120"/>
                <a:gd name="T12" fmla="*/ 0 w 150"/>
                <a:gd name="T13" fmla="*/ 2147483646 h 120"/>
                <a:gd name="T14" fmla="*/ 0 w 150"/>
                <a:gd name="T15" fmla="*/ 2147483646 h 1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20">
                  <a:moveTo>
                    <a:pt x="0" y="54"/>
                  </a:moveTo>
                  <a:lnTo>
                    <a:pt x="84" y="102"/>
                  </a:lnTo>
                  <a:lnTo>
                    <a:pt x="132" y="0"/>
                  </a:lnTo>
                  <a:lnTo>
                    <a:pt x="150" y="0"/>
                  </a:lnTo>
                  <a:lnTo>
                    <a:pt x="96" y="108"/>
                  </a:lnTo>
                  <a:lnTo>
                    <a:pt x="84" y="120"/>
                  </a:lnTo>
                  <a:lnTo>
                    <a:pt x="0" y="72"/>
                  </a:lnTo>
                  <a:lnTo>
                    <a:pt x="0"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86" name="Freeform 127">
              <a:extLst>
                <a:ext uri="{FF2B5EF4-FFF2-40B4-BE49-F238E27FC236}">
                  <a16:creationId xmlns:a16="http://schemas.microsoft.com/office/drawing/2014/main" id="{628E8CAD-464C-AEAB-F192-527D5C8B781C}"/>
                </a:ext>
              </a:extLst>
            </p:cNvPr>
            <p:cNvSpPr>
              <a:spLocks/>
            </p:cNvSpPr>
            <p:nvPr/>
          </p:nvSpPr>
          <p:spPr bwMode="auto">
            <a:xfrm>
              <a:off x="1358900" y="1400175"/>
              <a:ext cx="123825" cy="142875"/>
            </a:xfrm>
            <a:custGeom>
              <a:avLst/>
              <a:gdLst>
                <a:gd name="T0" fmla="*/ 0 w 78"/>
                <a:gd name="T1" fmla="*/ 2147483646 h 90"/>
                <a:gd name="T2" fmla="*/ 2147483646 w 78"/>
                <a:gd name="T3" fmla="*/ 2147483646 h 90"/>
                <a:gd name="T4" fmla="*/ 2147483646 w 78"/>
                <a:gd name="T5" fmla="*/ 2147483646 h 90"/>
                <a:gd name="T6" fmla="*/ 2147483646 w 78"/>
                <a:gd name="T7" fmla="*/ 2147483646 h 90"/>
                <a:gd name="T8" fmla="*/ 2147483646 w 78"/>
                <a:gd name="T9" fmla="*/ 0 h 90"/>
                <a:gd name="T10" fmla="*/ 2147483646 w 78"/>
                <a:gd name="T11" fmla="*/ 2147483646 h 90"/>
                <a:gd name="T12" fmla="*/ 2147483646 w 78"/>
                <a:gd name="T13" fmla="*/ 2147483646 h 90"/>
                <a:gd name="T14" fmla="*/ 2147483646 w 78"/>
                <a:gd name="T15" fmla="*/ 2147483646 h 90"/>
                <a:gd name="T16" fmla="*/ 2147483646 w 78"/>
                <a:gd name="T17" fmla="*/ 2147483646 h 90"/>
                <a:gd name="T18" fmla="*/ 2147483646 w 78"/>
                <a:gd name="T19" fmla="*/ 2147483646 h 90"/>
                <a:gd name="T20" fmla="*/ 2147483646 w 78"/>
                <a:gd name="T21" fmla="*/ 2147483646 h 90"/>
                <a:gd name="T22" fmla="*/ 2147483646 w 78"/>
                <a:gd name="T23" fmla="*/ 2147483646 h 90"/>
                <a:gd name="T24" fmla="*/ 2147483646 w 78"/>
                <a:gd name="T25" fmla="*/ 2147483646 h 90"/>
                <a:gd name="T26" fmla="*/ 2147483646 w 78"/>
                <a:gd name="T27" fmla="*/ 2147483646 h 90"/>
                <a:gd name="T28" fmla="*/ 2147483646 w 78"/>
                <a:gd name="T29" fmla="*/ 2147483646 h 90"/>
                <a:gd name="T30" fmla="*/ 0 w 78"/>
                <a:gd name="T31" fmla="*/ 2147483646 h 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8" h="90">
                  <a:moveTo>
                    <a:pt x="0" y="48"/>
                  </a:moveTo>
                  <a:lnTo>
                    <a:pt x="6" y="30"/>
                  </a:lnTo>
                  <a:lnTo>
                    <a:pt x="12" y="18"/>
                  </a:lnTo>
                  <a:lnTo>
                    <a:pt x="24" y="6"/>
                  </a:lnTo>
                  <a:lnTo>
                    <a:pt x="36" y="0"/>
                  </a:lnTo>
                  <a:lnTo>
                    <a:pt x="54" y="6"/>
                  </a:lnTo>
                  <a:lnTo>
                    <a:pt x="66" y="18"/>
                  </a:lnTo>
                  <a:lnTo>
                    <a:pt x="72" y="30"/>
                  </a:lnTo>
                  <a:lnTo>
                    <a:pt x="78" y="48"/>
                  </a:lnTo>
                  <a:lnTo>
                    <a:pt x="72" y="66"/>
                  </a:lnTo>
                  <a:lnTo>
                    <a:pt x="66" y="78"/>
                  </a:lnTo>
                  <a:lnTo>
                    <a:pt x="54" y="84"/>
                  </a:lnTo>
                  <a:lnTo>
                    <a:pt x="36" y="90"/>
                  </a:lnTo>
                  <a:lnTo>
                    <a:pt x="12" y="78"/>
                  </a:lnTo>
                  <a:lnTo>
                    <a:pt x="6" y="66"/>
                  </a:lnTo>
                  <a:lnTo>
                    <a:pt x="0" y="48"/>
                  </a:lnTo>
                  <a:close/>
                </a:path>
              </a:pathLst>
            </a:custGeom>
            <a:solidFill>
              <a:srgbClr val="FF9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87" name="Freeform 128">
              <a:extLst>
                <a:ext uri="{FF2B5EF4-FFF2-40B4-BE49-F238E27FC236}">
                  <a16:creationId xmlns:a16="http://schemas.microsoft.com/office/drawing/2014/main" id="{49892161-7DF3-5EC2-179E-9F0B11A9A354}"/>
                </a:ext>
              </a:extLst>
            </p:cNvPr>
            <p:cNvSpPr>
              <a:spLocks/>
            </p:cNvSpPr>
            <p:nvPr/>
          </p:nvSpPr>
          <p:spPr bwMode="auto">
            <a:xfrm>
              <a:off x="1349375" y="1390650"/>
              <a:ext cx="142875" cy="161925"/>
            </a:xfrm>
            <a:custGeom>
              <a:avLst/>
              <a:gdLst>
                <a:gd name="T0" fmla="*/ 2147483646 w 90"/>
                <a:gd name="T1" fmla="*/ 2147483646 h 102"/>
                <a:gd name="T2" fmla="*/ 2147483646 w 90"/>
                <a:gd name="T3" fmla="*/ 2147483646 h 102"/>
                <a:gd name="T4" fmla="*/ 2147483646 w 90"/>
                <a:gd name="T5" fmla="*/ 2147483646 h 102"/>
                <a:gd name="T6" fmla="*/ 2147483646 w 90"/>
                <a:gd name="T7" fmla="*/ 2147483646 h 102"/>
                <a:gd name="T8" fmla="*/ 2147483646 w 90"/>
                <a:gd name="T9" fmla="*/ 0 h 102"/>
                <a:gd name="T10" fmla="*/ 2147483646 w 90"/>
                <a:gd name="T11" fmla="*/ 2147483646 h 102"/>
                <a:gd name="T12" fmla="*/ 2147483646 w 90"/>
                <a:gd name="T13" fmla="*/ 2147483646 h 102"/>
                <a:gd name="T14" fmla="*/ 2147483646 w 90"/>
                <a:gd name="T15" fmla="*/ 2147483646 h 102"/>
                <a:gd name="T16" fmla="*/ 2147483646 w 90"/>
                <a:gd name="T17" fmla="*/ 2147483646 h 102"/>
                <a:gd name="T18" fmla="*/ 2147483646 w 90"/>
                <a:gd name="T19" fmla="*/ 2147483646 h 102"/>
                <a:gd name="T20" fmla="*/ 2147483646 w 90"/>
                <a:gd name="T21" fmla="*/ 2147483646 h 102"/>
                <a:gd name="T22" fmla="*/ 2147483646 w 90"/>
                <a:gd name="T23" fmla="*/ 2147483646 h 102"/>
                <a:gd name="T24" fmla="*/ 2147483646 w 90"/>
                <a:gd name="T25" fmla="*/ 2147483646 h 102"/>
                <a:gd name="T26" fmla="*/ 2147483646 w 90"/>
                <a:gd name="T27" fmla="*/ 2147483646 h 102"/>
                <a:gd name="T28" fmla="*/ 2147483646 w 90"/>
                <a:gd name="T29" fmla="*/ 2147483646 h 102"/>
                <a:gd name="T30" fmla="*/ 2147483646 w 90"/>
                <a:gd name="T31" fmla="*/ 2147483646 h 102"/>
                <a:gd name="T32" fmla="*/ 2147483646 w 90"/>
                <a:gd name="T33" fmla="*/ 2147483646 h 102"/>
                <a:gd name="T34" fmla="*/ 2147483646 w 90"/>
                <a:gd name="T35" fmla="*/ 2147483646 h 102"/>
                <a:gd name="T36" fmla="*/ 0 w 90"/>
                <a:gd name="T37" fmla="*/ 2147483646 h 102"/>
                <a:gd name="T38" fmla="*/ 2147483646 w 90"/>
                <a:gd name="T39" fmla="*/ 2147483646 h 102"/>
                <a:gd name="T40" fmla="*/ 2147483646 w 90"/>
                <a:gd name="T41" fmla="*/ 2147483646 h 102"/>
                <a:gd name="T42" fmla="*/ 2147483646 w 90"/>
                <a:gd name="T43" fmla="*/ 2147483646 h 102"/>
                <a:gd name="T44" fmla="*/ 2147483646 w 90"/>
                <a:gd name="T45" fmla="*/ 2147483646 h 102"/>
                <a:gd name="T46" fmla="*/ 2147483646 w 90"/>
                <a:gd name="T47" fmla="*/ 2147483646 h 102"/>
                <a:gd name="T48" fmla="*/ 2147483646 w 90"/>
                <a:gd name="T49" fmla="*/ 2147483646 h 102"/>
                <a:gd name="T50" fmla="*/ 2147483646 w 90"/>
                <a:gd name="T51" fmla="*/ 2147483646 h 102"/>
                <a:gd name="T52" fmla="*/ 2147483646 w 90"/>
                <a:gd name="T53" fmla="*/ 2147483646 h 102"/>
                <a:gd name="T54" fmla="*/ 2147483646 w 90"/>
                <a:gd name="T55" fmla="*/ 2147483646 h 102"/>
                <a:gd name="T56" fmla="*/ 2147483646 w 90"/>
                <a:gd name="T57" fmla="*/ 2147483646 h 102"/>
                <a:gd name="T58" fmla="*/ 2147483646 w 90"/>
                <a:gd name="T59" fmla="*/ 2147483646 h 102"/>
                <a:gd name="T60" fmla="*/ 2147483646 w 90"/>
                <a:gd name="T61" fmla="*/ 2147483646 h 102"/>
                <a:gd name="T62" fmla="*/ 2147483646 w 90"/>
                <a:gd name="T63" fmla="*/ 2147483646 h 102"/>
                <a:gd name="T64" fmla="*/ 2147483646 w 90"/>
                <a:gd name="T65" fmla="*/ 2147483646 h 102"/>
                <a:gd name="T66" fmla="*/ 2147483646 w 90"/>
                <a:gd name="T67" fmla="*/ 2147483646 h 102"/>
                <a:gd name="T68" fmla="*/ 2147483646 w 90"/>
                <a:gd name="T69" fmla="*/ 2147483646 h 10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90" h="102">
                  <a:moveTo>
                    <a:pt x="6" y="36"/>
                  </a:moveTo>
                  <a:lnTo>
                    <a:pt x="12" y="24"/>
                  </a:lnTo>
                  <a:lnTo>
                    <a:pt x="24" y="12"/>
                  </a:lnTo>
                  <a:lnTo>
                    <a:pt x="30" y="6"/>
                  </a:lnTo>
                  <a:lnTo>
                    <a:pt x="42" y="0"/>
                  </a:lnTo>
                  <a:lnTo>
                    <a:pt x="60" y="6"/>
                  </a:lnTo>
                  <a:lnTo>
                    <a:pt x="66" y="12"/>
                  </a:lnTo>
                  <a:lnTo>
                    <a:pt x="78" y="24"/>
                  </a:lnTo>
                  <a:lnTo>
                    <a:pt x="84" y="36"/>
                  </a:lnTo>
                  <a:lnTo>
                    <a:pt x="90" y="54"/>
                  </a:lnTo>
                  <a:lnTo>
                    <a:pt x="84" y="72"/>
                  </a:lnTo>
                  <a:lnTo>
                    <a:pt x="78" y="84"/>
                  </a:lnTo>
                  <a:lnTo>
                    <a:pt x="72" y="90"/>
                  </a:lnTo>
                  <a:lnTo>
                    <a:pt x="60" y="96"/>
                  </a:lnTo>
                  <a:lnTo>
                    <a:pt x="42" y="102"/>
                  </a:lnTo>
                  <a:lnTo>
                    <a:pt x="18" y="90"/>
                  </a:lnTo>
                  <a:lnTo>
                    <a:pt x="12" y="84"/>
                  </a:lnTo>
                  <a:lnTo>
                    <a:pt x="6" y="72"/>
                  </a:lnTo>
                  <a:lnTo>
                    <a:pt x="0" y="54"/>
                  </a:lnTo>
                  <a:lnTo>
                    <a:pt x="12" y="54"/>
                  </a:lnTo>
                  <a:lnTo>
                    <a:pt x="18" y="72"/>
                  </a:lnTo>
                  <a:lnTo>
                    <a:pt x="24" y="78"/>
                  </a:lnTo>
                  <a:lnTo>
                    <a:pt x="42" y="90"/>
                  </a:lnTo>
                  <a:lnTo>
                    <a:pt x="60" y="84"/>
                  </a:lnTo>
                  <a:lnTo>
                    <a:pt x="66" y="78"/>
                  </a:lnTo>
                  <a:lnTo>
                    <a:pt x="72" y="72"/>
                  </a:lnTo>
                  <a:lnTo>
                    <a:pt x="78" y="54"/>
                  </a:lnTo>
                  <a:lnTo>
                    <a:pt x="72" y="36"/>
                  </a:lnTo>
                  <a:lnTo>
                    <a:pt x="66" y="24"/>
                  </a:lnTo>
                  <a:lnTo>
                    <a:pt x="60" y="18"/>
                  </a:lnTo>
                  <a:lnTo>
                    <a:pt x="42" y="12"/>
                  </a:lnTo>
                  <a:lnTo>
                    <a:pt x="30" y="18"/>
                  </a:lnTo>
                  <a:lnTo>
                    <a:pt x="24" y="24"/>
                  </a:lnTo>
                  <a:lnTo>
                    <a:pt x="18" y="36"/>
                  </a:lnTo>
                  <a:lnTo>
                    <a:pt x="6"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88" name="Freeform 129">
              <a:extLst>
                <a:ext uri="{FF2B5EF4-FFF2-40B4-BE49-F238E27FC236}">
                  <a16:creationId xmlns:a16="http://schemas.microsoft.com/office/drawing/2014/main" id="{F4E32C1E-9085-607B-8278-480633B68598}"/>
                </a:ext>
              </a:extLst>
            </p:cNvPr>
            <p:cNvSpPr>
              <a:spLocks/>
            </p:cNvSpPr>
            <p:nvPr/>
          </p:nvSpPr>
          <p:spPr bwMode="auto">
            <a:xfrm>
              <a:off x="1349375" y="1447800"/>
              <a:ext cx="28575" cy="28575"/>
            </a:xfrm>
            <a:custGeom>
              <a:avLst/>
              <a:gdLst>
                <a:gd name="T0" fmla="*/ 0 w 18"/>
                <a:gd name="T1" fmla="*/ 2147483646 h 18"/>
                <a:gd name="T2" fmla="*/ 2147483646 w 18"/>
                <a:gd name="T3" fmla="*/ 0 h 18"/>
                <a:gd name="T4" fmla="*/ 2147483646 w 18"/>
                <a:gd name="T5" fmla="*/ 0 h 18"/>
                <a:gd name="T6" fmla="*/ 2147483646 w 18"/>
                <a:gd name="T7" fmla="*/ 2147483646 h 18"/>
                <a:gd name="T8" fmla="*/ 0 w 18"/>
                <a:gd name="T9" fmla="*/ 2147483646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8">
                  <a:moveTo>
                    <a:pt x="0" y="18"/>
                  </a:moveTo>
                  <a:lnTo>
                    <a:pt x="6" y="0"/>
                  </a:lnTo>
                  <a:lnTo>
                    <a:pt x="18" y="0"/>
                  </a:lnTo>
                  <a:lnTo>
                    <a:pt x="12"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89" name="Freeform 130">
              <a:extLst>
                <a:ext uri="{FF2B5EF4-FFF2-40B4-BE49-F238E27FC236}">
                  <a16:creationId xmlns:a16="http://schemas.microsoft.com/office/drawing/2014/main" id="{1D523542-0F20-3E51-E33F-7A7D3D936815}"/>
                </a:ext>
              </a:extLst>
            </p:cNvPr>
            <p:cNvSpPr>
              <a:spLocks/>
            </p:cNvSpPr>
            <p:nvPr/>
          </p:nvSpPr>
          <p:spPr bwMode="auto">
            <a:xfrm rot="1581028">
              <a:off x="1539875" y="1447800"/>
              <a:ext cx="190500" cy="190500"/>
            </a:xfrm>
            <a:custGeom>
              <a:avLst/>
              <a:gdLst>
                <a:gd name="T0" fmla="*/ 2147483646 w 120"/>
                <a:gd name="T1" fmla="*/ 0 h 120"/>
                <a:gd name="T2" fmla="*/ 2147483646 w 120"/>
                <a:gd name="T3" fmla="*/ 2147483646 h 120"/>
                <a:gd name="T4" fmla="*/ 2147483646 w 120"/>
                <a:gd name="T5" fmla="*/ 2147483646 h 120"/>
                <a:gd name="T6" fmla="*/ 2147483646 w 120"/>
                <a:gd name="T7" fmla="*/ 2147483646 h 120"/>
                <a:gd name="T8" fmla="*/ 2147483646 w 120"/>
                <a:gd name="T9" fmla="*/ 2147483646 h 120"/>
                <a:gd name="T10" fmla="*/ 2147483646 w 120"/>
                <a:gd name="T11" fmla="*/ 2147483646 h 120"/>
                <a:gd name="T12" fmla="*/ 2147483646 w 120"/>
                <a:gd name="T13" fmla="*/ 2147483646 h 120"/>
                <a:gd name="T14" fmla="*/ 0 w 120"/>
                <a:gd name="T15" fmla="*/ 2147483646 h 120"/>
                <a:gd name="T16" fmla="*/ 2147483646 w 120"/>
                <a:gd name="T17" fmla="*/ 0 h 1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0" h="120">
                  <a:moveTo>
                    <a:pt x="36" y="0"/>
                  </a:moveTo>
                  <a:lnTo>
                    <a:pt x="120" y="90"/>
                  </a:lnTo>
                  <a:lnTo>
                    <a:pt x="108" y="120"/>
                  </a:lnTo>
                  <a:lnTo>
                    <a:pt x="84" y="108"/>
                  </a:lnTo>
                  <a:lnTo>
                    <a:pt x="84" y="90"/>
                  </a:lnTo>
                  <a:lnTo>
                    <a:pt x="36" y="36"/>
                  </a:lnTo>
                  <a:lnTo>
                    <a:pt x="24" y="48"/>
                  </a:lnTo>
                  <a:lnTo>
                    <a:pt x="0" y="6"/>
                  </a:lnTo>
                  <a:lnTo>
                    <a:pt x="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90" name="Freeform 131">
              <a:extLst>
                <a:ext uri="{FF2B5EF4-FFF2-40B4-BE49-F238E27FC236}">
                  <a16:creationId xmlns:a16="http://schemas.microsoft.com/office/drawing/2014/main" id="{9FAAFF5F-ACFF-D924-499F-BD45F04B4B93}"/>
                </a:ext>
              </a:extLst>
            </p:cNvPr>
            <p:cNvSpPr>
              <a:spLocks/>
            </p:cNvSpPr>
            <p:nvPr/>
          </p:nvSpPr>
          <p:spPr bwMode="auto">
            <a:xfrm>
              <a:off x="1730375" y="1704975"/>
              <a:ext cx="295275" cy="142875"/>
            </a:xfrm>
            <a:custGeom>
              <a:avLst/>
              <a:gdLst>
                <a:gd name="T0" fmla="*/ 2147483646 w 186"/>
                <a:gd name="T1" fmla="*/ 0 h 90"/>
                <a:gd name="T2" fmla="*/ 0 w 186"/>
                <a:gd name="T3" fmla="*/ 2147483646 h 90"/>
                <a:gd name="T4" fmla="*/ 2147483646 w 186"/>
                <a:gd name="T5" fmla="*/ 2147483646 h 90"/>
                <a:gd name="T6" fmla="*/ 2147483646 w 186"/>
                <a:gd name="T7" fmla="*/ 2147483646 h 90"/>
                <a:gd name="T8" fmla="*/ 2147483646 w 186"/>
                <a:gd name="T9" fmla="*/ 0 h 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6" h="90">
                  <a:moveTo>
                    <a:pt x="60" y="0"/>
                  </a:moveTo>
                  <a:lnTo>
                    <a:pt x="0" y="54"/>
                  </a:lnTo>
                  <a:lnTo>
                    <a:pt x="120" y="90"/>
                  </a:lnTo>
                  <a:lnTo>
                    <a:pt x="186" y="24"/>
                  </a:lnTo>
                  <a:lnTo>
                    <a:pt x="6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91" name="Freeform 132">
              <a:extLst>
                <a:ext uri="{FF2B5EF4-FFF2-40B4-BE49-F238E27FC236}">
                  <a16:creationId xmlns:a16="http://schemas.microsoft.com/office/drawing/2014/main" id="{3E37EED8-FA8A-13FE-FEBA-0B02C0E8D456}"/>
                </a:ext>
              </a:extLst>
            </p:cNvPr>
            <p:cNvSpPr>
              <a:spLocks/>
            </p:cNvSpPr>
            <p:nvPr/>
          </p:nvSpPr>
          <p:spPr bwMode="auto">
            <a:xfrm>
              <a:off x="1720850" y="1685925"/>
              <a:ext cx="314325" cy="180975"/>
            </a:xfrm>
            <a:custGeom>
              <a:avLst/>
              <a:gdLst>
                <a:gd name="T0" fmla="*/ 2147483646 w 198"/>
                <a:gd name="T1" fmla="*/ 2147483646 h 114"/>
                <a:gd name="T2" fmla="*/ 2147483646 w 198"/>
                <a:gd name="T3" fmla="*/ 2147483646 h 114"/>
                <a:gd name="T4" fmla="*/ 2147483646 w 198"/>
                <a:gd name="T5" fmla="*/ 2147483646 h 114"/>
                <a:gd name="T6" fmla="*/ 2147483646 w 198"/>
                <a:gd name="T7" fmla="*/ 2147483646 h 114"/>
                <a:gd name="T8" fmla="*/ 2147483646 w 198"/>
                <a:gd name="T9" fmla="*/ 0 h 114"/>
                <a:gd name="T10" fmla="*/ 2147483646 w 198"/>
                <a:gd name="T11" fmla="*/ 2147483646 h 114"/>
                <a:gd name="T12" fmla="*/ 2147483646 w 198"/>
                <a:gd name="T13" fmla="*/ 2147483646 h 114"/>
                <a:gd name="T14" fmla="*/ 2147483646 w 198"/>
                <a:gd name="T15" fmla="*/ 2147483646 h 114"/>
                <a:gd name="T16" fmla="*/ 2147483646 w 198"/>
                <a:gd name="T17" fmla="*/ 2147483646 h 114"/>
                <a:gd name="T18" fmla="*/ 2147483646 w 198"/>
                <a:gd name="T19" fmla="*/ 2147483646 h 114"/>
                <a:gd name="T20" fmla="*/ 0 w 198"/>
                <a:gd name="T21" fmla="*/ 2147483646 h 114"/>
                <a:gd name="T22" fmla="*/ 2147483646 w 198"/>
                <a:gd name="T23" fmla="*/ 2147483646 h 1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8" h="114">
                  <a:moveTo>
                    <a:pt x="6" y="60"/>
                  </a:moveTo>
                  <a:lnTo>
                    <a:pt x="120" y="96"/>
                  </a:lnTo>
                  <a:lnTo>
                    <a:pt x="174" y="42"/>
                  </a:lnTo>
                  <a:lnTo>
                    <a:pt x="66" y="18"/>
                  </a:lnTo>
                  <a:lnTo>
                    <a:pt x="66" y="0"/>
                  </a:lnTo>
                  <a:lnTo>
                    <a:pt x="192" y="24"/>
                  </a:lnTo>
                  <a:lnTo>
                    <a:pt x="198" y="42"/>
                  </a:lnTo>
                  <a:lnTo>
                    <a:pt x="132" y="108"/>
                  </a:lnTo>
                  <a:lnTo>
                    <a:pt x="126" y="114"/>
                  </a:lnTo>
                  <a:lnTo>
                    <a:pt x="6" y="78"/>
                  </a:lnTo>
                  <a:lnTo>
                    <a:pt x="0" y="60"/>
                  </a:lnTo>
                  <a:lnTo>
                    <a:pt x="6"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92" name="Freeform 133">
              <a:extLst>
                <a:ext uri="{FF2B5EF4-FFF2-40B4-BE49-F238E27FC236}">
                  <a16:creationId xmlns:a16="http://schemas.microsoft.com/office/drawing/2014/main" id="{A23B3F75-6B80-5B27-5862-F99C1BA0EFE8}"/>
                </a:ext>
              </a:extLst>
            </p:cNvPr>
            <p:cNvSpPr>
              <a:spLocks/>
            </p:cNvSpPr>
            <p:nvPr/>
          </p:nvSpPr>
          <p:spPr bwMode="auto">
            <a:xfrm>
              <a:off x="1720850" y="1685925"/>
              <a:ext cx="114300" cy="114300"/>
            </a:xfrm>
            <a:custGeom>
              <a:avLst/>
              <a:gdLst>
                <a:gd name="T0" fmla="*/ 2147483646 w 72"/>
                <a:gd name="T1" fmla="*/ 2147483646 h 72"/>
                <a:gd name="T2" fmla="*/ 2147483646 w 72"/>
                <a:gd name="T3" fmla="*/ 2147483646 h 72"/>
                <a:gd name="T4" fmla="*/ 0 w 72"/>
                <a:gd name="T5" fmla="*/ 2147483646 h 72"/>
                <a:gd name="T6" fmla="*/ 2147483646 w 72"/>
                <a:gd name="T7" fmla="*/ 2147483646 h 72"/>
                <a:gd name="T8" fmla="*/ 2147483646 w 72"/>
                <a:gd name="T9" fmla="*/ 0 h 72"/>
                <a:gd name="T10" fmla="*/ 2147483646 w 72"/>
                <a:gd name="T11" fmla="*/ 2147483646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2" h="72">
                  <a:moveTo>
                    <a:pt x="72" y="18"/>
                  </a:moveTo>
                  <a:lnTo>
                    <a:pt x="12" y="72"/>
                  </a:lnTo>
                  <a:lnTo>
                    <a:pt x="0" y="60"/>
                  </a:lnTo>
                  <a:lnTo>
                    <a:pt x="60" y="6"/>
                  </a:lnTo>
                  <a:lnTo>
                    <a:pt x="66" y="0"/>
                  </a:lnTo>
                  <a:lnTo>
                    <a:pt x="72"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nvGrpSpPr>
            <p:cNvPr id="57393" name="Group 156">
              <a:extLst>
                <a:ext uri="{FF2B5EF4-FFF2-40B4-BE49-F238E27FC236}">
                  <a16:creationId xmlns:a16="http://schemas.microsoft.com/office/drawing/2014/main" id="{2F0B07E7-91BB-B41B-D716-C121BD5A4793}"/>
                </a:ext>
              </a:extLst>
            </p:cNvPr>
            <p:cNvGrpSpPr>
              <a:grpSpLocks/>
            </p:cNvGrpSpPr>
            <p:nvPr/>
          </p:nvGrpSpPr>
          <p:grpSpPr bwMode="auto">
            <a:xfrm>
              <a:off x="2522538" y="2286000"/>
              <a:ext cx="350837" cy="838200"/>
              <a:chOff x="1656" y="1200"/>
              <a:chExt cx="198" cy="474"/>
            </a:xfrm>
          </p:grpSpPr>
          <p:sp>
            <p:nvSpPr>
              <p:cNvPr id="57411" name="Freeform 157">
                <a:extLst>
                  <a:ext uri="{FF2B5EF4-FFF2-40B4-BE49-F238E27FC236}">
                    <a16:creationId xmlns:a16="http://schemas.microsoft.com/office/drawing/2014/main" id="{4E82F4C0-E982-0738-EF8D-0A319EEE745D}"/>
                  </a:ext>
                </a:extLst>
              </p:cNvPr>
              <p:cNvSpPr>
                <a:spLocks/>
              </p:cNvSpPr>
              <p:nvPr/>
            </p:nvSpPr>
            <p:spPr bwMode="auto">
              <a:xfrm>
                <a:off x="1674" y="1326"/>
                <a:ext cx="168" cy="246"/>
              </a:xfrm>
              <a:custGeom>
                <a:avLst/>
                <a:gdLst>
                  <a:gd name="T0" fmla="*/ 78 w 168"/>
                  <a:gd name="T1" fmla="*/ 0 h 246"/>
                  <a:gd name="T2" fmla="*/ 36 w 168"/>
                  <a:gd name="T3" fmla="*/ 12 h 246"/>
                  <a:gd name="T4" fmla="*/ 36 w 168"/>
                  <a:gd name="T5" fmla="*/ 126 h 246"/>
                  <a:gd name="T6" fmla="*/ 0 w 168"/>
                  <a:gd name="T7" fmla="*/ 246 h 246"/>
                  <a:gd name="T8" fmla="*/ 168 w 168"/>
                  <a:gd name="T9" fmla="*/ 246 h 246"/>
                  <a:gd name="T10" fmla="*/ 132 w 168"/>
                  <a:gd name="T11" fmla="*/ 126 h 246"/>
                  <a:gd name="T12" fmla="*/ 126 w 168"/>
                  <a:gd name="T13" fmla="*/ 12 h 246"/>
                  <a:gd name="T14" fmla="*/ 78 w 168"/>
                  <a:gd name="T15" fmla="*/ 0 h 2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8" h="246">
                    <a:moveTo>
                      <a:pt x="78" y="0"/>
                    </a:moveTo>
                    <a:lnTo>
                      <a:pt x="36" y="12"/>
                    </a:lnTo>
                    <a:lnTo>
                      <a:pt x="36" y="126"/>
                    </a:lnTo>
                    <a:lnTo>
                      <a:pt x="0" y="246"/>
                    </a:lnTo>
                    <a:lnTo>
                      <a:pt x="168" y="246"/>
                    </a:lnTo>
                    <a:lnTo>
                      <a:pt x="132" y="126"/>
                    </a:lnTo>
                    <a:lnTo>
                      <a:pt x="126" y="12"/>
                    </a:lnTo>
                    <a:lnTo>
                      <a:pt x="78"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12" name="Freeform 158">
                <a:extLst>
                  <a:ext uri="{FF2B5EF4-FFF2-40B4-BE49-F238E27FC236}">
                    <a16:creationId xmlns:a16="http://schemas.microsoft.com/office/drawing/2014/main" id="{C54DD493-8D8E-A0F4-4702-E9289E129588}"/>
                  </a:ext>
                </a:extLst>
              </p:cNvPr>
              <p:cNvSpPr>
                <a:spLocks/>
              </p:cNvSpPr>
              <p:nvPr/>
            </p:nvSpPr>
            <p:spPr bwMode="auto">
              <a:xfrm>
                <a:off x="1668" y="1320"/>
                <a:ext cx="180" cy="258"/>
              </a:xfrm>
              <a:custGeom>
                <a:avLst/>
                <a:gdLst>
                  <a:gd name="T0" fmla="*/ 48 w 180"/>
                  <a:gd name="T1" fmla="*/ 18 h 258"/>
                  <a:gd name="T2" fmla="*/ 48 w 180"/>
                  <a:gd name="T3" fmla="*/ 132 h 258"/>
                  <a:gd name="T4" fmla="*/ 12 w 180"/>
                  <a:gd name="T5" fmla="*/ 246 h 258"/>
                  <a:gd name="T6" fmla="*/ 168 w 180"/>
                  <a:gd name="T7" fmla="*/ 246 h 258"/>
                  <a:gd name="T8" fmla="*/ 132 w 180"/>
                  <a:gd name="T9" fmla="*/ 132 h 258"/>
                  <a:gd name="T10" fmla="*/ 126 w 180"/>
                  <a:gd name="T11" fmla="*/ 24 h 258"/>
                  <a:gd name="T12" fmla="*/ 84 w 180"/>
                  <a:gd name="T13" fmla="*/ 12 h 258"/>
                  <a:gd name="T14" fmla="*/ 84 w 180"/>
                  <a:gd name="T15" fmla="*/ 0 h 258"/>
                  <a:gd name="T16" fmla="*/ 132 w 180"/>
                  <a:gd name="T17" fmla="*/ 12 h 258"/>
                  <a:gd name="T18" fmla="*/ 138 w 180"/>
                  <a:gd name="T19" fmla="*/ 18 h 258"/>
                  <a:gd name="T20" fmla="*/ 144 w 180"/>
                  <a:gd name="T21" fmla="*/ 132 h 258"/>
                  <a:gd name="T22" fmla="*/ 180 w 180"/>
                  <a:gd name="T23" fmla="*/ 252 h 258"/>
                  <a:gd name="T24" fmla="*/ 174 w 180"/>
                  <a:gd name="T25" fmla="*/ 258 h 258"/>
                  <a:gd name="T26" fmla="*/ 6 w 180"/>
                  <a:gd name="T27" fmla="*/ 258 h 258"/>
                  <a:gd name="T28" fmla="*/ 0 w 180"/>
                  <a:gd name="T29" fmla="*/ 252 h 258"/>
                  <a:gd name="T30" fmla="*/ 36 w 180"/>
                  <a:gd name="T31" fmla="*/ 132 h 258"/>
                  <a:gd name="T32" fmla="*/ 36 w 180"/>
                  <a:gd name="T33" fmla="*/ 18 h 258"/>
                  <a:gd name="T34" fmla="*/ 42 w 180"/>
                  <a:gd name="T35" fmla="*/ 12 h 258"/>
                  <a:gd name="T36" fmla="*/ 48 w 180"/>
                  <a:gd name="T37" fmla="*/ 18 h 2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80" h="258">
                    <a:moveTo>
                      <a:pt x="48" y="18"/>
                    </a:moveTo>
                    <a:lnTo>
                      <a:pt x="48" y="132"/>
                    </a:lnTo>
                    <a:lnTo>
                      <a:pt x="12" y="246"/>
                    </a:lnTo>
                    <a:lnTo>
                      <a:pt x="168" y="246"/>
                    </a:lnTo>
                    <a:lnTo>
                      <a:pt x="132" y="132"/>
                    </a:lnTo>
                    <a:lnTo>
                      <a:pt x="126" y="24"/>
                    </a:lnTo>
                    <a:lnTo>
                      <a:pt x="84" y="12"/>
                    </a:lnTo>
                    <a:lnTo>
                      <a:pt x="84" y="0"/>
                    </a:lnTo>
                    <a:lnTo>
                      <a:pt x="132" y="12"/>
                    </a:lnTo>
                    <a:lnTo>
                      <a:pt x="138" y="18"/>
                    </a:lnTo>
                    <a:lnTo>
                      <a:pt x="144" y="132"/>
                    </a:lnTo>
                    <a:lnTo>
                      <a:pt x="180" y="252"/>
                    </a:lnTo>
                    <a:lnTo>
                      <a:pt x="174" y="258"/>
                    </a:lnTo>
                    <a:lnTo>
                      <a:pt x="6" y="258"/>
                    </a:lnTo>
                    <a:lnTo>
                      <a:pt x="0" y="252"/>
                    </a:lnTo>
                    <a:lnTo>
                      <a:pt x="36" y="132"/>
                    </a:lnTo>
                    <a:lnTo>
                      <a:pt x="36" y="18"/>
                    </a:lnTo>
                    <a:lnTo>
                      <a:pt x="42" y="12"/>
                    </a:lnTo>
                    <a:lnTo>
                      <a:pt x="48"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13" name="Freeform 159">
                <a:extLst>
                  <a:ext uri="{FF2B5EF4-FFF2-40B4-BE49-F238E27FC236}">
                    <a16:creationId xmlns:a16="http://schemas.microsoft.com/office/drawing/2014/main" id="{8D5C5E11-F64B-10E3-3B61-66D24E1F2373}"/>
                  </a:ext>
                </a:extLst>
              </p:cNvPr>
              <p:cNvSpPr>
                <a:spLocks/>
              </p:cNvSpPr>
              <p:nvPr/>
            </p:nvSpPr>
            <p:spPr bwMode="auto">
              <a:xfrm>
                <a:off x="1710" y="1320"/>
                <a:ext cx="42" cy="24"/>
              </a:xfrm>
              <a:custGeom>
                <a:avLst/>
                <a:gdLst>
                  <a:gd name="T0" fmla="*/ 42 w 42"/>
                  <a:gd name="T1" fmla="*/ 12 h 24"/>
                  <a:gd name="T2" fmla="*/ 0 w 42"/>
                  <a:gd name="T3" fmla="*/ 24 h 24"/>
                  <a:gd name="T4" fmla="*/ 0 w 42"/>
                  <a:gd name="T5" fmla="*/ 12 h 24"/>
                  <a:gd name="T6" fmla="*/ 42 w 42"/>
                  <a:gd name="T7" fmla="*/ 0 h 24"/>
                  <a:gd name="T8" fmla="*/ 42 w 42"/>
                  <a:gd name="T9" fmla="*/ 12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24">
                    <a:moveTo>
                      <a:pt x="42" y="12"/>
                    </a:moveTo>
                    <a:lnTo>
                      <a:pt x="0" y="24"/>
                    </a:lnTo>
                    <a:lnTo>
                      <a:pt x="0" y="12"/>
                    </a:lnTo>
                    <a:lnTo>
                      <a:pt x="42" y="0"/>
                    </a:lnTo>
                    <a:lnTo>
                      <a:pt x="42"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14" name="Freeform 160">
                <a:extLst>
                  <a:ext uri="{FF2B5EF4-FFF2-40B4-BE49-F238E27FC236}">
                    <a16:creationId xmlns:a16="http://schemas.microsoft.com/office/drawing/2014/main" id="{CA996E59-349F-9F70-C5F0-6456E6B530A5}"/>
                  </a:ext>
                </a:extLst>
              </p:cNvPr>
              <p:cNvSpPr>
                <a:spLocks/>
              </p:cNvSpPr>
              <p:nvPr/>
            </p:nvSpPr>
            <p:spPr bwMode="auto">
              <a:xfrm>
                <a:off x="1674" y="1572"/>
                <a:ext cx="54" cy="96"/>
              </a:xfrm>
              <a:custGeom>
                <a:avLst/>
                <a:gdLst>
                  <a:gd name="T0" fmla="*/ 54 w 54"/>
                  <a:gd name="T1" fmla="*/ 0 h 96"/>
                  <a:gd name="T2" fmla="*/ 42 w 54"/>
                  <a:gd name="T3" fmla="*/ 90 h 96"/>
                  <a:gd name="T4" fmla="*/ 36 w 54"/>
                  <a:gd name="T5" fmla="*/ 96 h 96"/>
                  <a:gd name="T6" fmla="*/ 0 w 54"/>
                  <a:gd name="T7" fmla="*/ 96 h 96"/>
                  <a:gd name="T8" fmla="*/ 0 w 54"/>
                  <a:gd name="T9" fmla="*/ 78 h 96"/>
                  <a:gd name="T10" fmla="*/ 24 w 54"/>
                  <a:gd name="T11" fmla="*/ 78 h 96"/>
                  <a:gd name="T12" fmla="*/ 36 w 54"/>
                  <a:gd name="T13" fmla="*/ 0 h 96"/>
                  <a:gd name="T14" fmla="*/ 54 w 54"/>
                  <a:gd name="T15" fmla="*/ 0 h 9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 h="96">
                    <a:moveTo>
                      <a:pt x="54" y="0"/>
                    </a:moveTo>
                    <a:lnTo>
                      <a:pt x="42" y="90"/>
                    </a:lnTo>
                    <a:lnTo>
                      <a:pt x="36" y="96"/>
                    </a:lnTo>
                    <a:lnTo>
                      <a:pt x="0" y="96"/>
                    </a:lnTo>
                    <a:lnTo>
                      <a:pt x="0" y="78"/>
                    </a:lnTo>
                    <a:lnTo>
                      <a:pt x="24" y="78"/>
                    </a:lnTo>
                    <a:lnTo>
                      <a:pt x="36" y="0"/>
                    </a:lnTo>
                    <a:lnTo>
                      <a:pt x="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15" name="Freeform 161">
                <a:extLst>
                  <a:ext uri="{FF2B5EF4-FFF2-40B4-BE49-F238E27FC236}">
                    <a16:creationId xmlns:a16="http://schemas.microsoft.com/office/drawing/2014/main" id="{71CFE828-A7EA-C642-40DF-1D1D9C809154}"/>
                  </a:ext>
                </a:extLst>
              </p:cNvPr>
              <p:cNvSpPr>
                <a:spLocks/>
              </p:cNvSpPr>
              <p:nvPr/>
            </p:nvSpPr>
            <p:spPr bwMode="auto">
              <a:xfrm>
                <a:off x="1758" y="1572"/>
                <a:ext cx="42" cy="102"/>
              </a:xfrm>
              <a:custGeom>
                <a:avLst/>
                <a:gdLst>
                  <a:gd name="T0" fmla="*/ 30 w 42"/>
                  <a:gd name="T1" fmla="*/ 0 h 102"/>
                  <a:gd name="T2" fmla="*/ 42 w 42"/>
                  <a:gd name="T3" fmla="*/ 96 h 102"/>
                  <a:gd name="T4" fmla="*/ 36 w 42"/>
                  <a:gd name="T5" fmla="*/ 102 h 102"/>
                  <a:gd name="T6" fmla="*/ 0 w 42"/>
                  <a:gd name="T7" fmla="*/ 96 h 102"/>
                  <a:gd name="T8" fmla="*/ 0 w 42"/>
                  <a:gd name="T9" fmla="*/ 78 h 102"/>
                  <a:gd name="T10" fmla="*/ 24 w 42"/>
                  <a:gd name="T11" fmla="*/ 84 h 102"/>
                  <a:gd name="T12" fmla="*/ 12 w 42"/>
                  <a:gd name="T13" fmla="*/ 0 h 102"/>
                  <a:gd name="T14" fmla="*/ 30 w 42"/>
                  <a:gd name="T15" fmla="*/ 0 h 10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2" h="102">
                    <a:moveTo>
                      <a:pt x="30" y="0"/>
                    </a:moveTo>
                    <a:lnTo>
                      <a:pt x="42" y="96"/>
                    </a:lnTo>
                    <a:lnTo>
                      <a:pt x="36" y="102"/>
                    </a:lnTo>
                    <a:lnTo>
                      <a:pt x="0" y="96"/>
                    </a:lnTo>
                    <a:lnTo>
                      <a:pt x="0" y="78"/>
                    </a:lnTo>
                    <a:lnTo>
                      <a:pt x="24" y="84"/>
                    </a:lnTo>
                    <a:lnTo>
                      <a:pt x="12" y="0"/>
                    </a:lnTo>
                    <a:lnTo>
                      <a:pt x="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16" name="Freeform 162">
                <a:extLst>
                  <a:ext uri="{FF2B5EF4-FFF2-40B4-BE49-F238E27FC236}">
                    <a16:creationId xmlns:a16="http://schemas.microsoft.com/office/drawing/2014/main" id="{EDB024AE-02FE-2535-F6F0-D76614E36813}"/>
                  </a:ext>
                </a:extLst>
              </p:cNvPr>
              <p:cNvSpPr>
                <a:spLocks/>
              </p:cNvSpPr>
              <p:nvPr/>
            </p:nvSpPr>
            <p:spPr bwMode="auto">
              <a:xfrm>
                <a:off x="1764" y="1356"/>
                <a:ext cx="90" cy="138"/>
              </a:xfrm>
              <a:custGeom>
                <a:avLst/>
                <a:gdLst>
                  <a:gd name="T0" fmla="*/ 42 w 90"/>
                  <a:gd name="T1" fmla="*/ 0 h 138"/>
                  <a:gd name="T2" fmla="*/ 90 w 90"/>
                  <a:gd name="T3" fmla="*/ 90 h 138"/>
                  <a:gd name="T4" fmla="*/ 84 w 90"/>
                  <a:gd name="T5" fmla="*/ 96 h 138"/>
                  <a:gd name="T6" fmla="*/ 0 w 90"/>
                  <a:gd name="T7" fmla="*/ 138 h 138"/>
                  <a:gd name="T8" fmla="*/ 0 w 90"/>
                  <a:gd name="T9" fmla="*/ 120 h 138"/>
                  <a:gd name="T10" fmla="*/ 72 w 90"/>
                  <a:gd name="T11" fmla="*/ 84 h 138"/>
                  <a:gd name="T12" fmla="*/ 24 w 90"/>
                  <a:gd name="T13" fmla="*/ 0 h 138"/>
                  <a:gd name="T14" fmla="*/ 42 w 90"/>
                  <a:gd name="T15" fmla="*/ 0 h 1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0" h="138">
                    <a:moveTo>
                      <a:pt x="42" y="0"/>
                    </a:moveTo>
                    <a:lnTo>
                      <a:pt x="90" y="90"/>
                    </a:lnTo>
                    <a:lnTo>
                      <a:pt x="84" y="96"/>
                    </a:lnTo>
                    <a:lnTo>
                      <a:pt x="0" y="138"/>
                    </a:lnTo>
                    <a:lnTo>
                      <a:pt x="0" y="120"/>
                    </a:lnTo>
                    <a:lnTo>
                      <a:pt x="72" y="84"/>
                    </a:lnTo>
                    <a:lnTo>
                      <a:pt x="24" y="0"/>
                    </a:ln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17" name="Freeform 163">
                <a:extLst>
                  <a:ext uri="{FF2B5EF4-FFF2-40B4-BE49-F238E27FC236}">
                    <a16:creationId xmlns:a16="http://schemas.microsoft.com/office/drawing/2014/main" id="{E36C384E-B1B2-F9C1-9D8D-5A260FEE89B7}"/>
                  </a:ext>
                </a:extLst>
              </p:cNvPr>
              <p:cNvSpPr>
                <a:spLocks/>
              </p:cNvSpPr>
              <p:nvPr/>
            </p:nvSpPr>
            <p:spPr bwMode="auto">
              <a:xfrm>
                <a:off x="1656" y="1356"/>
                <a:ext cx="60" cy="144"/>
              </a:xfrm>
              <a:custGeom>
                <a:avLst/>
                <a:gdLst>
                  <a:gd name="T0" fmla="*/ 60 w 60"/>
                  <a:gd name="T1" fmla="*/ 0 h 144"/>
                  <a:gd name="T2" fmla="*/ 42 w 60"/>
                  <a:gd name="T3" fmla="*/ 78 h 144"/>
                  <a:gd name="T4" fmla="*/ 18 w 60"/>
                  <a:gd name="T5" fmla="*/ 144 h 144"/>
                  <a:gd name="T6" fmla="*/ 0 w 60"/>
                  <a:gd name="T7" fmla="*/ 144 h 144"/>
                  <a:gd name="T8" fmla="*/ 24 w 60"/>
                  <a:gd name="T9" fmla="*/ 78 h 144"/>
                  <a:gd name="T10" fmla="*/ 42 w 60"/>
                  <a:gd name="T11" fmla="*/ 0 h 144"/>
                  <a:gd name="T12" fmla="*/ 60 w 60"/>
                  <a:gd name="T13" fmla="*/ 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144">
                    <a:moveTo>
                      <a:pt x="60" y="0"/>
                    </a:moveTo>
                    <a:lnTo>
                      <a:pt x="42" y="78"/>
                    </a:lnTo>
                    <a:lnTo>
                      <a:pt x="18" y="144"/>
                    </a:lnTo>
                    <a:lnTo>
                      <a:pt x="0" y="144"/>
                    </a:lnTo>
                    <a:lnTo>
                      <a:pt x="24" y="78"/>
                    </a:lnTo>
                    <a:lnTo>
                      <a:pt x="42" y="0"/>
                    </a:lnTo>
                    <a:lnTo>
                      <a:pt x="6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18" name="Freeform 164">
                <a:extLst>
                  <a:ext uri="{FF2B5EF4-FFF2-40B4-BE49-F238E27FC236}">
                    <a16:creationId xmlns:a16="http://schemas.microsoft.com/office/drawing/2014/main" id="{63C319BC-AD0E-00B4-841A-26962C279BDC}"/>
                  </a:ext>
                </a:extLst>
              </p:cNvPr>
              <p:cNvSpPr>
                <a:spLocks/>
              </p:cNvSpPr>
              <p:nvPr/>
            </p:nvSpPr>
            <p:spPr bwMode="auto">
              <a:xfrm>
                <a:off x="1716" y="1224"/>
                <a:ext cx="90" cy="90"/>
              </a:xfrm>
              <a:custGeom>
                <a:avLst/>
                <a:gdLst>
                  <a:gd name="T0" fmla="*/ 0 w 90"/>
                  <a:gd name="T1" fmla="*/ 48 h 90"/>
                  <a:gd name="T2" fmla="*/ 6 w 90"/>
                  <a:gd name="T3" fmla="*/ 30 h 90"/>
                  <a:gd name="T4" fmla="*/ 30 w 90"/>
                  <a:gd name="T5" fmla="*/ 6 h 90"/>
                  <a:gd name="T6" fmla="*/ 48 w 90"/>
                  <a:gd name="T7" fmla="*/ 0 h 90"/>
                  <a:gd name="T8" fmla="*/ 66 w 90"/>
                  <a:gd name="T9" fmla="*/ 6 h 90"/>
                  <a:gd name="T10" fmla="*/ 78 w 90"/>
                  <a:gd name="T11" fmla="*/ 18 h 90"/>
                  <a:gd name="T12" fmla="*/ 84 w 90"/>
                  <a:gd name="T13" fmla="*/ 30 h 90"/>
                  <a:gd name="T14" fmla="*/ 90 w 90"/>
                  <a:gd name="T15" fmla="*/ 48 h 90"/>
                  <a:gd name="T16" fmla="*/ 84 w 90"/>
                  <a:gd name="T17" fmla="*/ 66 h 90"/>
                  <a:gd name="T18" fmla="*/ 78 w 90"/>
                  <a:gd name="T19" fmla="*/ 78 h 90"/>
                  <a:gd name="T20" fmla="*/ 66 w 90"/>
                  <a:gd name="T21" fmla="*/ 84 h 90"/>
                  <a:gd name="T22" fmla="*/ 48 w 90"/>
                  <a:gd name="T23" fmla="*/ 90 h 90"/>
                  <a:gd name="T24" fmla="*/ 30 w 90"/>
                  <a:gd name="T25" fmla="*/ 84 h 90"/>
                  <a:gd name="T26" fmla="*/ 18 w 90"/>
                  <a:gd name="T27" fmla="*/ 78 h 90"/>
                  <a:gd name="T28" fmla="*/ 6 w 90"/>
                  <a:gd name="T29" fmla="*/ 66 h 90"/>
                  <a:gd name="T30" fmla="*/ 0 w 90"/>
                  <a:gd name="T31" fmla="*/ 48 h 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90" h="90">
                    <a:moveTo>
                      <a:pt x="0" y="48"/>
                    </a:moveTo>
                    <a:lnTo>
                      <a:pt x="6" y="30"/>
                    </a:lnTo>
                    <a:lnTo>
                      <a:pt x="30" y="6"/>
                    </a:lnTo>
                    <a:lnTo>
                      <a:pt x="48" y="0"/>
                    </a:lnTo>
                    <a:lnTo>
                      <a:pt x="66" y="6"/>
                    </a:lnTo>
                    <a:lnTo>
                      <a:pt x="78" y="18"/>
                    </a:lnTo>
                    <a:lnTo>
                      <a:pt x="84" y="30"/>
                    </a:lnTo>
                    <a:lnTo>
                      <a:pt x="90" y="48"/>
                    </a:lnTo>
                    <a:lnTo>
                      <a:pt x="84" y="66"/>
                    </a:lnTo>
                    <a:lnTo>
                      <a:pt x="78" y="78"/>
                    </a:lnTo>
                    <a:lnTo>
                      <a:pt x="66" y="84"/>
                    </a:lnTo>
                    <a:lnTo>
                      <a:pt x="48" y="90"/>
                    </a:lnTo>
                    <a:lnTo>
                      <a:pt x="30" y="84"/>
                    </a:lnTo>
                    <a:lnTo>
                      <a:pt x="18" y="78"/>
                    </a:lnTo>
                    <a:lnTo>
                      <a:pt x="6" y="66"/>
                    </a:lnTo>
                    <a:lnTo>
                      <a:pt x="0" y="48"/>
                    </a:lnTo>
                    <a:close/>
                  </a:path>
                </a:pathLst>
              </a:custGeom>
              <a:solidFill>
                <a:srgbClr val="FF9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19" name="Freeform 165">
                <a:extLst>
                  <a:ext uri="{FF2B5EF4-FFF2-40B4-BE49-F238E27FC236}">
                    <a16:creationId xmlns:a16="http://schemas.microsoft.com/office/drawing/2014/main" id="{9072B608-7ED4-E202-CAF9-AD298B99672A}"/>
                  </a:ext>
                </a:extLst>
              </p:cNvPr>
              <p:cNvSpPr>
                <a:spLocks/>
              </p:cNvSpPr>
              <p:nvPr/>
            </p:nvSpPr>
            <p:spPr bwMode="auto">
              <a:xfrm>
                <a:off x="1710" y="1218"/>
                <a:ext cx="102" cy="102"/>
              </a:xfrm>
              <a:custGeom>
                <a:avLst/>
                <a:gdLst>
                  <a:gd name="T0" fmla="*/ 6 w 102"/>
                  <a:gd name="T1" fmla="*/ 36 h 102"/>
                  <a:gd name="T2" fmla="*/ 30 w 102"/>
                  <a:gd name="T3" fmla="*/ 12 h 102"/>
                  <a:gd name="T4" fmla="*/ 36 w 102"/>
                  <a:gd name="T5" fmla="*/ 6 h 102"/>
                  <a:gd name="T6" fmla="*/ 54 w 102"/>
                  <a:gd name="T7" fmla="*/ 0 h 102"/>
                  <a:gd name="T8" fmla="*/ 72 w 102"/>
                  <a:gd name="T9" fmla="*/ 6 h 102"/>
                  <a:gd name="T10" fmla="*/ 78 w 102"/>
                  <a:gd name="T11" fmla="*/ 12 h 102"/>
                  <a:gd name="T12" fmla="*/ 90 w 102"/>
                  <a:gd name="T13" fmla="*/ 24 h 102"/>
                  <a:gd name="T14" fmla="*/ 96 w 102"/>
                  <a:gd name="T15" fmla="*/ 36 h 102"/>
                  <a:gd name="T16" fmla="*/ 102 w 102"/>
                  <a:gd name="T17" fmla="*/ 54 h 102"/>
                  <a:gd name="T18" fmla="*/ 96 w 102"/>
                  <a:gd name="T19" fmla="*/ 72 h 102"/>
                  <a:gd name="T20" fmla="*/ 90 w 102"/>
                  <a:gd name="T21" fmla="*/ 84 h 102"/>
                  <a:gd name="T22" fmla="*/ 84 w 102"/>
                  <a:gd name="T23" fmla="*/ 90 h 102"/>
                  <a:gd name="T24" fmla="*/ 72 w 102"/>
                  <a:gd name="T25" fmla="*/ 96 h 102"/>
                  <a:gd name="T26" fmla="*/ 54 w 102"/>
                  <a:gd name="T27" fmla="*/ 102 h 102"/>
                  <a:gd name="T28" fmla="*/ 36 w 102"/>
                  <a:gd name="T29" fmla="*/ 96 h 102"/>
                  <a:gd name="T30" fmla="*/ 24 w 102"/>
                  <a:gd name="T31" fmla="*/ 90 h 102"/>
                  <a:gd name="T32" fmla="*/ 18 w 102"/>
                  <a:gd name="T33" fmla="*/ 84 h 102"/>
                  <a:gd name="T34" fmla="*/ 6 w 102"/>
                  <a:gd name="T35" fmla="*/ 72 h 102"/>
                  <a:gd name="T36" fmla="*/ 0 w 102"/>
                  <a:gd name="T37" fmla="*/ 54 h 102"/>
                  <a:gd name="T38" fmla="*/ 12 w 102"/>
                  <a:gd name="T39" fmla="*/ 54 h 102"/>
                  <a:gd name="T40" fmla="*/ 18 w 102"/>
                  <a:gd name="T41" fmla="*/ 72 h 102"/>
                  <a:gd name="T42" fmla="*/ 24 w 102"/>
                  <a:gd name="T43" fmla="*/ 78 h 102"/>
                  <a:gd name="T44" fmla="*/ 36 w 102"/>
                  <a:gd name="T45" fmla="*/ 84 h 102"/>
                  <a:gd name="T46" fmla="*/ 54 w 102"/>
                  <a:gd name="T47" fmla="*/ 90 h 102"/>
                  <a:gd name="T48" fmla="*/ 72 w 102"/>
                  <a:gd name="T49" fmla="*/ 84 h 102"/>
                  <a:gd name="T50" fmla="*/ 78 w 102"/>
                  <a:gd name="T51" fmla="*/ 78 h 102"/>
                  <a:gd name="T52" fmla="*/ 84 w 102"/>
                  <a:gd name="T53" fmla="*/ 72 h 102"/>
                  <a:gd name="T54" fmla="*/ 90 w 102"/>
                  <a:gd name="T55" fmla="*/ 54 h 102"/>
                  <a:gd name="T56" fmla="*/ 84 w 102"/>
                  <a:gd name="T57" fmla="*/ 36 h 102"/>
                  <a:gd name="T58" fmla="*/ 78 w 102"/>
                  <a:gd name="T59" fmla="*/ 24 h 102"/>
                  <a:gd name="T60" fmla="*/ 72 w 102"/>
                  <a:gd name="T61" fmla="*/ 18 h 102"/>
                  <a:gd name="T62" fmla="*/ 54 w 102"/>
                  <a:gd name="T63" fmla="*/ 12 h 102"/>
                  <a:gd name="T64" fmla="*/ 36 w 102"/>
                  <a:gd name="T65" fmla="*/ 18 h 102"/>
                  <a:gd name="T66" fmla="*/ 18 w 102"/>
                  <a:gd name="T67" fmla="*/ 36 h 102"/>
                  <a:gd name="T68" fmla="*/ 6 w 102"/>
                  <a:gd name="T69" fmla="*/ 36 h 10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2" h="102">
                    <a:moveTo>
                      <a:pt x="6" y="36"/>
                    </a:moveTo>
                    <a:lnTo>
                      <a:pt x="30" y="12"/>
                    </a:lnTo>
                    <a:lnTo>
                      <a:pt x="36" y="6"/>
                    </a:lnTo>
                    <a:lnTo>
                      <a:pt x="54" y="0"/>
                    </a:lnTo>
                    <a:lnTo>
                      <a:pt x="72" y="6"/>
                    </a:lnTo>
                    <a:lnTo>
                      <a:pt x="78" y="12"/>
                    </a:lnTo>
                    <a:lnTo>
                      <a:pt x="90" y="24"/>
                    </a:lnTo>
                    <a:lnTo>
                      <a:pt x="96" y="36"/>
                    </a:lnTo>
                    <a:lnTo>
                      <a:pt x="102" y="54"/>
                    </a:lnTo>
                    <a:lnTo>
                      <a:pt x="96" y="72"/>
                    </a:lnTo>
                    <a:lnTo>
                      <a:pt x="90" y="84"/>
                    </a:lnTo>
                    <a:lnTo>
                      <a:pt x="84" y="90"/>
                    </a:lnTo>
                    <a:lnTo>
                      <a:pt x="72" y="96"/>
                    </a:lnTo>
                    <a:lnTo>
                      <a:pt x="54" y="102"/>
                    </a:lnTo>
                    <a:lnTo>
                      <a:pt x="36" y="96"/>
                    </a:lnTo>
                    <a:lnTo>
                      <a:pt x="24" y="90"/>
                    </a:lnTo>
                    <a:lnTo>
                      <a:pt x="18" y="84"/>
                    </a:lnTo>
                    <a:lnTo>
                      <a:pt x="6" y="72"/>
                    </a:lnTo>
                    <a:lnTo>
                      <a:pt x="0" y="54"/>
                    </a:lnTo>
                    <a:lnTo>
                      <a:pt x="12" y="54"/>
                    </a:lnTo>
                    <a:lnTo>
                      <a:pt x="18" y="72"/>
                    </a:lnTo>
                    <a:lnTo>
                      <a:pt x="24" y="78"/>
                    </a:lnTo>
                    <a:lnTo>
                      <a:pt x="36" y="84"/>
                    </a:lnTo>
                    <a:lnTo>
                      <a:pt x="54" y="90"/>
                    </a:lnTo>
                    <a:lnTo>
                      <a:pt x="72" y="84"/>
                    </a:lnTo>
                    <a:lnTo>
                      <a:pt x="78" y="78"/>
                    </a:lnTo>
                    <a:lnTo>
                      <a:pt x="84" y="72"/>
                    </a:lnTo>
                    <a:lnTo>
                      <a:pt x="90" y="54"/>
                    </a:lnTo>
                    <a:lnTo>
                      <a:pt x="84" y="36"/>
                    </a:lnTo>
                    <a:lnTo>
                      <a:pt x="78" y="24"/>
                    </a:lnTo>
                    <a:lnTo>
                      <a:pt x="72" y="18"/>
                    </a:lnTo>
                    <a:lnTo>
                      <a:pt x="54" y="12"/>
                    </a:lnTo>
                    <a:lnTo>
                      <a:pt x="36" y="18"/>
                    </a:lnTo>
                    <a:lnTo>
                      <a:pt x="18" y="36"/>
                    </a:lnTo>
                    <a:lnTo>
                      <a:pt x="6"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20" name="Freeform 166">
                <a:extLst>
                  <a:ext uri="{FF2B5EF4-FFF2-40B4-BE49-F238E27FC236}">
                    <a16:creationId xmlns:a16="http://schemas.microsoft.com/office/drawing/2014/main" id="{4CAB7B66-67AC-616B-DE41-103A59B37F25}"/>
                  </a:ext>
                </a:extLst>
              </p:cNvPr>
              <p:cNvSpPr>
                <a:spLocks/>
              </p:cNvSpPr>
              <p:nvPr/>
            </p:nvSpPr>
            <p:spPr bwMode="auto">
              <a:xfrm>
                <a:off x="1710" y="1254"/>
                <a:ext cx="18" cy="18"/>
              </a:xfrm>
              <a:custGeom>
                <a:avLst/>
                <a:gdLst>
                  <a:gd name="T0" fmla="*/ 0 w 18"/>
                  <a:gd name="T1" fmla="*/ 18 h 18"/>
                  <a:gd name="T2" fmla="*/ 6 w 18"/>
                  <a:gd name="T3" fmla="*/ 0 h 18"/>
                  <a:gd name="T4" fmla="*/ 18 w 18"/>
                  <a:gd name="T5" fmla="*/ 0 h 18"/>
                  <a:gd name="T6" fmla="*/ 12 w 18"/>
                  <a:gd name="T7" fmla="*/ 18 h 18"/>
                  <a:gd name="T8" fmla="*/ 0 w 18"/>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18">
                    <a:moveTo>
                      <a:pt x="0" y="18"/>
                    </a:moveTo>
                    <a:lnTo>
                      <a:pt x="6" y="0"/>
                    </a:lnTo>
                    <a:lnTo>
                      <a:pt x="18" y="0"/>
                    </a:lnTo>
                    <a:lnTo>
                      <a:pt x="12"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21" name="Freeform 167">
                <a:extLst>
                  <a:ext uri="{FF2B5EF4-FFF2-40B4-BE49-F238E27FC236}">
                    <a16:creationId xmlns:a16="http://schemas.microsoft.com/office/drawing/2014/main" id="{DE9C0B6A-A716-AF56-9A74-4BD7D8BAD593}"/>
                  </a:ext>
                </a:extLst>
              </p:cNvPr>
              <p:cNvSpPr>
                <a:spLocks/>
              </p:cNvSpPr>
              <p:nvPr/>
            </p:nvSpPr>
            <p:spPr bwMode="auto">
              <a:xfrm>
                <a:off x="1704" y="1242"/>
                <a:ext cx="24" cy="42"/>
              </a:xfrm>
              <a:custGeom>
                <a:avLst/>
                <a:gdLst>
                  <a:gd name="T0" fmla="*/ 0 w 24"/>
                  <a:gd name="T1" fmla="*/ 24 h 42"/>
                  <a:gd name="T2" fmla="*/ 6 w 24"/>
                  <a:gd name="T3" fmla="*/ 24 h 42"/>
                  <a:gd name="T4" fmla="*/ 6 w 24"/>
                  <a:gd name="T5" fmla="*/ 24 h 42"/>
                  <a:gd name="T6" fmla="*/ 0 w 24"/>
                  <a:gd name="T7" fmla="*/ 18 h 42"/>
                  <a:gd name="T8" fmla="*/ 0 w 24"/>
                  <a:gd name="T9" fmla="*/ 18 h 42"/>
                  <a:gd name="T10" fmla="*/ 0 w 24"/>
                  <a:gd name="T11" fmla="*/ 0 h 42"/>
                  <a:gd name="T12" fmla="*/ 12 w 24"/>
                  <a:gd name="T13" fmla="*/ 6 h 42"/>
                  <a:gd name="T14" fmla="*/ 18 w 24"/>
                  <a:gd name="T15" fmla="*/ 12 h 42"/>
                  <a:gd name="T16" fmla="*/ 24 w 24"/>
                  <a:gd name="T17" fmla="*/ 18 h 42"/>
                  <a:gd name="T18" fmla="*/ 24 w 24"/>
                  <a:gd name="T19" fmla="*/ 30 h 42"/>
                  <a:gd name="T20" fmla="*/ 18 w 24"/>
                  <a:gd name="T21" fmla="*/ 36 h 42"/>
                  <a:gd name="T22" fmla="*/ 12 w 24"/>
                  <a:gd name="T23" fmla="*/ 42 h 42"/>
                  <a:gd name="T24" fmla="*/ 0 w 24"/>
                  <a:gd name="T25" fmla="*/ 42 h 42"/>
                  <a:gd name="T26" fmla="*/ 0 w 24"/>
                  <a:gd name="T27" fmla="*/ 24 h 4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4" h="42">
                    <a:moveTo>
                      <a:pt x="0" y="24"/>
                    </a:moveTo>
                    <a:lnTo>
                      <a:pt x="6" y="24"/>
                    </a:lnTo>
                    <a:lnTo>
                      <a:pt x="0" y="18"/>
                    </a:lnTo>
                    <a:lnTo>
                      <a:pt x="0" y="0"/>
                    </a:lnTo>
                    <a:lnTo>
                      <a:pt x="12" y="6"/>
                    </a:lnTo>
                    <a:lnTo>
                      <a:pt x="18" y="12"/>
                    </a:lnTo>
                    <a:lnTo>
                      <a:pt x="24" y="18"/>
                    </a:lnTo>
                    <a:lnTo>
                      <a:pt x="24" y="30"/>
                    </a:lnTo>
                    <a:lnTo>
                      <a:pt x="18" y="36"/>
                    </a:lnTo>
                    <a:lnTo>
                      <a:pt x="12" y="42"/>
                    </a:lnTo>
                    <a:lnTo>
                      <a:pt x="0" y="42"/>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22" name="Freeform 168">
                <a:extLst>
                  <a:ext uri="{FF2B5EF4-FFF2-40B4-BE49-F238E27FC236}">
                    <a16:creationId xmlns:a16="http://schemas.microsoft.com/office/drawing/2014/main" id="{36327E9E-A35F-6901-2477-3C9D61773C8E}"/>
                  </a:ext>
                </a:extLst>
              </p:cNvPr>
              <p:cNvSpPr>
                <a:spLocks/>
              </p:cNvSpPr>
              <p:nvPr/>
            </p:nvSpPr>
            <p:spPr bwMode="auto">
              <a:xfrm>
                <a:off x="1704" y="1236"/>
                <a:ext cx="24" cy="30"/>
              </a:xfrm>
              <a:custGeom>
                <a:avLst/>
                <a:gdLst>
                  <a:gd name="T0" fmla="*/ 0 w 24"/>
                  <a:gd name="T1" fmla="*/ 24 h 30"/>
                  <a:gd name="T2" fmla="*/ 0 w 24"/>
                  <a:gd name="T3" fmla="*/ 12 h 30"/>
                  <a:gd name="T4" fmla="*/ 24 w 24"/>
                  <a:gd name="T5" fmla="*/ 0 h 30"/>
                  <a:gd name="T6" fmla="*/ 24 w 24"/>
                  <a:gd name="T7" fmla="*/ 18 h 30"/>
                  <a:gd name="T8" fmla="*/ 0 w 24"/>
                  <a:gd name="T9" fmla="*/ 30 h 30"/>
                  <a:gd name="T10" fmla="*/ 0 w 24"/>
                  <a:gd name="T11" fmla="*/ 24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 h="30">
                    <a:moveTo>
                      <a:pt x="0" y="24"/>
                    </a:moveTo>
                    <a:lnTo>
                      <a:pt x="0" y="12"/>
                    </a:lnTo>
                    <a:lnTo>
                      <a:pt x="24" y="0"/>
                    </a:lnTo>
                    <a:lnTo>
                      <a:pt x="24" y="18"/>
                    </a:lnTo>
                    <a:lnTo>
                      <a:pt x="0" y="30"/>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23" name="Freeform 169">
                <a:extLst>
                  <a:ext uri="{FF2B5EF4-FFF2-40B4-BE49-F238E27FC236}">
                    <a16:creationId xmlns:a16="http://schemas.microsoft.com/office/drawing/2014/main" id="{549EE117-FA59-AD7B-571C-E9DC9A7F5872}"/>
                  </a:ext>
                </a:extLst>
              </p:cNvPr>
              <p:cNvSpPr>
                <a:spLocks/>
              </p:cNvSpPr>
              <p:nvPr/>
            </p:nvSpPr>
            <p:spPr bwMode="auto">
              <a:xfrm>
                <a:off x="1716" y="1224"/>
                <a:ext cx="24" cy="30"/>
              </a:xfrm>
              <a:custGeom>
                <a:avLst/>
                <a:gdLst>
                  <a:gd name="T0" fmla="*/ 6 w 24"/>
                  <a:gd name="T1" fmla="*/ 18 h 30"/>
                  <a:gd name="T2" fmla="*/ 6 w 24"/>
                  <a:gd name="T3" fmla="*/ 18 h 30"/>
                  <a:gd name="T4" fmla="*/ 0 w 24"/>
                  <a:gd name="T5" fmla="*/ 12 h 30"/>
                  <a:gd name="T6" fmla="*/ 12 w 24"/>
                  <a:gd name="T7" fmla="*/ 0 h 30"/>
                  <a:gd name="T8" fmla="*/ 18 w 24"/>
                  <a:gd name="T9" fmla="*/ 6 h 30"/>
                  <a:gd name="T10" fmla="*/ 24 w 24"/>
                  <a:gd name="T11" fmla="*/ 12 h 30"/>
                  <a:gd name="T12" fmla="*/ 24 w 24"/>
                  <a:gd name="T13" fmla="*/ 18 h 30"/>
                  <a:gd name="T14" fmla="*/ 12 w 24"/>
                  <a:gd name="T15" fmla="*/ 30 h 30"/>
                  <a:gd name="T16" fmla="*/ 6 w 24"/>
                  <a:gd name="T17" fmla="*/ 18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 h="30">
                    <a:moveTo>
                      <a:pt x="6" y="18"/>
                    </a:moveTo>
                    <a:lnTo>
                      <a:pt x="6" y="18"/>
                    </a:lnTo>
                    <a:lnTo>
                      <a:pt x="0" y="12"/>
                    </a:lnTo>
                    <a:lnTo>
                      <a:pt x="12" y="0"/>
                    </a:lnTo>
                    <a:lnTo>
                      <a:pt x="18" y="6"/>
                    </a:lnTo>
                    <a:lnTo>
                      <a:pt x="24" y="12"/>
                    </a:lnTo>
                    <a:lnTo>
                      <a:pt x="24" y="18"/>
                    </a:lnTo>
                    <a:lnTo>
                      <a:pt x="12" y="30"/>
                    </a:lnTo>
                    <a:lnTo>
                      <a:pt x="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24" name="Freeform 170">
                <a:extLst>
                  <a:ext uri="{FF2B5EF4-FFF2-40B4-BE49-F238E27FC236}">
                    <a16:creationId xmlns:a16="http://schemas.microsoft.com/office/drawing/2014/main" id="{3C4EA1B7-7872-78F1-3E3C-E0CA8F21F1AC}"/>
                  </a:ext>
                </a:extLst>
              </p:cNvPr>
              <p:cNvSpPr>
                <a:spLocks/>
              </p:cNvSpPr>
              <p:nvPr/>
            </p:nvSpPr>
            <p:spPr bwMode="auto">
              <a:xfrm>
                <a:off x="1716" y="1224"/>
                <a:ext cx="42" cy="18"/>
              </a:xfrm>
              <a:custGeom>
                <a:avLst/>
                <a:gdLst>
                  <a:gd name="T0" fmla="*/ 0 w 42"/>
                  <a:gd name="T1" fmla="*/ 12 h 18"/>
                  <a:gd name="T2" fmla="*/ 6 w 42"/>
                  <a:gd name="T3" fmla="*/ 0 h 18"/>
                  <a:gd name="T4" fmla="*/ 42 w 42"/>
                  <a:gd name="T5" fmla="*/ 0 h 18"/>
                  <a:gd name="T6" fmla="*/ 42 w 42"/>
                  <a:gd name="T7" fmla="*/ 18 h 18"/>
                  <a:gd name="T8" fmla="*/ 6 w 42"/>
                  <a:gd name="T9" fmla="*/ 18 h 18"/>
                  <a:gd name="T10" fmla="*/ 0 w 42"/>
                  <a:gd name="T11" fmla="*/ 12 h 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 h="18">
                    <a:moveTo>
                      <a:pt x="0" y="12"/>
                    </a:moveTo>
                    <a:lnTo>
                      <a:pt x="6" y="0"/>
                    </a:lnTo>
                    <a:lnTo>
                      <a:pt x="42" y="0"/>
                    </a:lnTo>
                    <a:lnTo>
                      <a:pt x="42" y="18"/>
                    </a:lnTo>
                    <a:lnTo>
                      <a:pt x="6" y="18"/>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25" name="Freeform 171">
                <a:extLst>
                  <a:ext uri="{FF2B5EF4-FFF2-40B4-BE49-F238E27FC236}">
                    <a16:creationId xmlns:a16="http://schemas.microsoft.com/office/drawing/2014/main" id="{468D93C3-3081-9DE5-5442-50C107A0BF6F}"/>
                  </a:ext>
                </a:extLst>
              </p:cNvPr>
              <p:cNvSpPr>
                <a:spLocks/>
              </p:cNvSpPr>
              <p:nvPr/>
            </p:nvSpPr>
            <p:spPr bwMode="auto">
              <a:xfrm>
                <a:off x="1746" y="1206"/>
                <a:ext cx="24" cy="36"/>
              </a:xfrm>
              <a:custGeom>
                <a:avLst/>
                <a:gdLst>
                  <a:gd name="T0" fmla="*/ 6 w 24"/>
                  <a:gd name="T1" fmla="*/ 24 h 36"/>
                  <a:gd name="T2" fmla="*/ 6 w 24"/>
                  <a:gd name="T3" fmla="*/ 24 h 36"/>
                  <a:gd name="T4" fmla="*/ 0 w 24"/>
                  <a:gd name="T5" fmla="*/ 18 h 36"/>
                  <a:gd name="T6" fmla="*/ 0 w 24"/>
                  <a:gd name="T7" fmla="*/ 12 h 36"/>
                  <a:gd name="T8" fmla="*/ 0 w 24"/>
                  <a:gd name="T9" fmla="*/ 0 h 36"/>
                  <a:gd name="T10" fmla="*/ 18 w 24"/>
                  <a:gd name="T11" fmla="*/ 0 h 36"/>
                  <a:gd name="T12" fmla="*/ 18 w 24"/>
                  <a:gd name="T13" fmla="*/ 12 h 36"/>
                  <a:gd name="T14" fmla="*/ 18 w 24"/>
                  <a:gd name="T15" fmla="*/ 12 h 36"/>
                  <a:gd name="T16" fmla="*/ 24 w 24"/>
                  <a:gd name="T17" fmla="*/ 18 h 36"/>
                  <a:gd name="T18" fmla="*/ 24 w 24"/>
                  <a:gd name="T19" fmla="*/ 24 h 36"/>
                  <a:gd name="T20" fmla="*/ 12 w 24"/>
                  <a:gd name="T21" fmla="*/ 36 h 36"/>
                  <a:gd name="T22" fmla="*/ 6 w 24"/>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 h="36">
                    <a:moveTo>
                      <a:pt x="6" y="24"/>
                    </a:moveTo>
                    <a:lnTo>
                      <a:pt x="6" y="24"/>
                    </a:lnTo>
                    <a:lnTo>
                      <a:pt x="0" y="18"/>
                    </a:lnTo>
                    <a:lnTo>
                      <a:pt x="0" y="12"/>
                    </a:lnTo>
                    <a:lnTo>
                      <a:pt x="0" y="0"/>
                    </a:lnTo>
                    <a:lnTo>
                      <a:pt x="18" y="0"/>
                    </a:lnTo>
                    <a:lnTo>
                      <a:pt x="18" y="12"/>
                    </a:lnTo>
                    <a:lnTo>
                      <a:pt x="24" y="18"/>
                    </a:lnTo>
                    <a:lnTo>
                      <a:pt x="24" y="24"/>
                    </a:lnTo>
                    <a:lnTo>
                      <a:pt x="12" y="36"/>
                    </a:lnTo>
                    <a:lnTo>
                      <a:pt x="6"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26" name="Freeform 172">
                <a:extLst>
                  <a:ext uri="{FF2B5EF4-FFF2-40B4-BE49-F238E27FC236}">
                    <a16:creationId xmlns:a16="http://schemas.microsoft.com/office/drawing/2014/main" id="{E0132BFA-2452-17E4-CF6C-F125CD0A4CB2}"/>
                  </a:ext>
                </a:extLst>
              </p:cNvPr>
              <p:cNvSpPr>
                <a:spLocks/>
              </p:cNvSpPr>
              <p:nvPr/>
            </p:nvSpPr>
            <p:spPr bwMode="auto">
              <a:xfrm>
                <a:off x="1746" y="1200"/>
                <a:ext cx="36" cy="30"/>
              </a:xfrm>
              <a:custGeom>
                <a:avLst/>
                <a:gdLst>
                  <a:gd name="T0" fmla="*/ 0 w 36"/>
                  <a:gd name="T1" fmla="*/ 6 h 30"/>
                  <a:gd name="T2" fmla="*/ 6 w 36"/>
                  <a:gd name="T3" fmla="*/ 0 h 30"/>
                  <a:gd name="T4" fmla="*/ 24 w 36"/>
                  <a:gd name="T5" fmla="*/ 6 h 30"/>
                  <a:gd name="T6" fmla="*/ 36 w 36"/>
                  <a:gd name="T7" fmla="*/ 12 h 30"/>
                  <a:gd name="T8" fmla="*/ 36 w 36"/>
                  <a:gd name="T9" fmla="*/ 30 h 30"/>
                  <a:gd name="T10" fmla="*/ 24 w 36"/>
                  <a:gd name="T11" fmla="*/ 24 h 30"/>
                  <a:gd name="T12" fmla="*/ 6 w 36"/>
                  <a:gd name="T13" fmla="*/ 18 h 30"/>
                  <a:gd name="T14" fmla="*/ 0 w 36"/>
                  <a:gd name="T15" fmla="*/ 6 h 3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6" h="30">
                    <a:moveTo>
                      <a:pt x="0" y="6"/>
                    </a:moveTo>
                    <a:lnTo>
                      <a:pt x="6" y="0"/>
                    </a:lnTo>
                    <a:lnTo>
                      <a:pt x="24" y="6"/>
                    </a:lnTo>
                    <a:lnTo>
                      <a:pt x="36" y="12"/>
                    </a:lnTo>
                    <a:lnTo>
                      <a:pt x="36" y="30"/>
                    </a:lnTo>
                    <a:lnTo>
                      <a:pt x="24" y="24"/>
                    </a:lnTo>
                    <a:lnTo>
                      <a:pt x="6" y="18"/>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27" name="Freeform 173">
                <a:extLst>
                  <a:ext uri="{FF2B5EF4-FFF2-40B4-BE49-F238E27FC236}">
                    <a16:creationId xmlns:a16="http://schemas.microsoft.com/office/drawing/2014/main" id="{BE55EA42-169D-3890-614C-AC374C0052FF}"/>
                  </a:ext>
                </a:extLst>
              </p:cNvPr>
              <p:cNvSpPr>
                <a:spLocks/>
              </p:cNvSpPr>
              <p:nvPr/>
            </p:nvSpPr>
            <p:spPr bwMode="auto">
              <a:xfrm>
                <a:off x="1764" y="1212"/>
                <a:ext cx="24" cy="24"/>
              </a:xfrm>
              <a:custGeom>
                <a:avLst/>
                <a:gdLst>
                  <a:gd name="T0" fmla="*/ 18 w 24"/>
                  <a:gd name="T1" fmla="*/ 0 h 24"/>
                  <a:gd name="T2" fmla="*/ 24 w 24"/>
                  <a:gd name="T3" fmla="*/ 12 h 24"/>
                  <a:gd name="T4" fmla="*/ 12 w 24"/>
                  <a:gd name="T5" fmla="*/ 24 h 24"/>
                  <a:gd name="T6" fmla="*/ 0 w 24"/>
                  <a:gd name="T7" fmla="*/ 12 h 24"/>
                  <a:gd name="T8" fmla="*/ 12 w 24"/>
                  <a:gd name="T9" fmla="*/ 0 h 24"/>
                  <a:gd name="T10" fmla="*/ 18 w 24"/>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 h="24">
                    <a:moveTo>
                      <a:pt x="18" y="0"/>
                    </a:moveTo>
                    <a:lnTo>
                      <a:pt x="24" y="12"/>
                    </a:lnTo>
                    <a:lnTo>
                      <a:pt x="12" y="24"/>
                    </a:lnTo>
                    <a:lnTo>
                      <a:pt x="0" y="12"/>
                    </a:lnTo>
                    <a:lnTo>
                      <a:pt x="12" y="0"/>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28" name="Freeform 174">
                <a:extLst>
                  <a:ext uri="{FF2B5EF4-FFF2-40B4-BE49-F238E27FC236}">
                    <a16:creationId xmlns:a16="http://schemas.microsoft.com/office/drawing/2014/main" id="{D59A179D-D805-693A-FA25-F5A9E850EAE6}"/>
                  </a:ext>
                </a:extLst>
              </p:cNvPr>
              <p:cNvSpPr>
                <a:spLocks/>
              </p:cNvSpPr>
              <p:nvPr/>
            </p:nvSpPr>
            <p:spPr bwMode="auto">
              <a:xfrm>
                <a:off x="1764" y="1224"/>
                <a:ext cx="36" cy="18"/>
              </a:xfrm>
              <a:custGeom>
                <a:avLst/>
                <a:gdLst>
                  <a:gd name="T0" fmla="*/ 6 w 36"/>
                  <a:gd name="T1" fmla="*/ 0 h 18"/>
                  <a:gd name="T2" fmla="*/ 36 w 36"/>
                  <a:gd name="T3" fmla="*/ 0 h 18"/>
                  <a:gd name="T4" fmla="*/ 36 w 36"/>
                  <a:gd name="T5" fmla="*/ 18 h 18"/>
                  <a:gd name="T6" fmla="*/ 6 w 36"/>
                  <a:gd name="T7" fmla="*/ 18 h 18"/>
                  <a:gd name="T8" fmla="*/ 0 w 36"/>
                  <a:gd name="T9" fmla="*/ 0 h 18"/>
                  <a:gd name="T10" fmla="*/ 6 w 36"/>
                  <a:gd name="T11" fmla="*/ 0 h 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6" h="18">
                    <a:moveTo>
                      <a:pt x="6" y="0"/>
                    </a:moveTo>
                    <a:lnTo>
                      <a:pt x="36" y="0"/>
                    </a:lnTo>
                    <a:lnTo>
                      <a:pt x="36" y="18"/>
                    </a:lnTo>
                    <a:lnTo>
                      <a:pt x="6" y="18"/>
                    </a:lnTo>
                    <a:lnTo>
                      <a:pt x="0"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29" name="Freeform 175">
                <a:extLst>
                  <a:ext uri="{FF2B5EF4-FFF2-40B4-BE49-F238E27FC236}">
                    <a16:creationId xmlns:a16="http://schemas.microsoft.com/office/drawing/2014/main" id="{681E8C46-A974-9AF9-3351-1B97B1F4F3C6}"/>
                  </a:ext>
                </a:extLst>
              </p:cNvPr>
              <p:cNvSpPr>
                <a:spLocks/>
              </p:cNvSpPr>
              <p:nvPr/>
            </p:nvSpPr>
            <p:spPr bwMode="auto">
              <a:xfrm>
                <a:off x="1788" y="1224"/>
                <a:ext cx="18" cy="24"/>
              </a:xfrm>
              <a:custGeom>
                <a:avLst/>
                <a:gdLst>
                  <a:gd name="T0" fmla="*/ 12 w 18"/>
                  <a:gd name="T1" fmla="*/ 0 h 24"/>
                  <a:gd name="T2" fmla="*/ 18 w 18"/>
                  <a:gd name="T3" fmla="*/ 6 h 24"/>
                  <a:gd name="T4" fmla="*/ 18 w 18"/>
                  <a:gd name="T5" fmla="*/ 12 h 24"/>
                  <a:gd name="T6" fmla="*/ 18 w 18"/>
                  <a:gd name="T7" fmla="*/ 18 h 24"/>
                  <a:gd name="T8" fmla="*/ 12 w 18"/>
                  <a:gd name="T9" fmla="*/ 24 h 24"/>
                  <a:gd name="T10" fmla="*/ 0 w 18"/>
                  <a:gd name="T11" fmla="*/ 12 h 24"/>
                  <a:gd name="T12" fmla="*/ 0 w 18"/>
                  <a:gd name="T13" fmla="*/ 12 h 24"/>
                  <a:gd name="T14" fmla="*/ 0 w 18"/>
                  <a:gd name="T15" fmla="*/ 6 h 24"/>
                  <a:gd name="T16" fmla="*/ 12 w 18"/>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 h="24">
                    <a:moveTo>
                      <a:pt x="12" y="0"/>
                    </a:moveTo>
                    <a:lnTo>
                      <a:pt x="18" y="6"/>
                    </a:lnTo>
                    <a:lnTo>
                      <a:pt x="18" y="12"/>
                    </a:lnTo>
                    <a:lnTo>
                      <a:pt x="18" y="18"/>
                    </a:lnTo>
                    <a:lnTo>
                      <a:pt x="12" y="24"/>
                    </a:lnTo>
                    <a:lnTo>
                      <a:pt x="0" y="12"/>
                    </a:lnTo>
                    <a:lnTo>
                      <a:pt x="0" y="6"/>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30" name="Freeform 176">
                <a:extLst>
                  <a:ext uri="{FF2B5EF4-FFF2-40B4-BE49-F238E27FC236}">
                    <a16:creationId xmlns:a16="http://schemas.microsoft.com/office/drawing/2014/main" id="{51AF3601-21EF-FC2F-1FF5-CAC3143A5F3E}"/>
                  </a:ext>
                </a:extLst>
              </p:cNvPr>
              <p:cNvSpPr>
                <a:spLocks/>
              </p:cNvSpPr>
              <p:nvPr/>
            </p:nvSpPr>
            <p:spPr bwMode="auto">
              <a:xfrm>
                <a:off x="1788" y="1236"/>
                <a:ext cx="24" cy="24"/>
              </a:xfrm>
              <a:custGeom>
                <a:avLst/>
                <a:gdLst>
                  <a:gd name="T0" fmla="*/ 6 w 24"/>
                  <a:gd name="T1" fmla="*/ 0 h 24"/>
                  <a:gd name="T2" fmla="*/ 18 w 24"/>
                  <a:gd name="T3" fmla="*/ 6 h 24"/>
                  <a:gd name="T4" fmla="*/ 24 w 24"/>
                  <a:gd name="T5" fmla="*/ 6 h 24"/>
                  <a:gd name="T6" fmla="*/ 24 w 24"/>
                  <a:gd name="T7" fmla="*/ 24 h 24"/>
                  <a:gd name="T8" fmla="*/ 18 w 24"/>
                  <a:gd name="T9" fmla="*/ 24 h 24"/>
                  <a:gd name="T10" fmla="*/ 6 w 24"/>
                  <a:gd name="T11" fmla="*/ 18 h 24"/>
                  <a:gd name="T12" fmla="*/ 0 w 24"/>
                  <a:gd name="T13" fmla="*/ 0 h 24"/>
                  <a:gd name="T14" fmla="*/ 6 w 24"/>
                  <a:gd name="T15" fmla="*/ 0 h 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24">
                    <a:moveTo>
                      <a:pt x="6" y="0"/>
                    </a:moveTo>
                    <a:lnTo>
                      <a:pt x="18" y="6"/>
                    </a:lnTo>
                    <a:lnTo>
                      <a:pt x="24" y="6"/>
                    </a:lnTo>
                    <a:lnTo>
                      <a:pt x="24" y="24"/>
                    </a:lnTo>
                    <a:lnTo>
                      <a:pt x="18" y="24"/>
                    </a:lnTo>
                    <a:lnTo>
                      <a:pt x="6" y="18"/>
                    </a:lnTo>
                    <a:lnTo>
                      <a:pt x="0"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31" name="Freeform 177">
                <a:extLst>
                  <a:ext uri="{FF2B5EF4-FFF2-40B4-BE49-F238E27FC236}">
                    <a16:creationId xmlns:a16="http://schemas.microsoft.com/office/drawing/2014/main" id="{CA82EB73-520D-C676-6D79-16072A787371}"/>
                  </a:ext>
                </a:extLst>
              </p:cNvPr>
              <p:cNvSpPr>
                <a:spLocks/>
              </p:cNvSpPr>
              <p:nvPr/>
            </p:nvSpPr>
            <p:spPr bwMode="auto">
              <a:xfrm>
                <a:off x="1794" y="1242"/>
                <a:ext cx="24" cy="42"/>
              </a:xfrm>
              <a:custGeom>
                <a:avLst/>
                <a:gdLst>
                  <a:gd name="T0" fmla="*/ 18 w 24"/>
                  <a:gd name="T1" fmla="*/ 0 h 42"/>
                  <a:gd name="T2" fmla="*/ 24 w 24"/>
                  <a:gd name="T3" fmla="*/ 6 h 42"/>
                  <a:gd name="T4" fmla="*/ 18 w 24"/>
                  <a:gd name="T5" fmla="*/ 18 h 42"/>
                  <a:gd name="T6" fmla="*/ 18 w 24"/>
                  <a:gd name="T7" fmla="*/ 24 h 42"/>
                  <a:gd name="T8" fmla="*/ 18 w 24"/>
                  <a:gd name="T9" fmla="*/ 24 h 42"/>
                  <a:gd name="T10" fmla="*/ 18 w 24"/>
                  <a:gd name="T11" fmla="*/ 24 h 42"/>
                  <a:gd name="T12" fmla="*/ 24 w 24"/>
                  <a:gd name="T13" fmla="*/ 24 h 42"/>
                  <a:gd name="T14" fmla="*/ 24 w 24"/>
                  <a:gd name="T15" fmla="*/ 42 h 42"/>
                  <a:gd name="T16" fmla="*/ 12 w 24"/>
                  <a:gd name="T17" fmla="*/ 42 h 42"/>
                  <a:gd name="T18" fmla="*/ 6 w 24"/>
                  <a:gd name="T19" fmla="*/ 36 h 42"/>
                  <a:gd name="T20" fmla="*/ 0 w 24"/>
                  <a:gd name="T21" fmla="*/ 30 h 42"/>
                  <a:gd name="T22" fmla="*/ 0 w 24"/>
                  <a:gd name="T23" fmla="*/ 18 h 42"/>
                  <a:gd name="T24" fmla="*/ 0 w 24"/>
                  <a:gd name="T25" fmla="*/ 18 h 42"/>
                  <a:gd name="T26" fmla="*/ 6 w 24"/>
                  <a:gd name="T27" fmla="*/ 6 h 42"/>
                  <a:gd name="T28" fmla="*/ 18 w 24"/>
                  <a:gd name="T29" fmla="*/ 0 h 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4" h="42">
                    <a:moveTo>
                      <a:pt x="18" y="0"/>
                    </a:moveTo>
                    <a:lnTo>
                      <a:pt x="24" y="6"/>
                    </a:lnTo>
                    <a:lnTo>
                      <a:pt x="18" y="18"/>
                    </a:lnTo>
                    <a:lnTo>
                      <a:pt x="18" y="24"/>
                    </a:lnTo>
                    <a:lnTo>
                      <a:pt x="24" y="24"/>
                    </a:lnTo>
                    <a:lnTo>
                      <a:pt x="24" y="42"/>
                    </a:lnTo>
                    <a:lnTo>
                      <a:pt x="12" y="42"/>
                    </a:lnTo>
                    <a:lnTo>
                      <a:pt x="6" y="36"/>
                    </a:lnTo>
                    <a:lnTo>
                      <a:pt x="0" y="30"/>
                    </a:lnTo>
                    <a:lnTo>
                      <a:pt x="0" y="18"/>
                    </a:lnTo>
                    <a:lnTo>
                      <a:pt x="6" y="6"/>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sp>
          <p:nvSpPr>
            <p:cNvPr id="57394" name="AutoShape 178">
              <a:extLst>
                <a:ext uri="{FF2B5EF4-FFF2-40B4-BE49-F238E27FC236}">
                  <a16:creationId xmlns:a16="http://schemas.microsoft.com/office/drawing/2014/main" id="{1BD0B8DA-CE9A-8A81-EF7C-AE8CAEB729FA}"/>
                </a:ext>
              </a:extLst>
            </p:cNvPr>
            <p:cNvSpPr>
              <a:spLocks noChangeArrowheads="1"/>
            </p:cNvSpPr>
            <p:nvPr/>
          </p:nvSpPr>
          <p:spPr bwMode="auto">
            <a:xfrm>
              <a:off x="1524001" y="3657600"/>
              <a:ext cx="1990724" cy="2703513"/>
            </a:xfrm>
            <a:prstGeom prst="flowChartDocumen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44000" tIns="108000" rIns="144000" bIns="46800">
              <a:spAutoFit/>
            </a:bodyPr>
            <a:lstStyle>
              <a:lvl1pPr>
                <a:tabLst>
                  <a:tab pos="257175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257175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257175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257175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257175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257175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257175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257175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2571750" algn="l"/>
                </a:tabLst>
                <a:defRPr sz="2400">
                  <a:solidFill>
                    <a:schemeClr val="tx1"/>
                  </a:solidFill>
                  <a:latin typeface="Arial Narrow" panose="020B0606020202030204" pitchFamily="34" charset="0"/>
                  <a:ea typeface="MS PGothic" panose="020B0600070205080204" pitchFamily="34" charset="-128"/>
                </a:defRPr>
              </a:lvl9pPr>
            </a:lstStyle>
            <a:p>
              <a:r>
                <a:rPr lang="en-US" altLang="en-US" b="1">
                  <a:latin typeface="Arial" panose="020B0604020202020204" pitchFamily="34" charset="0"/>
                </a:rPr>
                <a:t>Tasks:</a:t>
              </a:r>
            </a:p>
            <a:p>
              <a:r>
                <a:rPr lang="en-US" altLang="en-US" sz="1800" b="1">
                  <a:latin typeface="Arial" panose="020B0604020202020204" pitchFamily="34" charset="0"/>
                </a:rPr>
                <a:t>Book guest</a:t>
              </a:r>
            </a:p>
            <a:p>
              <a:r>
                <a:rPr lang="en-US" altLang="en-US" sz="1800" b="1">
                  <a:latin typeface="Arial" panose="020B0604020202020204" pitchFamily="34" charset="0"/>
                </a:rPr>
                <a:t>Check in</a:t>
              </a:r>
            </a:p>
            <a:p>
              <a:r>
                <a:rPr lang="en-US" altLang="en-US" sz="1800" b="1">
                  <a:latin typeface="Arial" panose="020B0604020202020204" pitchFamily="34" charset="0"/>
                </a:rPr>
                <a:t>Check out</a:t>
              </a:r>
            </a:p>
            <a:p>
              <a:r>
                <a:rPr lang="en-US" altLang="en-US" sz="1800" b="1">
                  <a:latin typeface="Arial" panose="020B0604020202020204" pitchFamily="34" charset="0"/>
                </a:rPr>
                <a:t>Change room</a:t>
              </a:r>
            </a:p>
            <a:p>
              <a:r>
                <a:rPr lang="en-US" altLang="en-US" sz="1800" b="1">
                  <a:latin typeface="Arial" panose="020B0604020202020204" pitchFamily="34" charset="0"/>
                </a:rPr>
                <a:t>Breakfast list &amp;</a:t>
              </a:r>
            </a:p>
            <a:p>
              <a:r>
                <a:rPr lang="en-US" altLang="en-US" sz="1800" b="1">
                  <a:latin typeface="Arial" panose="020B0604020202020204" pitchFamily="34" charset="0"/>
                </a:rPr>
                <a:t>other services</a:t>
              </a:r>
            </a:p>
          </p:txBody>
        </p:sp>
        <p:sp>
          <p:nvSpPr>
            <p:cNvPr id="57395" name="Freeform 180">
              <a:extLst>
                <a:ext uri="{FF2B5EF4-FFF2-40B4-BE49-F238E27FC236}">
                  <a16:creationId xmlns:a16="http://schemas.microsoft.com/office/drawing/2014/main" id="{CE67410F-969F-81DC-780E-4745B8D0248C}"/>
                </a:ext>
              </a:extLst>
            </p:cNvPr>
            <p:cNvSpPr>
              <a:spLocks/>
            </p:cNvSpPr>
            <p:nvPr/>
          </p:nvSpPr>
          <p:spPr bwMode="auto">
            <a:xfrm>
              <a:off x="1368425" y="1590675"/>
              <a:ext cx="104775" cy="209550"/>
            </a:xfrm>
            <a:custGeom>
              <a:avLst/>
              <a:gdLst>
                <a:gd name="T0" fmla="*/ 2147483646 w 66"/>
                <a:gd name="T1" fmla="*/ 0 h 132"/>
                <a:gd name="T2" fmla="*/ 0 w 66"/>
                <a:gd name="T3" fmla="*/ 2147483646 h 132"/>
                <a:gd name="T4" fmla="*/ 2147483646 w 66"/>
                <a:gd name="T5" fmla="*/ 2147483646 h 132"/>
                <a:gd name="T6" fmla="*/ 2147483646 w 66"/>
                <a:gd name="T7" fmla="*/ 2147483646 h 132"/>
                <a:gd name="T8" fmla="*/ 2147483646 w 66"/>
                <a:gd name="T9" fmla="*/ 0 h 132"/>
                <a:gd name="T10" fmla="*/ 2147483646 w 66"/>
                <a:gd name="T11" fmla="*/ 0 h 1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132">
                  <a:moveTo>
                    <a:pt x="12" y="0"/>
                  </a:moveTo>
                  <a:lnTo>
                    <a:pt x="0" y="132"/>
                  </a:lnTo>
                  <a:lnTo>
                    <a:pt x="66" y="132"/>
                  </a:lnTo>
                  <a:lnTo>
                    <a:pt x="66" y="24"/>
                  </a:lnTo>
                  <a:lnTo>
                    <a:pt x="48" y="0"/>
                  </a:lnTo>
                  <a:lnTo>
                    <a:pt x="12"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96" name="Freeform 181">
              <a:extLst>
                <a:ext uri="{FF2B5EF4-FFF2-40B4-BE49-F238E27FC236}">
                  <a16:creationId xmlns:a16="http://schemas.microsoft.com/office/drawing/2014/main" id="{267760FD-0AA7-390E-6F1B-C9186738C4A0}"/>
                </a:ext>
              </a:extLst>
            </p:cNvPr>
            <p:cNvSpPr>
              <a:spLocks/>
            </p:cNvSpPr>
            <p:nvPr/>
          </p:nvSpPr>
          <p:spPr bwMode="auto">
            <a:xfrm>
              <a:off x="1625601" y="1651000"/>
              <a:ext cx="180975" cy="279400"/>
            </a:xfrm>
            <a:custGeom>
              <a:avLst/>
              <a:gdLst>
                <a:gd name="T0" fmla="*/ 60483750 w 114"/>
                <a:gd name="T1" fmla="*/ 0 h 176"/>
                <a:gd name="T2" fmla="*/ 50403125 w 114"/>
                <a:gd name="T3" fmla="*/ 337700938 h 176"/>
                <a:gd name="T4" fmla="*/ 287297813 w 114"/>
                <a:gd name="T5" fmla="*/ 272176875 h 176"/>
                <a:gd name="T6" fmla="*/ 0 60000 65536"/>
                <a:gd name="T7" fmla="*/ 0 60000 65536"/>
                <a:gd name="T8" fmla="*/ 0 60000 65536"/>
              </a:gdLst>
              <a:ahLst/>
              <a:cxnLst>
                <a:cxn ang="T6">
                  <a:pos x="T0" y="T1"/>
                </a:cxn>
                <a:cxn ang="T7">
                  <a:pos x="T2" y="T3"/>
                </a:cxn>
                <a:cxn ang="T8">
                  <a:pos x="T4" y="T5"/>
                </a:cxn>
              </a:cxnLst>
              <a:rect l="0" t="0" r="r" b="b"/>
              <a:pathLst>
                <a:path w="114" h="176">
                  <a:moveTo>
                    <a:pt x="24" y="0"/>
                  </a:moveTo>
                  <a:cubicBezTo>
                    <a:pt x="10" y="50"/>
                    <a:pt x="0" y="124"/>
                    <a:pt x="20" y="134"/>
                  </a:cubicBezTo>
                  <a:cubicBezTo>
                    <a:pt x="68" y="158"/>
                    <a:pt x="88" y="176"/>
                    <a:pt x="114" y="108"/>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GB"/>
            </a:p>
          </p:txBody>
        </p:sp>
        <p:grpSp>
          <p:nvGrpSpPr>
            <p:cNvPr id="57397" name="Group 182">
              <a:extLst>
                <a:ext uri="{FF2B5EF4-FFF2-40B4-BE49-F238E27FC236}">
                  <a16:creationId xmlns:a16="http://schemas.microsoft.com/office/drawing/2014/main" id="{BA59245C-8D69-5C5E-090D-75A037F7272D}"/>
                </a:ext>
              </a:extLst>
            </p:cNvPr>
            <p:cNvGrpSpPr>
              <a:grpSpLocks/>
            </p:cNvGrpSpPr>
            <p:nvPr/>
          </p:nvGrpSpPr>
          <p:grpSpPr bwMode="auto">
            <a:xfrm>
              <a:off x="1204913" y="2324100"/>
              <a:ext cx="430212" cy="800100"/>
              <a:chOff x="792" y="1176"/>
              <a:chExt cx="252" cy="468"/>
            </a:xfrm>
          </p:grpSpPr>
          <p:sp>
            <p:nvSpPr>
              <p:cNvPr id="57398" name="Freeform 183">
                <a:extLst>
                  <a:ext uri="{FF2B5EF4-FFF2-40B4-BE49-F238E27FC236}">
                    <a16:creationId xmlns:a16="http://schemas.microsoft.com/office/drawing/2014/main" id="{A4AD59E1-E9C0-6BF3-59FE-7DDA5BA79917}"/>
                  </a:ext>
                </a:extLst>
              </p:cNvPr>
              <p:cNvSpPr>
                <a:spLocks/>
              </p:cNvSpPr>
              <p:nvPr/>
            </p:nvSpPr>
            <p:spPr bwMode="auto">
              <a:xfrm>
                <a:off x="852" y="1302"/>
                <a:ext cx="96" cy="180"/>
              </a:xfrm>
              <a:custGeom>
                <a:avLst/>
                <a:gdLst>
                  <a:gd name="T0" fmla="*/ 12 w 96"/>
                  <a:gd name="T1" fmla="*/ 162 h 180"/>
                  <a:gd name="T2" fmla="*/ 78 w 96"/>
                  <a:gd name="T3" fmla="*/ 162 h 180"/>
                  <a:gd name="T4" fmla="*/ 78 w 96"/>
                  <a:gd name="T5" fmla="*/ 48 h 180"/>
                  <a:gd name="T6" fmla="*/ 54 w 96"/>
                  <a:gd name="T7" fmla="*/ 24 h 180"/>
                  <a:gd name="T8" fmla="*/ 18 w 96"/>
                  <a:gd name="T9" fmla="*/ 18 h 180"/>
                  <a:gd name="T10" fmla="*/ 18 w 96"/>
                  <a:gd name="T11" fmla="*/ 0 h 180"/>
                  <a:gd name="T12" fmla="*/ 60 w 96"/>
                  <a:gd name="T13" fmla="*/ 6 h 180"/>
                  <a:gd name="T14" fmla="*/ 66 w 96"/>
                  <a:gd name="T15" fmla="*/ 12 h 180"/>
                  <a:gd name="T16" fmla="*/ 90 w 96"/>
                  <a:gd name="T17" fmla="*/ 36 h 180"/>
                  <a:gd name="T18" fmla="*/ 96 w 96"/>
                  <a:gd name="T19" fmla="*/ 42 h 180"/>
                  <a:gd name="T20" fmla="*/ 96 w 96"/>
                  <a:gd name="T21" fmla="*/ 168 h 180"/>
                  <a:gd name="T22" fmla="*/ 84 w 96"/>
                  <a:gd name="T23" fmla="*/ 180 h 180"/>
                  <a:gd name="T24" fmla="*/ 12 w 96"/>
                  <a:gd name="T25" fmla="*/ 180 h 180"/>
                  <a:gd name="T26" fmla="*/ 0 w 96"/>
                  <a:gd name="T27" fmla="*/ 168 h 180"/>
                  <a:gd name="T28" fmla="*/ 12 w 96"/>
                  <a:gd name="T29" fmla="*/ 162 h 1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6" h="180">
                    <a:moveTo>
                      <a:pt x="12" y="162"/>
                    </a:moveTo>
                    <a:lnTo>
                      <a:pt x="78" y="162"/>
                    </a:lnTo>
                    <a:lnTo>
                      <a:pt x="78" y="48"/>
                    </a:lnTo>
                    <a:lnTo>
                      <a:pt x="54" y="24"/>
                    </a:lnTo>
                    <a:lnTo>
                      <a:pt x="18" y="18"/>
                    </a:lnTo>
                    <a:lnTo>
                      <a:pt x="18" y="0"/>
                    </a:lnTo>
                    <a:lnTo>
                      <a:pt x="60" y="6"/>
                    </a:lnTo>
                    <a:lnTo>
                      <a:pt x="66" y="12"/>
                    </a:lnTo>
                    <a:lnTo>
                      <a:pt x="90" y="36"/>
                    </a:lnTo>
                    <a:lnTo>
                      <a:pt x="96" y="42"/>
                    </a:lnTo>
                    <a:lnTo>
                      <a:pt x="96" y="168"/>
                    </a:lnTo>
                    <a:lnTo>
                      <a:pt x="84" y="180"/>
                    </a:lnTo>
                    <a:lnTo>
                      <a:pt x="12" y="180"/>
                    </a:lnTo>
                    <a:lnTo>
                      <a:pt x="0" y="168"/>
                    </a:lnTo>
                    <a:lnTo>
                      <a:pt x="12" y="1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99" name="Freeform 184">
                <a:extLst>
                  <a:ext uri="{FF2B5EF4-FFF2-40B4-BE49-F238E27FC236}">
                    <a16:creationId xmlns:a16="http://schemas.microsoft.com/office/drawing/2014/main" id="{B37B919B-6974-8661-BDA6-8F5DF5A98E01}"/>
                  </a:ext>
                </a:extLst>
              </p:cNvPr>
              <p:cNvSpPr>
                <a:spLocks/>
              </p:cNvSpPr>
              <p:nvPr/>
            </p:nvSpPr>
            <p:spPr bwMode="auto">
              <a:xfrm>
                <a:off x="852" y="1302"/>
                <a:ext cx="24" cy="168"/>
              </a:xfrm>
              <a:custGeom>
                <a:avLst/>
                <a:gdLst>
                  <a:gd name="T0" fmla="*/ 24 w 24"/>
                  <a:gd name="T1" fmla="*/ 12 h 168"/>
                  <a:gd name="T2" fmla="*/ 18 w 24"/>
                  <a:gd name="T3" fmla="*/ 168 h 168"/>
                  <a:gd name="T4" fmla="*/ 0 w 24"/>
                  <a:gd name="T5" fmla="*/ 168 h 168"/>
                  <a:gd name="T6" fmla="*/ 6 w 24"/>
                  <a:gd name="T7" fmla="*/ 12 h 168"/>
                  <a:gd name="T8" fmla="*/ 18 w 24"/>
                  <a:gd name="T9" fmla="*/ 0 h 168"/>
                  <a:gd name="T10" fmla="*/ 24 w 24"/>
                  <a:gd name="T11" fmla="*/ 12 h 1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 h="168">
                    <a:moveTo>
                      <a:pt x="24" y="12"/>
                    </a:moveTo>
                    <a:lnTo>
                      <a:pt x="18" y="168"/>
                    </a:lnTo>
                    <a:lnTo>
                      <a:pt x="0" y="168"/>
                    </a:lnTo>
                    <a:lnTo>
                      <a:pt x="6" y="12"/>
                    </a:lnTo>
                    <a:lnTo>
                      <a:pt x="18" y="0"/>
                    </a:lnTo>
                    <a:lnTo>
                      <a:pt x="24"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00" name="Freeform 185">
                <a:extLst>
                  <a:ext uri="{FF2B5EF4-FFF2-40B4-BE49-F238E27FC236}">
                    <a16:creationId xmlns:a16="http://schemas.microsoft.com/office/drawing/2014/main" id="{BB95B07B-1B56-542E-D4E8-B6A18DA374E8}"/>
                  </a:ext>
                </a:extLst>
              </p:cNvPr>
              <p:cNvSpPr>
                <a:spLocks/>
              </p:cNvSpPr>
              <p:nvPr/>
            </p:nvSpPr>
            <p:spPr bwMode="auto">
              <a:xfrm>
                <a:off x="840" y="1254"/>
                <a:ext cx="72" cy="390"/>
              </a:xfrm>
              <a:custGeom>
                <a:avLst/>
                <a:gdLst>
                  <a:gd name="T0" fmla="*/ 72 w 72"/>
                  <a:gd name="T1" fmla="*/ 0 h 390"/>
                  <a:gd name="T2" fmla="*/ 72 w 72"/>
                  <a:gd name="T3" fmla="*/ 180 h 390"/>
                  <a:gd name="T4" fmla="*/ 18 w 72"/>
                  <a:gd name="T5" fmla="*/ 372 h 390"/>
                  <a:gd name="T6" fmla="*/ 66 w 72"/>
                  <a:gd name="T7" fmla="*/ 372 h 390"/>
                  <a:gd name="T8" fmla="*/ 66 w 72"/>
                  <a:gd name="T9" fmla="*/ 390 h 390"/>
                  <a:gd name="T10" fmla="*/ 12 w 72"/>
                  <a:gd name="T11" fmla="*/ 390 h 390"/>
                  <a:gd name="T12" fmla="*/ 0 w 72"/>
                  <a:gd name="T13" fmla="*/ 378 h 390"/>
                  <a:gd name="T14" fmla="*/ 54 w 72"/>
                  <a:gd name="T15" fmla="*/ 180 h 390"/>
                  <a:gd name="T16" fmla="*/ 54 w 72"/>
                  <a:gd name="T17" fmla="*/ 0 h 390"/>
                  <a:gd name="T18" fmla="*/ 72 w 72"/>
                  <a:gd name="T19" fmla="*/ 0 h 39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2" h="390">
                    <a:moveTo>
                      <a:pt x="72" y="0"/>
                    </a:moveTo>
                    <a:lnTo>
                      <a:pt x="72" y="180"/>
                    </a:lnTo>
                    <a:lnTo>
                      <a:pt x="18" y="372"/>
                    </a:lnTo>
                    <a:lnTo>
                      <a:pt x="66" y="372"/>
                    </a:lnTo>
                    <a:lnTo>
                      <a:pt x="66" y="390"/>
                    </a:lnTo>
                    <a:lnTo>
                      <a:pt x="12" y="390"/>
                    </a:lnTo>
                    <a:lnTo>
                      <a:pt x="0" y="378"/>
                    </a:lnTo>
                    <a:lnTo>
                      <a:pt x="54" y="180"/>
                    </a:lnTo>
                    <a:lnTo>
                      <a:pt x="54" y="0"/>
                    </a:lnTo>
                    <a:lnTo>
                      <a:pt x="7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01" name="Freeform 186">
                <a:extLst>
                  <a:ext uri="{FF2B5EF4-FFF2-40B4-BE49-F238E27FC236}">
                    <a16:creationId xmlns:a16="http://schemas.microsoft.com/office/drawing/2014/main" id="{99B1970F-5AFB-F9C7-7F60-B8FC33E3E351}"/>
                  </a:ext>
                </a:extLst>
              </p:cNvPr>
              <p:cNvSpPr>
                <a:spLocks/>
              </p:cNvSpPr>
              <p:nvPr/>
            </p:nvSpPr>
            <p:spPr bwMode="auto">
              <a:xfrm>
                <a:off x="894" y="1446"/>
                <a:ext cx="90" cy="198"/>
              </a:xfrm>
              <a:custGeom>
                <a:avLst/>
                <a:gdLst>
                  <a:gd name="T0" fmla="*/ 18 w 90"/>
                  <a:gd name="T1" fmla="*/ 0 h 198"/>
                  <a:gd name="T2" fmla="*/ 48 w 90"/>
                  <a:gd name="T3" fmla="*/ 102 h 198"/>
                  <a:gd name="T4" fmla="*/ 54 w 90"/>
                  <a:gd name="T5" fmla="*/ 180 h 198"/>
                  <a:gd name="T6" fmla="*/ 90 w 90"/>
                  <a:gd name="T7" fmla="*/ 180 h 198"/>
                  <a:gd name="T8" fmla="*/ 90 w 90"/>
                  <a:gd name="T9" fmla="*/ 198 h 198"/>
                  <a:gd name="T10" fmla="*/ 48 w 90"/>
                  <a:gd name="T11" fmla="*/ 198 h 198"/>
                  <a:gd name="T12" fmla="*/ 36 w 90"/>
                  <a:gd name="T13" fmla="*/ 186 h 198"/>
                  <a:gd name="T14" fmla="*/ 30 w 90"/>
                  <a:gd name="T15" fmla="*/ 102 h 198"/>
                  <a:gd name="T16" fmla="*/ 0 w 90"/>
                  <a:gd name="T17" fmla="*/ 0 h 198"/>
                  <a:gd name="T18" fmla="*/ 18 w 90"/>
                  <a:gd name="T19" fmla="*/ 0 h 1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0" h="198">
                    <a:moveTo>
                      <a:pt x="18" y="0"/>
                    </a:moveTo>
                    <a:lnTo>
                      <a:pt x="48" y="102"/>
                    </a:lnTo>
                    <a:lnTo>
                      <a:pt x="54" y="180"/>
                    </a:lnTo>
                    <a:lnTo>
                      <a:pt x="90" y="180"/>
                    </a:lnTo>
                    <a:lnTo>
                      <a:pt x="90" y="198"/>
                    </a:lnTo>
                    <a:lnTo>
                      <a:pt x="48" y="198"/>
                    </a:lnTo>
                    <a:lnTo>
                      <a:pt x="36" y="186"/>
                    </a:lnTo>
                    <a:lnTo>
                      <a:pt x="30" y="102"/>
                    </a:lnTo>
                    <a:lnTo>
                      <a:pt x="0" y="0"/>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02" name="Rectangle 187">
                <a:extLst>
                  <a:ext uri="{FF2B5EF4-FFF2-40B4-BE49-F238E27FC236}">
                    <a16:creationId xmlns:a16="http://schemas.microsoft.com/office/drawing/2014/main" id="{39DE405E-6C75-FB35-C7DC-84317B0616E2}"/>
                  </a:ext>
                </a:extLst>
              </p:cNvPr>
              <p:cNvSpPr>
                <a:spLocks noChangeArrowheads="1"/>
              </p:cNvSpPr>
              <p:nvPr/>
            </p:nvSpPr>
            <p:spPr bwMode="auto">
              <a:xfrm>
                <a:off x="804" y="1476"/>
                <a:ext cx="180" cy="12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p>
            </p:txBody>
          </p:sp>
          <p:sp>
            <p:nvSpPr>
              <p:cNvPr id="57403" name="Freeform 188">
                <a:extLst>
                  <a:ext uri="{FF2B5EF4-FFF2-40B4-BE49-F238E27FC236}">
                    <a16:creationId xmlns:a16="http://schemas.microsoft.com/office/drawing/2014/main" id="{694DBB2F-694D-7A11-9A5A-B4D428F35330}"/>
                  </a:ext>
                </a:extLst>
              </p:cNvPr>
              <p:cNvSpPr>
                <a:spLocks/>
              </p:cNvSpPr>
              <p:nvPr/>
            </p:nvSpPr>
            <p:spPr bwMode="auto">
              <a:xfrm>
                <a:off x="792" y="1464"/>
                <a:ext cx="198" cy="138"/>
              </a:xfrm>
              <a:custGeom>
                <a:avLst/>
                <a:gdLst>
                  <a:gd name="T0" fmla="*/ 12 w 198"/>
                  <a:gd name="T1" fmla="*/ 120 h 138"/>
                  <a:gd name="T2" fmla="*/ 180 w 198"/>
                  <a:gd name="T3" fmla="*/ 120 h 138"/>
                  <a:gd name="T4" fmla="*/ 180 w 198"/>
                  <a:gd name="T5" fmla="*/ 18 h 138"/>
                  <a:gd name="T6" fmla="*/ 12 w 198"/>
                  <a:gd name="T7" fmla="*/ 18 h 138"/>
                  <a:gd name="T8" fmla="*/ 12 w 198"/>
                  <a:gd name="T9" fmla="*/ 0 h 138"/>
                  <a:gd name="T10" fmla="*/ 186 w 198"/>
                  <a:gd name="T11" fmla="*/ 0 h 138"/>
                  <a:gd name="T12" fmla="*/ 198 w 198"/>
                  <a:gd name="T13" fmla="*/ 12 h 138"/>
                  <a:gd name="T14" fmla="*/ 198 w 198"/>
                  <a:gd name="T15" fmla="*/ 126 h 138"/>
                  <a:gd name="T16" fmla="*/ 186 w 198"/>
                  <a:gd name="T17" fmla="*/ 138 h 138"/>
                  <a:gd name="T18" fmla="*/ 12 w 198"/>
                  <a:gd name="T19" fmla="*/ 138 h 138"/>
                  <a:gd name="T20" fmla="*/ 0 w 198"/>
                  <a:gd name="T21" fmla="*/ 126 h 138"/>
                  <a:gd name="T22" fmla="*/ 12 w 198"/>
                  <a:gd name="T23" fmla="*/ 120 h 1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8" h="138">
                    <a:moveTo>
                      <a:pt x="12" y="120"/>
                    </a:moveTo>
                    <a:lnTo>
                      <a:pt x="180" y="120"/>
                    </a:lnTo>
                    <a:lnTo>
                      <a:pt x="180" y="18"/>
                    </a:lnTo>
                    <a:lnTo>
                      <a:pt x="12" y="18"/>
                    </a:lnTo>
                    <a:lnTo>
                      <a:pt x="12" y="0"/>
                    </a:lnTo>
                    <a:lnTo>
                      <a:pt x="186" y="0"/>
                    </a:lnTo>
                    <a:lnTo>
                      <a:pt x="198" y="12"/>
                    </a:lnTo>
                    <a:lnTo>
                      <a:pt x="198" y="126"/>
                    </a:lnTo>
                    <a:lnTo>
                      <a:pt x="186" y="138"/>
                    </a:lnTo>
                    <a:lnTo>
                      <a:pt x="12" y="138"/>
                    </a:lnTo>
                    <a:lnTo>
                      <a:pt x="0" y="126"/>
                    </a:lnTo>
                    <a:lnTo>
                      <a:pt x="12"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04" name="Freeform 189">
                <a:extLst>
                  <a:ext uri="{FF2B5EF4-FFF2-40B4-BE49-F238E27FC236}">
                    <a16:creationId xmlns:a16="http://schemas.microsoft.com/office/drawing/2014/main" id="{CD97628B-ECC7-2678-D9C1-7E950486064C}"/>
                  </a:ext>
                </a:extLst>
              </p:cNvPr>
              <p:cNvSpPr>
                <a:spLocks/>
              </p:cNvSpPr>
              <p:nvPr/>
            </p:nvSpPr>
            <p:spPr bwMode="auto">
              <a:xfrm>
                <a:off x="792" y="1464"/>
                <a:ext cx="18" cy="126"/>
              </a:xfrm>
              <a:custGeom>
                <a:avLst/>
                <a:gdLst>
                  <a:gd name="T0" fmla="*/ 18 w 18"/>
                  <a:gd name="T1" fmla="*/ 12 h 126"/>
                  <a:gd name="T2" fmla="*/ 18 w 18"/>
                  <a:gd name="T3" fmla="*/ 126 h 126"/>
                  <a:gd name="T4" fmla="*/ 0 w 18"/>
                  <a:gd name="T5" fmla="*/ 126 h 126"/>
                  <a:gd name="T6" fmla="*/ 0 w 18"/>
                  <a:gd name="T7" fmla="*/ 12 h 126"/>
                  <a:gd name="T8" fmla="*/ 12 w 18"/>
                  <a:gd name="T9" fmla="*/ 0 h 126"/>
                  <a:gd name="T10" fmla="*/ 18 w 18"/>
                  <a:gd name="T11" fmla="*/ 12 h 12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 h="126">
                    <a:moveTo>
                      <a:pt x="18" y="12"/>
                    </a:moveTo>
                    <a:lnTo>
                      <a:pt x="18" y="126"/>
                    </a:lnTo>
                    <a:lnTo>
                      <a:pt x="0" y="126"/>
                    </a:lnTo>
                    <a:lnTo>
                      <a:pt x="0" y="12"/>
                    </a:lnTo>
                    <a:lnTo>
                      <a:pt x="12" y="0"/>
                    </a:lnTo>
                    <a:lnTo>
                      <a:pt x="18"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05" name="Freeform 190">
                <a:extLst>
                  <a:ext uri="{FF2B5EF4-FFF2-40B4-BE49-F238E27FC236}">
                    <a16:creationId xmlns:a16="http://schemas.microsoft.com/office/drawing/2014/main" id="{3F7CB8BB-D010-1914-4FC0-0803CDCF555A}"/>
                  </a:ext>
                </a:extLst>
              </p:cNvPr>
              <p:cNvSpPr>
                <a:spLocks/>
              </p:cNvSpPr>
              <p:nvPr/>
            </p:nvSpPr>
            <p:spPr bwMode="auto">
              <a:xfrm>
                <a:off x="840" y="1302"/>
                <a:ext cx="66" cy="180"/>
              </a:xfrm>
              <a:custGeom>
                <a:avLst/>
                <a:gdLst>
                  <a:gd name="T0" fmla="*/ 66 w 66"/>
                  <a:gd name="T1" fmla="*/ 18 h 180"/>
                  <a:gd name="T2" fmla="*/ 24 w 66"/>
                  <a:gd name="T3" fmla="*/ 24 h 180"/>
                  <a:gd name="T4" fmla="*/ 18 w 66"/>
                  <a:gd name="T5" fmla="*/ 114 h 180"/>
                  <a:gd name="T6" fmla="*/ 48 w 66"/>
                  <a:gd name="T7" fmla="*/ 180 h 180"/>
                  <a:gd name="T8" fmla="*/ 30 w 66"/>
                  <a:gd name="T9" fmla="*/ 180 h 180"/>
                  <a:gd name="T10" fmla="*/ 0 w 66"/>
                  <a:gd name="T11" fmla="*/ 114 h 180"/>
                  <a:gd name="T12" fmla="*/ 6 w 66"/>
                  <a:gd name="T13" fmla="*/ 18 h 180"/>
                  <a:gd name="T14" fmla="*/ 18 w 66"/>
                  <a:gd name="T15" fmla="*/ 6 h 180"/>
                  <a:gd name="T16" fmla="*/ 66 w 66"/>
                  <a:gd name="T17" fmla="*/ 0 h 180"/>
                  <a:gd name="T18" fmla="*/ 66 w 66"/>
                  <a:gd name="T19" fmla="*/ 18 h 1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6" h="180">
                    <a:moveTo>
                      <a:pt x="66" y="18"/>
                    </a:moveTo>
                    <a:lnTo>
                      <a:pt x="24" y="24"/>
                    </a:lnTo>
                    <a:lnTo>
                      <a:pt x="18" y="114"/>
                    </a:lnTo>
                    <a:lnTo>
                      <a:pt x="48" y="180"/>
                    </a:lnTo>
                    <a:lnTo>
                      <a:pt x="30" y="180"/>
                    </a:lnTo>
                    <a:lnTo>
                      <a:pt x="0" y="114"/>
                    </a:lnTo>
                    <a:lnTo>
                      <a:pt x="6" y="18"/>
                    </a:lnTo>
                    <a:lnTo>
                      <a:pt x="18" y="6"/>
                    </a:lnTo>
                    <a:lnTo>
                      <a:pt x="66" y="0"/>
                    </a:lnTo>
                    <a:lnTo>
                      <a:pt x="6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06" name="Freeform 191">
                <a:extLst>
                  <a:ext uri="{FF2B5EF4-FFF2-40B4-BE49-F238E27FC236}">
                    <a16:creationId xmlns:a16="http://schemas.microsoft.com/office/drawing/2014/main" id="{8B6D8281-270B-234A-2AA6-69C21EAAFDBA}"/>
                  </a:ext>
                </a:extLst>
              </p:cNvPr>
              <p:cNvSpPr>
                <a:spLocks/>
              </p:cNvSpPr>
              <p:nvPr/>
            </p:nvSpPr>
            <p:spPr bwMode="auto">
              <a:xfrm>
                <a:off x="894" y="1308"/>
                <a:ext cx="150" cy="162"/>
              </a:xfrm>
              <a:custGeom>
                <a:avLst/>
                <a:gdLst>
                  <a:gd name="T0" fmla="*/ 18 w 150"/>
                  <a:gd name="T1" fmla="*/ 0 h 162"/>
                  <a:gd name="T2" fmla="*/ 84 w 150"/>
                  <a:gd name="T3" fmla="*/ 102 h 162"/>
                  <a:gd name="T4" fmla="*/ 150 w 150"/>
                  <a:gd name="T5" fmla="*/ 144 h 162"/>
                  <a:gd name="T6" fmla="*/ 138 w 150"/>
                  <a:gd name="T7" fmla="*/ 162 h 162"/>
                  <a:gd name="T8" fmla="*/ 72 w 150"/>
                  <a:gd name="T9" fmla="*/ 120 h 162"/>
                  <a:gd name="T10" fmla="*/ 66 w 150"/>
                  <a:gd name="T11" fmla="*/ 114 h 162"/>
                  <a:gd name="T12" fmla="*/ 0 w 150"/>
                  <a:gd name="T13" fmla="*/ 12 h 162"/>
                  <a:gd name="T14" fmla="*/ 18 w 150"/>
                  <a:gd name="T15" fmla="*/ 0 h 16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62">
                    <a:moveTo>
                      <a:pt x="18" y="0"/>
                    </a:moveTo>
                    <a:lnTo>
                      <a:pt x="84" y="102"/>
                    </a:lnTo>
                    <a:lnTo>
                      <a:pt x="150" y="144"/>
                    </a:lnTo>
                    <a:lnTo>
                      <a:pt x="138" y="162"/>
                    </a:lnTo>
                    <a:lnTo>
                      <a:pt x="72" y="120"/>
                    </a:lnTo>
                    <a:lnTo>
                      <a:pt x="66" y="114"/>
                    </a:lnTo>
                    <a:lnTo>
                      <a:pt x="0" y="12"/>
                    </a:lnTo>
                    <a:lnTo>
                      <a:pt x="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07" name="Freeform 192">
                <a:extLst>
                  <a:ext uri="{FF2B5EF4-FFF2-40B4-BE49-F238E27FC236}">
                    <a16:creationId xmlns:a16="http://schemas.microsoft.com/office/drawing/2014/main" id="{0743D8E3-0600-4F7D-78AC-51488C188362}"/>
                  </a:ext>
                </a:extLst>
              </p:cNvPr>
              <p:cNvSpPr>
                <a:spLocks/>
              </p:cNvSpPr>
              <p:nvPr/>
            </p:nvSpPr>
            <p:spPr bwMode="auto">
              <a:xfrm>
                <a:off x="870" y="1182"/>
                <a:ext cx="90" cy="102"/>
              </a:xfrm>
              <a:custGeom>
                <a:avLst/>
                <a:gdLst>
                  <a:gd name="T0" fmla="*/ 0 w 90"/>
                  <a:gd name="T1" fmla="*/ 48 h 102"/>
                  <a:gd name="T2" fmla="*/ 6 w 90"/>
                  <a:gd name="T3" fmla="*/ 30 h 102"/>
                  <a:gd name="T4" fmla="*/ 12 w 90"/>
                  <a:gd name="T5" fmla="*/ 18 h 102"/>
                  <a:gd name="T6" fmla="*/ 24 w 90"/>
                  <a:gd name="T7" fmla="*/ 6 h 102"/>
                  <a:gd name="T8" fmla="*/ 42 w 90"/>
                  <a:gd name="T9" fmla="*/ 0 h 102"/>
                  <a:gd name="T10" fmla="*/ 60 w 90"/>
                  <a:gd name="T11" fmla="*/ 6 h 102"/>
                  <a:gd name="T12" fmla="*/ 78 w 90"/>
                  <a:gd name="T13" fmla="*/ 18 h 102"/>
                  <a:gd name="T14" fmla="*/ 84 w 90"/>
                  <a:gd name="T15" fmla="*/ 30 h 102"/>
                  <a:gd name="T16" fmla="*/ 90 w 90"/>
                  <a:gd name="T17" fmla="*/ 48 h 102"/>
                  <a:gd name="T18" fmla="*/ 84 w 90"/>
                  <a:gd name="T19" fmla="*/ 72 h 102"/>
                  <a:gd name="T20" fmla="*/ 78 w 90"/>
                  <a:gd name="T21" fmla="*/ 84 h 102"/>
                  <a:gd name="T22" fmla="*/ 60 w 90"/>
                  <a:gd name="T23" fmla="*/ 96 h 102"/>
                  <a:gd name="T24" fmla="*/ 42 w 90"/>
                  <a:gd name="T25" fmla="*/ 102 h 102"/>
                  <a:gd name="T26" fmla="*/ 24 w 90"/>
                  <a:gd name="T27" fmla="*/ 96 h 102"/>
                  <a:gd name="T28" fmla="*/ 12 w 90"/>
                  <a:gd name="T29" fmla="*/ 84 h 102"/>
                  <a:gd name="T30" fmla="*/ 6 w 90"/>
                  <a:gd name="T31" fmla="*/ 72 h 102"/>
                  <a:gd name="T32" fmla="*/ 0 w 90"/>
                  <a:gd name="T33" fmla="*/ 48 h 1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90" h="102">
                    <a:moveTo>
                      <a:pt x="0" y="48"/>
                    </a:moveTo>
                    <a:lnTo>
                      <a:pt x="6" y="30"/>
                    </a:lnTo>
                    <a:lnTo>
                      <a:pt x="12" y="18"/>
                    </a:lnTo>
                    <a:lnTo>
                      <a:pt x="24" y="6"/>
                    </a:lnTo>
                    <a:lnTo>
                      <a:pt x="42" y="0"/>
                    </a:lnTo>
                    <a:lnTo>
                      <a:pt x="60" y="6"/>
                    </a:lnTo>
                    <a:lnTo>
                      <a:pt x="78" y="18"/>
                    </a:lnTo>
                    <a:lnTo>
                      <a:pt x="84" y="30"/>
                    </a:lnTo>
                    <a:lnTo>
                      <a:pt x="90" y="48"/>
                    </a:lnTo>
                    <a:lnTo>
                      <a:pt x="84" y="72"/>
                    </a:lnTo>
                    <a:lnTo>
                      <a:pt x="78" y="84"/>
                    </a:lnTo>
                    <a:lnTo>
                      <a:pt x="60" y="96"/>
                    </a:lnTo>
                    <a:lnTo>
                      <a:pt x="42" y="102"/>
                    </a:lnTo>
                    <a:lnTo>
                      <a:pt x="24" y="96"/>
                    </a:lnTo>
                    <a:lnTo>
                      <a:pt x="12" y="84"/>
                    </a:lnTo>
                    <a:lnTo>
                      <a:pt x="6" y="72"/>
                    </a:lnTo>
                    <a:lnTo>
                      <a:pt x="0" y="48"/>
                    </a:lnTo>
                    <a:close/>
                  </a:path>
                </a:pathLst>
              </a:custGeom>
              <a:solidFill>
                <a:srgbClr val="FF9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08" name="Freeform 193">
                <a:extLst>
                  <a:ext uri="{FF2B5EF4-FFF2-40B4-BE49-F238E27FC236}">
                    <a16:creationId xmlns:a16="http://schemas.microsoft.com/office/drawing/2014/main" id="{A935C312-91A1-0DDA-374F-5D097505008E}"/>
                  </a:ext>
                </a:extLst>
              </p:cNvPr>
              <p:cNvSpPr>
                <a:spLocks/>
              </p:cNvSpPr>
              <p:nvPr/>
            </p:nvSpPr>
            <p:spPr bwMode="auto">
              <a:xfrm>
                <a:off x="864" y="1176"/>
                <a:ext cx="102" cy="114"/>
              </a:xfrm>
              <a:custGeom>
                <a:avLst/>
                <a:gdLst>
                  <a:gd name="T0" fmla="*/ 6 w 102"/>
                  <a:gd name="T1" fmla="*/ 36 h 114"/>
                  <a:gd name="T2" fmla="*/ 12 w 102"/>
                  <a:gd name="T3" fmla="*/ 24 h 114"/>
                  <a:gd name="T4" fmla="*/ 12 w 102"/>
                  <a:gd name="T5" fmla="*/ 18 h 114"/>
                  <a:gd name="T6" fmla="*/ 24 w 102"/>
                  <a:gd name="T7" fmla="*/ 6 h 114"/>
                  <a:gd name="T8" fmla="*/ 30 w 102"/>
                  <a:gd name="T9" fmla="*/ 6 h 114"/>
                  <a:gd name="T10" fmla="*/ 48 w 102"/>
                  <a:gd name="T11" fmla="*/ 0 h 114"/>
                  <a:gd name="T12" fmla="*/ 66 w 102"/>
                  <a:gd name="T13" fmla="*/ 6 h 114"/>
                  <a:gd name="T14" fmla="*/ 72 w 102"/>
                  <a:gd name="T15" fmla="*/ 6 h 114"/>
                  <a:gd name="T16" fmla="*/ 90 w 102"/>
                  <a:gd name="T17" fmla="*/ 18 h 114"/>
                  <a:gd name="T18" fmla="*/ 90 w 102"/>
                  <a:gd name="T19" fmla="*/ 24 h 114"/>
                  <a:gd name="T20" fmla="*/ 96 w 102"/>
                  <a:gd name="T21" fmla="*/ 36 h 114"/>
                  <a:gd name="T22" fmla="*/ 102 w 102"/>
                  <a:gd name="T23" fmla="*/ 54 h 114"/>
                  <a:gd name="T24" fmla="*/ 96 w 102"/>
                  <a:gd name="T25" fmla="*/ 78 h 114"/>
                  <a:gd name="T26" fmla="*/ 90 w 102"/>
                  <a:gd name="T27" fmla="*/ 90 h 114"/>
                  <a:gd name="T28" fmla="*/ 90 w 102"/>
                  <a:gd name="T29" fmla="*/ 96 h 114"/>
                  <a:gd name="T30" fmla="*/ 72 w 102"/>
                  <a:gd name="T31" fmla="*/ 108 h 114"/>
                  <a:gd name="T32" fmla="*/ 66 w 102"/>
                  <a:gd name="T33" fmla="*/ 108 h 114"/>
                  <a:gd name="T34" fmla="*/ 48 w 102"/>
                  <a:gd name="T35" fmla="*/ 114 h 114"/>
                  <a:gd name="T36" fmla="*/ 30 w 102"/>
                  <a:gd name="T37" fmla="*/ 108 h 114"/>
                  <a:gd name="T38" fmla="*/ 24 w 102"/>
                  <a:gd name="T39" fmla="*/ 108 h 114"/>
                  <a:gd name="T40" fmla="*/ 12 w 102"/>
                  <a:gd name="T41" fmla="*/ 96 h 114"/>
                  <a:gd name="T42" fmla="*/ 12 w 102"/>
                  <a:gd name="T43" fmla="*/ 90 h 114"/>
                  <a:gd name="T44" fmla="*/ 6 w 102"/>
                  <a:gd name="T45" fmla="*/ 78 h 114"/>
                  <a:gd name="T46" fmla="*/ 0 w 102"/>
                  <a:gd name="T47" fmla="*/ 54 h 114"/>
                  <a:gd name="T48" fmla="*/ 18 w 102"/>
                  <a:gd name="T49" fmla="*/ 54 h 114"/>
                  <a:gd name="T50" fmla="*/ 24 w 102"/>
                  <a:gd name="T51" fmla="*/ 78 h 114"/>
                  <a:gd name="T52" fmla="*/ 30 w 102"/>
                  <a:gd name="T53" fmla="*/ 90 h 114"/>
                  <a:gd name="T54" fmla="*/ 30 w 102"/>
                  <a:gd name="T55" fmla="*/ 90 h 114"/>
                  <a:gd name="T56" fmla="*/ 48 w 102"/>
                  <a:gd name="T57" fmla="*/ 96 h 114"/>
                  <a:gd name="T58" fmla="*/ 72 w 102"/>
                  <a:gd name="T59" fmla="*/ 90 h 114"/>
                  <a:gd name="T60" fmla="*/ 72 w 102"/>
                  <a:gd name="T61" fmla="*/ 90 h 114"/>
                  <a:gd name="T62" fmla="*/ 78 w 102"/>
                  <a:gd name="T63" fmla="*/ 78 h 114"/>
                  <a:gd name="T64" fmla="*/ 84 w 102"/>
                  <a:gd name="T65" fmla="*/ 54 h 114"/>
                  <a:gd name="T66" fmla="*/ 78 w 102"/>
                  <a:gd name="T67" fmla="*/ 36 h 114"/>
                  <a:gd name="T68" fmla="*/ 72 w 102"/>
                  <a:gd name="T69" fmla="*/ 24 h 114"/>
                  <a:gd name="T70" fmla="*/ 72 w 102"/>
                  <a:gd name="T71" fmla="*/ 24 h 114"/>
                  <a:gd name="T72" fmla="*/ 48 w 102"/>
                  <a:gd name="T73" fmla="*/ 18 h 114"/>
                  <a:gd name="T74" fmla="*/ 30 w 102"/>
                  <a:gd name="T75" fmla="*/ 24 h 114"/>
                  <a:gd name="T76" fmla="*/ 30 w 102"/>
                  <a:gd name="T77" fmla="*/ 24 h 114"/>
                  <a:gd name="T78" fmla="*/ 24 w 102"/>
                  <a:gd name="T79" fmla="*/ 36 h 114"/>
                  <a:gd name="T80" fmla="*/ 6 w 102"/>
                  <a:gd name="T81" fmla="*/ 36 h 1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02" h="114">
                    <a:moveTo>
                      <a:pt x="6" y="36"/>
                    </a:moveTo>
                    <a:lnTo>
                      <a:pt x="12" y="24"/>
                    </a:lnTo>
                    <a:lnTo>
                      <a:pt x="12" y="18"/>
                    </a:lnTo>
                    <a:lnTo>
                      <a:pt x="24" y="6"/>
                    </a:lnTo>
                    <a:lnTo>
                      <a:pt x="30" y="6"/>
                    </a:lnTo>
                    <a:lnTo>
                      <a:pt x="48" y="0"/>
                    </a:lnTo>
                    <a:lnTo>
                      <a:pt x="66" y="6"/>
                    </a:lnTo>
                    <a:lnTo>
                      <a:pt x="72" y="6"/>
                    </a:lnTo>
                    <a:lnTo>
                      <a:pt x="90" y="18"/>
                    </a:lnTo>
                    <a:lnTo>
                      <a:pt x="90" y="24"/>
                    </a:lnTo>
                    <a:lnTo>
                      <a:pt x="96" y="36"/>
                    </a:lnTo>
                    <a:lnTo>
                      <a:pt x="102" y="54"/>
                    </a:lnTo>
                    <a:lnTo>
                      <a:pt x="96" y="78"/>
                    </a:lnTo>
                    <a:lnTo>
                      <a:pt x="90" y="90"/>
                    </a:lnTo>
                    <a:lnTo>
                      <a:pt x="90" y="96"/>
                    </a:lnTo>
                    <a:lnTo>
                      <a:pt x="72" y="108"/>
                    </a:lnTo>
                    <a:lnTo>
                      <a:pt x="66" y="108"/>
                    </a:lnTo>
                    <a:lnTo>
                      <a:pt x="48" y="114"/>
                    </a:lnTo>
                    <a:lnTo>
                      <a:pt x="30" y="108"/>
                    </a:lnTo>
                    <a:lnTo>
                      <a:pt x="24" y="108"/>
                    </a:lnTo>
                    <a:lnTo>
                      <a:pt x="12" y="96"/>
                    </a:lnTo>
                    <a:lnTo>
                      <a:pt x="12" y="90"/>
                    </a:lnTo>
                    <a:lnTo>
                      <a:pt x="6" y="78"/>
                    </a:lnTo>
                    <a:lnTo>
                      <a:pt x="0" y="54"/>
                    </a:lnTo>
                    <a:lnTo>
                      <a:pt x="18" y="54"/>
                    </a:lnTo>
                    <a:lnTo>
                      <a:pt x="24" y="78"/>
                    </a:lnTo>
                    <a:lnTo>
                      <a:pt x="30" y="90"/>
                    </a:lnTo>
                    <a:lnTo>
                      <a:pt x="48" y="96"/>
                    </a:lnTo>
                    <a:lnTo>
                      <a:pt x="72" y="90"/>
                    </a:lnTo>
                    <a:lnTo>
                      <a:pt x="78" y="78"/>
                    </a:lnTo>
                    <a:lnTo>
                      <a:pt x="84" y="54"/>
                    </a:lnTo>
                    <a:lnTo>
                      <a:pt x="78" y="36"/>
                    </a:lnTo>
                    <a:lnTo>
                      <a:pt x="72" y="24"/>
                    </a:lnTo>
                    <a:lnTo>
                      <a:pt x="48" y="18"/>
                    </a:lnTo>
                    <a:lnTo>
                      <a:pt x="30" y="24"/>
                    </a:lnTo>
                    <a:lnTo>
                      <a:pt x="24" y="36"/>
                    </a:lnTo>
                    <a:lnTo>
                      <a:pt x="6"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09" name="Freeform 194">
                <a:extLst>
                  <a:ext uri="{FF2B5EF4-FFF2-40B4-BE49-F238E27FC236}">
                    <a16:creationId xmlns:a16="http://schemas.microsoft.com/office/drawing/2014/main" id="{BA613C50-E869-9485-4EB8-C7296CCAFB90}"/>
                  </a:ext>
                </a:extLst>
              </p:cNvPr>
              <p:cNvSpPr>
                <a:spLocks/>
              </p:cNvSpPr>
              <p:nvPr/>
            </p:nvSpPr>
            <p:spPr bwMode="auto">
              <a:xfrm>
                <a:off x="864" y="1212"/>
                <a:ext cx="24" cy="18"/>
              </a:xfrm>
              <a:custGeom>
                <a:avLst/>
                <a:gdLst>
                  <a:gd name="T0" fmla="*/ 0 w 24"/>
                  <a:gd name="T1" fmla="*/ 18 h 18"/>
                  <a:gd name="T2" fmla="*/ 6 w 24"/>
                  <a:gd name="T3" fmla="*/ 0 h 18"/>
                  <a:gd name="T4" fmla="*/ 24 w 24"/>
                  <a:gd name="T5" fmla="*/ 0 h 18"/>
                  <a:gd name="T6" fmla="*/ 18 w 24"/>
                  <a:gd name="T7" fmla="*/ 18 h 18"/>
                  <a:gd name="T8" fmla="*/ 0 w 2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18">
                    <a:moveTo>
                      <a:pt x="0" y="18"/>
                    </a:moveTo>
                    <a:lnTo>
                      <a:pt x="6" y="0"/>
                    </a:lnTo>
                    <a:lnTo>
                      <a:pt x="24" y="0"/>
                    </a:lnTo>
                    <a:lnTo>
                      <a:pt x="18"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10" name="Freeform 195">
                <a:extLst>
                  <a:ext uri="{FF2B5EF4-FFF2-40B4-BE49-F238E27FC236}">
                    <a16:creationId xmlns:a16="http://schemas.microsoft.com/office/drawing/2014/main" id="{40C4B6D2-B13F-E2A8-C1D2-CA77D3CE10AA}"/>
                  </a:ext>
                </a:extLst>
              </p:cNvPr>
              <p:cNvSpPr>
                <a:spLocks/>
              </p:cNvSpPr>
              <p:nvPr/>
            </p:nvSpPr>
            <p:spPr bwMode="auto">
              <a:xfrm>
                <a:off x="864" y="1314"/>
                <a:ext cx="72" cy="156"/>
              </a:xfrm>
              <a:custGeom>
                <a:avLst/>
                <a:gdLst>
                  <a:gd name="T0" fmla="*/ 6 w 72"/>
                  <a:gd name="T1" fmla="*/ 0 h 156"/>
                  <a:gd name="T2" fmla="*/ 0 w 72"/>
                  <a:gd name="T3" fmla="*/ 156 h 156"/>
                  <a:gd name="T4" fmla="*/ 72 w 72"/>
                  <a:gd name="T5" fmla="*/ 156 h 156"/>
                  <a:gd name="T6" fmla="*/ 72 w 72"/>
                  <a:gd name="T7" fmla="*/ 30 h 156"/>
                  <a:gd name="T8" fmla="*/ 48 w 72"/>
                  <a:gd name="T9" fmla="*/ 6 h 156"/>
                  <a:gd name="T10" fmla="*/ 6 w 72"/>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2" h="156">
                    <a:moveTo>
                      <a:pt x="6" y="0"/>
                    </a:moveTo>
                    <a:lnTo>
                      <a:pt x="0" y="156"/>
                    </a:lnTo>
                    <a:lnTo>
                      <a:pt x="72" y="156"/>
                    </a:lnTo>
                    <a:lnTo>
                      <a:pt x="72" y="30"/>
                    </a:lnTo>
                    <a:lnTo>
                      <a:pt x="48" y="6"/>
                    </a:lnTo>
                    <a:lnTo>
                      <a:pt x="6"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sp>
        <p:nvSpPr>
          <p:cNvPr id="57349" name="Rectangle 196">
            <a:extLst>
              <a:ext uri="{FF2B5EF4-FFF2-40B4-BE49-F238E27FC236}">
                <a16:creationId xmlns:a16="http://schemas.microsoft.com/office/drawing/2014/main" id="{A73118F9-E8EF-5CB5-5CFB-4B1476FB5FCA}"/>
              </a:ext>
            </a:extLst>
          </p:cNvPr>
          <p:cNvSpPr>
            <a:spLocks noChangeArrowheads="1"/>
          </p:cNvSpPr>
          <p:nvPr/>
        </p:nvSpPr>
        <p:spPr bwMode="auto">
          <a:xfrm>
            <a:off x="900113" y="616585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GB" altLang="en-US" sz="1200" noProof="1">
                <a:latin typeface="Times New Roman" panose="02020603050405020304" pitchFamily="18" charset="0"/>
              </a:rPr>
              <a:t>From: Soren Lauesen: Software Requirements</a:t>
            </a:r>
          </a:p>
          <a:p>
            <a:r>
              <a:rPr lang="en-GB" altLang="en-US" sz="1200" noProof="1">
                <a:latin typeface="Times New Roman" panose="02020603050405020304" pitchFamily="18" charset="0"/>
              </a:rPr>
              <a:t>© Pearson / Addison-Wesley 2002</a:t>
            </a:r>
          </a:p>
        </p:txBody>
      </p:sp>
      <p:sp>
        <p:nvSpPr>
          <p:cNvPr id="57350" name="Slide Number Placeholder 1">
            <a:extLst>
              <a:ext uri="{FF2B5EF4-FFF2-40B4-BE49-F238E27FC236}">
                <a16:creationId xmlns:a16="http://schemas.microsoft.com/office/drawing/2014/main" id="{C2195A02-B662-9E4C-2273-D18B09202F6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68C574C-F6E0-4CCC-B176-EF309FBB176B}" type="slidenum">
              <a:rPr lang="en-AU" altLang="en-US" sz="1400" smtClean="0">
                <a:latin typeface="Times New Roman" panose="02020603050405020304" pitchFamily="18" charset="0"/>
              </a:rPr>
              <a:pPr>
                <a:spcBef>
                  <a:spcPct val="0"/>
                </a:spcBef>
                <a:buSzTx/>
                <a:buFontTx/>
                <a:buNone/>
              </a:pPr>
              <a:t>28</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287327AE-2F9A-5D2C-F5E6-E10430E14936}"/>
              </a:ext>
            </a:extLst>
          </p:cNvPr>
          <p:cNvSpPr>
            <a:spLocks noGrp="1" noChangeArrowheads="1"/>
          </p:cNvSpPr>
          <p:nvPr>
            <p:ph type="title"/>
          </p:nvPr>
        </p:nvSpPr>
        <p:spPr/>
        <p:txBody>
          <a:bodyPr/>
          <a:lstStyle/>
          <a:p>
            <a:endParaRPr lang="en-US" altLang="en-US"/>
          </a:p>
        </p:txBody>
      </p:sp>
      <p:sp>
        <p:nvSpPr>
          <p:cNvPr id="59395" name="Content Placeholder 2">
            <a:extLst>
              <a:ext uri="{FF2B5EF4-FFF2-40B4-BE49-F238E27FC236}">
                <a16:creationId xmlns:a16="http://schemas.microsoft.com/office/drawing/2014/main" id="{80859937-469B-8F78-40F1-F17455504822}"/>
              </a:ext>
            </a:extLst>
          </p:cNvPr>
          <p:cNvSpPr>
            <a:spLocks noGrp="1" noChangeArrowheads="1"/>
          </p:cNvSpPr>
          <p:nvPr>
            <p:ph idx="1"/>
          </p:nvPr>
        </p:nvSpPr>
        <p:spPr/>
        <p:txBody>
          <a:bodyPr/>
          <a:lstStyle/>
          <a:p>
            <a:pPr marL="0" indent="0">
              <a:buFont typeface="Wingdings" panose="05000000000000000000" pitchFamily="2" charset="2"/>
              <a:buNone/>
            </a:pPr>
            <a:endParaRPr lang="en-AU" altLang="en-US"/>
          </a:p>
          <a:p>
            <a:pPr marL="0" indent="0">
              <a:buFont typeface="Wingdings" panose="05000000000000000000" pitchFamily="2" charset="2"/>
              <a:buNone/>
            </a:pPr>
            <a:endParaRPr lang="en-AU" altLang="en-US"/>
          </a:p>
          <a:p>
            <a:pPr marL="0" indent="0">
              <a:buFont typeface="Wingdings" panose="05000000000000000000" pitchFamily="2" charset="2"/>
              <a:buNone/>
            </a:pPr>
            <a:endParaRPr lang="en-AU" altLang="en-US"/>
          </a:p>
          <a:p>
            <a:pPr marL="0" indent="0" algn="ctr">
              <a:buFont typeface="Wingdings" panose="05000000000000000000" pitchFamily="2" charset="2"/>
              <a:buNone/>
            </a:pPr>
            <a:r>
              <a:rPr lang="en-AU" altLang="en-US"/>
              <a:t>BREAK</a:t>
            </a:r>
          </a:p>
        </p:txBody>
      </p:sp>
      <p:sp>
        <p:nvSpPr>
          <p:cNvPr id="59396" name="Slide Number Placeholder 3">
            <a:extLst>
              <a:ext uri="{FF2B5EF4-FFF2-40B4-BE49-F238E27FC236}">
                <a16:creationId xmlns:a16="http://schemas.microsoft.com/office/drawing/2014/main" id="{80C42BD0-9262-F917-D176-F9B48297FA7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6D6E0B9-F859-46C5-85B2-0A20BB4A5588}" type="slidenum">
              <a:rPr lang="en-AU" altLang="en-US" sz="1400" smtClean="0">
                <a:latin typeface="Times New Roman" panose="02020603050405020304" pitchFamily="18" charset="0"/>
              </a:rPr>
              <a:pPr>
                <a:spcBef>
                  <a:spcPct val="0"/>
                </a:spcBef>
                <a:buSzTx/>
                <a:buFontTx/>
                <a:buNone/>
              </a:pPr>
              <a:t>29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E56FA8C-820F-EA45-30D2-9A609FBD2C5F}"/>
              </a:ext>
            </a:extLst>
          </p:cNvPr>
          <p:cNvSpPr>
            <a:spLocks noChangeArrowheads="1"/>
          </p:cNvSpPr>
          <p:nvPr/>
        </p:nvSpPr>
        <p:spPr bwMode="auto">
          <a:xfrm>
            <a:off x="0" y="1524000"/>
            <a:ext cx="7162800"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pic>
        <p:nvPicPr>
          <p:cNvPr id="60419" name="Picture 6" descr="roadmap">
            <a:extLst>
              <a:ext uri="{FF2B5EF4-FFF2-40B4-BE49-F238E27FC236}">
                <a16:creationId xmlns:a16="http://schemas.microsoft.com/office/drawing/2014/main" id="{8359350F-7C78-A3AE-E401-E89D639F2B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54175"/>
            <a:ext cx="41910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0196" name="Rectangle 4">
            <a:extLst>
              <a:ext uri="{FF2B5EF4-FFF2-40B4-BE49-F238E27FC236}">
                <a16:creationId xmlns:a16="http://schemas.microsoft.com/office/drawing/2014/main" id="{C77A15FA-BD68-BFAA-8CF3-82FE7163E377}"/>
              </a:ext>
            </a:extLst>
          </p:cNvPr>
          <p:cNvSpPr>
            <a:spLocks noGrp="1" noChangeArrowheads="1"/>
          </p:cNvSpPr>
          <p:nvPr>
            <p:ph type="title" idx="4294967295"/>
          </p:nvPr>
        </p:nvSpPr>
        <p:spPr/>
        <p:txBody>
          <a:bodyPr/>
          <a:lstStyle/>
          <a:p>
            <a:pPr eaLnBrk="1" hangingPunct="1">
              <a:defRPr/>
            </a:pPr>
            <a:r>
              <a:rPr lang="en-US">
                <a:ea typeface="+mj-ea"/>
                <a:cs typeface="+mj-cs"/>
              </a:rPr>
              <a:t>Outline</a:t>
            </a:r>
          </a:p>
        </p:txBody>
      </p:sp>
      <p:sp>
        <p:nvSpPr>
          <p:cNvPr id="60421" name="Rectangle 4">
            <a:extLst>
              <a:ext uri="{FF2B5EF4-FFF2-40B4-BE49-F238E27FC236}">
                <a16:creationId xmlns:a16="http://schemas.microsoft.com/office/drawing/2014/main" id="{8938F743-F2D4-A16A-5C50-0B0850A40EBF}"/>
              </a:ext>
            </a:extLst>
          </p:cNvPr>
          <p:cNvSpPr>
            <a:spLocks noChangeArrowheads="1"/>
          </p:cNvSpPr>
          <p:nvPr/>
        </p:nvSpPr>
        <p:spPr bwMode="auto">
          <a:xfrm>
            <a:off x="914400" y="1371600"/>
            <a:ext cx="69977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eaLnBrk="1" hangingPunct="1"/>
            <a:endParaRPr lang="en-US" altLang="en-US" sz="3600" b="1">
              <a:solidFill>
                <a:schemeClr val="tx2"/>
              </a:solidFill>
            </a:endParaRPr>
          </a:p>
        </p:txBody>
      </p:sp>
      <p:sp>
        <p:nvSpPr>
          <p:cNvPr id="60422" name="Rectangle 6">
            <a:extLst>
              <a:ext uri="{FF2B5EF4-FFF2-40B4-BE49-F238E27FC236}">
                <a16:creationId xmlns:a16="http://schemas.microsoft.com/office/drawing/2014/main" id="{A0E13BF4-5684-B0A1-2AF7-DABB266353D5}"/>
              </a:ext>
            </a:extLst>
          </p:cNvPr>
          <p:cNvSpPr>
            <a:spLocks noChangeArrowheads="1"/>
          </p:cNvSpPr>
          <p:nvPr/>
        </p:nvSpPr>
        <p:spPr bwMode="auto">
          <a:xfrm>
            <a:off x="1079500" y="1143000"/>
            <a:ext cx="7543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85750" indent="-285750">
              <a:defRPr sz="2400">
                <a:solidFill>
                  <a:schemeClr val="tx1"/>
                </a:solidFill>
                <a:latin typeface="Arial Narrow" panose="020B0606020202030204" pitchFamily="34" charset="0"/>
                <a:ea typeface="MS PGothic" panose="020B0600070205080204" pitchFamily="34" charset="-128"/>
              </a:defRPr>
            </a:lvl1pPr>
            <a:lvl2pPr marL="76200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eaLnBrk="1" hangingPunct="1">
              <a:spcBef>
                <a:spcPct val="40000"/>
              </a:spcBef>
              <a:buSzPct val="75000"/>
              <a:buFont typeface="Wingdings" panose="05000000000000000000" pitchFamily="2" charset="2"/>
              <a:buNone/>
            </a:pPr>
            <a:endParaRPr lang="en-US" altLang="en-US" sz="2800"/>
          </a:p>
          <a:p>
            <a:pPr eaLnBrk="1" hangingPunct="1">
              <a:spcBef>
                <a:spcPct val="40000"/>
              </a:spcBef>
              <a:buSzPct val="75000"/>
              <a:buFont typeface="Wingdings" panose="05000000000000000000" pitchFamily="2" charset="2"/>
              <a:buChar char="n"/>
            </a:pPr>
            <a:r>
              <a:rPr lang="en-US" altLang="en-US" sz="2800"/>
              <a:t>Requirements</a:t>
            </a:r>
          </a:p>
          <a:p>
            <a:pPr lvl="1" eaLnBrk="1" hangingPunct="1">
              <a:spcBef>
                <a:spcPct val="40000"/>
              </a:spcBef>
              <a:buClr>
                <a:schemeClr val="tx1"/>
              </a:buClr>
              <a:buSzPct val="85000"/>
              <a:buFont typeface="Wingdings" panose="05000000000000000000" pitchFamily="2" charset="2"/>
              <a:buChar char="¨"/>
            </a:pPr>
            <a:r>
              <a:rPr lang="en-US" altLang="en-US"/>
              <a:t>Requirements Engineering Process / Activities</a:t>
            </a:r>
          </a:p>
          <a:p>
            <a:pPr lvl="1" eaLnBrk="1" hangingPunct="1">
              <a:spcBef>
                <a:spcPct val="40000"/>
              </a:spcBef>
              <a:buClr>
                <a:schemeClr val="tx1"/>
              </a:buClr>
              <a:buSzPct val="85000"/>
              <a:buFont typeface="Wingdings" panose="05000000000000000000" pitchFamily="2" charset="2"/>
              <a:buChar char="¨"/>
            </a:pPr>
            <a:r>
              <a:rPr lang="en-US" altLang="en-US"/>
              <a:t>Types of Requirements</a:t>
            </a:r>
          </a:p>
          <a:p>
            <a:pPr eaLnBrk="1" hangingPunct="1">
              <a:spcBef>
                <a:spcPct val="40000"/>
              </a:spcBef>
              <a:buSzPct val="75000"/>
              <a:buFont typeface="Wingdings" panose="05000000000000000000" pitchFamily="2" charset="2"/>
              <a:buChar char="n"/>
            </a:pPr>
            <a:r>
              <a:rPr lang="en-US" altLang="en-US" sz="2800"/>
              <a:t>Scenarios and Use Cases</a:t>
            </a:r>
          </a:p>
          <a:p>
            <a:pPr eaLnBrk="1" hangingPunct="1">
              <a:spcBef>
                <a:spcPct val="40000"/>
              </a:spcBef>
              <a:buSzPct val="75000"/>
              <a:buFont typeface="Wingdings" panose="05000000000000000000" pitchFamily="2" charset="2"/>
              <a:buChar char="n"/>
            </a:pPr>
            <a:r>
              <a:rPr lang="en-US" altLang="en-US" sz="2800"/>
              <a:t>Goal-Design Scale</a:t>
            </a:r>
          </a:p>
          <a:p>
            <a:pPr eaLnBrk="1" hangingPunct="1">
              <a:spcBef>
                <a:spcPct val="40000"/>
              </a:spcBef>
              <a:buSzPct val="75000"/>
              <a:buFont typeface="Wingdings" panose="05000000000000000000" pitchFamily="2" charset="2"/>
              <a:buChar char="n"/>
            </a:pPr>
            <a:r>
              <a:rPr lang="en-US" altLang="en-US" sz="2800" b="1"/>
              <a:t>Domain Model and Data Requirements</a:t>
            </a:r>
          </a:p>
          <a:p>
            <a:pPr eaLnBrk="1" hangingPunct="1">
              <a:spcBef>
                <a:spcPct val="40000"/>
              </a:spcBef>
              <a:buSzPct val="75000"/>
              <a:buFont typeface="Wingdings" panose="05000000000000000000" pitchFamily="2" charset="2"/>
              <a:buChar char="n"/>
            </a:pPr>
            <a:r>
              <a:rPr lang="en-US" altLang="en-US" sz="2800"/>
              <a:t>Functional Requirements and Task Description</a:t>
            </a:r>
          </a:p>
          <a:p>
            <a:pPr eaLnBrk="1" hangingPunct="1">
              <a:spcBef>
                <a:spcPct val="40000"/>
              </a:spcBef>
              <a:buSzPct val="75000"/>
              <a:buFont typeface="Wingdings" panose="05000000000000000000" pitchFamily="2" charset="2"/>
              <a:buChar char="n"/>
            </a:pPr>
            <a:endParaRPr lang="en-US" altLang="en-US" sz="2800"/>
          </a:p>
        </p:txBody>
      </p:sp>
      <p:sp>
        <p:nvSpPr>
          <p:cNvPr id="60423" name="Slide Number Placeholder 1">
            <a:extLst>
              <a:ext uri="{FF2B5EF4-FFF2-40B4-BE49-F238E27FC236}">
                <a16:creationId xmlns:a16="http://schemas.microsoft.com/office/drawing/2014/main" id="{A9109DD0-55A4-506F-0D41-7C5AE7156ED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9A9E3D8-7551-4D2B-A0F4-55A1C078AE81}" type="slidenum">
              <a:rPr lang="en-AU" altLang="en-US" sz="1400" smtClean="0">
                <a:latin typeface="Times New Roman" panose="02020603050405020304" pitchFamily="18" charset="0"/>
              </a:rPr>
              <a:pPr>
                <a:spcBef>
                  <a:spcPct val="0"/>
                </a:spcBef>
                <a:buSzTx/>
                <a:buFontTx/>
                <a:buNone/>
              </a:pPr>
              <a:t>30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026D7282-C959-4DD4-ADD1-838F8993BE51}"/>
              </a:ext>
            </a:extLst>
          </p:cNvPr>
          <p:cNvSpPr>
            <a:spLocks noGrp="1" noChangeArrowheads="1"/>
          </p:cNvSpPr>
          <p:nvPr>
            <p:ph type="title"/>
          </p:nvPr>
        </p:nvSpPr>
        <p:spPr/>
        <p:txBody>
          <a:bodyPr/>
          <a:lstStyle/>
          <a:p>
            <a:r>
              <a:rPr lang="en-AU" altLang="en-US"/>
              <a:t>Recap - Domain Model Development</a:t>
            </a:r>
            <a:endParaRPr lang="en-US" altLang="en-US"/>
          </a:p>
        </p:txBody>
      </p:sp>
      <p:sp>
        <p:nvSpPr>
          <p:cNvPr id="62467" name="Rectangle 3">
            <a:extLst>
              <a:ext uri="{FF2B5EF4-FFF2-40B4-BE49-F238E27FC236}">
                <a16:creationId xmlns:a16="http://schemas.microsoft.com/office/drawing/2014/main" id="{AAE5F619-3CB8-F4FC-5F51-2F65D4B0DC13}"/>
              </a:ext>
            </a:extLst>
          </p:cNvPr>
          <p:cNvSpPr>
            <a:spLocks noGrp="1" noChangeArrowheads="1"/>
          </p:cNvSpPr>
          <p:nvPr>
            <p:ph type="body" idx="1"/>
          </p:nvPr>
        </p:nvSpPr>
        <p:spPr/>
        <p:txBody>
          <a:bodyPr/>
          <a:lstStyle/>
          <a:p>
            <a:r>
              <a:rPr lang="en-AU" altLang="en-US" sz="2400"/>
              <a:t>Process</a:t>
            </a:r>
            <a:endParaRPr lang="en-AU" altLang="en-US" sz="1800"/>
          </a:p>
          <a:p>
            <a:pPr lvl="1">
              <a:buFont typeface="Wingdings" panose="05000000000000000000" pitchFamily="2" charset="2"/>
              <a:buNone/>
            </a:pPr>
            <a:r>
              <a:rPr lang="en-AU" altLang="en-US" sz="2000"/>
              <a:t>Step 1. Perform a </a:t>
            </a:r>
            <a:r>
              <a:rPr lang="en-AU" altLang="en-US" sz="2000" i="1"/>
              <a:t>textual analysis</a:t>
            </a:r>
            <a:r>
              <a:rPr lang="en-AU" altLang="en-US" sz="2000"/>
              <a:t> of the problem specification for understanding the problem domain</a:t>
            </a:r>
          </a:p>
          <a:p>
            <a:pPr lvl="2"/>
            <a:r>
              <a:rPr lang="en-AU" altLang="en-US" sz="1800"/>
              <a:t>Circle all </a:t>
            </a:r>
            <a:r>
              <a:rPr lang="en-AU" altLang="en-US" sz="1800" i="1">
                <a:solidFill>
                  <a:srgbClr val="7F0101"/>
                </a:solidFill>
              </a:rPr>
              <a:t>nouns</a:t>
            </a:r>
            <a:r>
              <a:rPr lang="en-AU" altLang="en-US" sz="1800"/>
              <a:t> and underline the </a:t>
            </a:r>
            <a:r>
              <a:rPr lang="en-AU" altLang="en-US" sz="1800" i="1">
                <a:solidFill>
                  <a:srgbClr val="083A7F"/>
                </a:solidFill>
              </a:rPr>
              <a:t>verbs</a:t>
            </a:r>
            <a:endParaRPr lang="en-AU" altLang="en-US" sz="1400"/>
          </a:p>
          <a:p>
            <a:pPr lvl="1">
              <a:buFont typeface="Wingdings" panose="05000000000000000000" pitchFamily="2" charset="2"/>
              <a:buNone/>
            </a:pPr>
            <a:r>
              <a:rPr lang="en-AU" altLang="en-US" sz="2000"/>
              <a:t>Step 2. Write down relevant </a:t>
            </a:r>
            <a:r>
              <a:rPr lang="en-AU" altLang="en-US" sz="2000" i="1">
                <a:solidFill>
                  <a:srgbClr val="083A7F"/>
                </a:solidFill>
              </a:rPr>
              <a:t>domain entities</a:t>
            </a:r>
            <a:r>
              <a:rPr lang="en-AU" altLang="en-US" sz="2000"/>
              <a:t>. They are normally (some of) the nouns defined above.</a:t>
            </a:r>
          </a:p>
          <a:p>
            <a:pPr lvl="1">
              <a:buFont typeface="Wingdings" panose="05000000000000000000" pitchFamily="2" charset="2"/>
              <a:buNone/>
            </a:pPr>
            <a:r>
              <a:rPr lang="en-AU" altLang="en-US" sz="2000"/>
              <a:t>Step 3. Revisit the specification to extract the </a:t>
            </a:r>
            <a:r>
              <a:rPr lang="en-AU" altLang="en-US" sz="2000" i="1">
                <a:solidFill>
                  <a:srgbClr val="083A7F"/>
                </a:solidFill>
              </a:rPr>
              <a:t>associations</a:t>
            </a:r>
            <a:endParaRPr lang="en-AU" altLang="en-US" sz="2000"/>
          </a:p>
          <a:p>
            <a:pPr lvl="1">
              <a:buFont typeface="Wingdings" panose="05000000000000000000" pitchFamily="2" charset="2"/>
              <a:buNone/>
            </a:pPr>
            <a:r>
              <a:rPr lang="en-AU" altLang="en-US" sz="2000"/>
              <a:t>Step 4. Record associations with the corresponding domain entities.</a:t>
            </a:r>
          </a:p>
          <a:p>
            <a:pPr>
              <a:buFont typeface="Wingdings" panose="05000000000000000000" pitchFamily="2" charset="2"/>
              <a:buNone/>
            </a:pPr>
            <a:endParaRPr lang="en-AU" altLang="en-US" sz="1400"/>
          </a:p>
          <a:p>
            <a:pPr>
              <a:buFont typeface="Wingdings" panose="05000000000000000000" pitchFamily="2" charset="2"/>
              <a:buChar char="F"/>
            </a:pPr>
            <a:r>
              <a:rPr lang="en-US" altLang="en-US" sz="2400" i="1"/>
              <a:t>Note: </a:t>
            </a:r>
            <a:r>
              <a:rPr lang="en-US" altLang="en-US" sz="2400" i="1">
                <a:solidFill>
                  <a:srgbClr val="083A7F"/>
                </a:solidFill>
              </a:rPr>
              <a:t>domain modeling is not design</a:t>
            </a:r>
            <a:r>
              <a:rPr lang="en-US" altLang="en-US" sz="2400" i="1"/>
              <a:t>; it is merely a way to understand the abstract concepts relevant to the </a:t>
            </a:r>
            <a:r>
              <a:rPr lang="en-US" altLang="en-US" sz="2400" b="1" i="1" u="sng"/>
              <a:t>problem</a:t>
            </a:r>
            <a:r>
              <a:rPr lang="en-US" altLang="en-US" sz="2400" i="1"/>
              <a:t>!</a:t>
            </a:r>
            <a:endParaRPr lang="en-US" altLang="en-US" sz="2400"/>
          </a:p>
        </p:txBody>
      </p:sp>
      <p:sp>
        <p:nvSpPr>
          <p:cNvPr id="62468" name="Slide Number Placeholder 1">
            <a:extLst>
              <a:ext uri="{FF2B5EF4-FFF2-40B4-BE49-F238E27FC236}">
                <a16:creationId xmlns:a16="http://schemas.microsoft.com/office/drawing/2014/main" id="{91F5B5D9-C92C-ADDE-C89D-3A4BD5B4823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9599E612-1AC4-4DA3-BD69-D6D4BB5E2C55}" type="slidenum">
              <a:rPr lang="en-AU" altLang="en-US" sz="1400" smtClean="0">
                <a:latin typeface="Times New Roman" panose="02020603050405020304" pitchFamily="18" charset="0"/>
              </a:rPr>
              <a:pPr>
                <a:spcBef>
                  <a:spcPct val="0"/>
                </a:spcBef>
                <a:buSzTx/>
                <a:buFontTx/>
                <a:buNone/>
              </a:pPr>
              <a:t>31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a:extLst>
              <a:ext uri="{FF2B5EF4-FFF2-40B4-BE49-F238E27FC236}">
                <a16:creationId xmlns:a16="http://schemas.microsoft.com/office/drawing/2014/main" id="{B293CF20-1F73-82E3-5F40-6E01A87A2735}"/>
              </a:ext>
            </a:extLst>
          </p:cNvPr>
          <p:cNvSpPr txBox="1">
            <a:spLocks noChangeArrowheads="1"/>
          </p:cNvSpPr>
          <p:nvPr/>
        </p:nvSpPr>
        <p:spPr bwMode="auto">
          <a:xfrm>
            <a:off x="1143000" y="381000"/>
            <a:ext cx="616585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b="1"/>
              <a:t>Hotel Information System – Domain Model</a:t>
            </a:r>
            <a:endParaRPr lang="en-US" altLang="en-US" sz="3200" b="1">
              <a:latin typeface="Arial" panose="020B0604020202020204" pitchFamily="34" charset="0"/>
            </a:endParaRPr>
          </a:p>
        </p:txBody>
      </p:sp>
      <p:sp>
        <p:nvSpPr>
          <p:cNvPr id="64515" name="Text Box 3">
            <a:extLst>
              <a:ext uri="{FF2B5EF4-FFF2-40B4-BE49-F238E27FC236}">
                <a16:creationId xmlns:a16="http://schemas.microsoft.com/office/drawing/2014/main" id="{BD0F129C-1755-A67A-5A32-C0819FC9B11C}"/>
              </a:ext>
            </a:extLst>
          </p:cNvPr>
          <p:cNvSpPr txBox="1">
            <a:spLocks noChangeArrowheads="1"/>
          </p:cNvSpPr>
          <p:nvPr/>
        </p:nvSpPr>
        <p:spPr bwMode="auto">
          <a:xfrm>
            <a:off x="1331913" y="1379538"/>
            <a:ext cx="626427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900" b="1">
                <a:latin typeface="Arial" panose="020B0604020202020204" pitchFamily="34" charset="0"/>
              </a:rPr>
              <a:t>The system shall store the following </a:t>
            </a:r>
            <a:r>
              <a:rPr lang="en-US" altLang="en-US" sz="1900" b="1" i="1" u="sng">
                <a:latin typeface="Arial" panose="020B0604020202020204" pitchFamily="34" charset="0"/>
              </a:rPr>
              <a:t>domain entities (NOT database entities)</a:t>
            </a:r>
            <a:r>
              <a:rPr lang="en-US" altLang="en-US" sz="1900" b="1">
                <a:latin typeface="Arial" panose="020B0604020202020204" pitchFamily="34" charset="0"/>
              </a:rPr>
              <a:t>:</a:t>
            </a:r>
          </a:p>
        </p:txBody>
      </p:sp>
      <p:sp>
        <p:nvSpPr>
          <p:cNvPr id="64516" name="Rectangle 4">
            <a:extLst>
              <a:ext uri="{FF2B5EF4-FFF2-40B4-BE49-F238E27FC236}">
                <a16:creationId xmlns:a16="http://schemas.microsoft.com/office/drawing/2014/main" id="{D7B42915-9FBF-5276-4126-D665D31247C4}"/>
              </a:ext>
            </a:extLst>
          </p:cNvPr>
          <p:cNvSpPr>
            <a:spLocks noChangeArrowheads="1"/>
          </p:cNvSpPr>
          <p:nvPr/>
        </p:nvSpPr>
        <p:spPr bwMode="auto">
          <a:xfrm>
            <a:off x="2195513" y="3267075"/>
            <a:ext cx="1152525" cy="3778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Stay</a:t>
            </a:r>
          </a:p>
        </p:txBody>
      </p:sp>
      <p:sp>
        <p:nvSpPr>
          <p:cNvPr id="64517" name="Rectangle 5">
            <a:extLst>
              <a:ext uri="{FF2B5EF4-FFF2-40B4-BE49-F238E27FC236}">
                <a16:creationId xmlns:a16="http://schemas.microsoft.com/office/drawing/2014/main" id="{8C2B64F2-4131-2DB1-8DEF-A27253799178}"/>
              </a:ext>
            </a:extLst>
          </p:cNvPr>
          <p:cNvSpPr>
            <a:spLocks noChangeArrowheads="1"/>
          </p:cNvSpPr>
          <p:nvPr/>
        </p:nvSpPr>
        <p:spPr bwMode="auto">
          <a:xfrm>
            <a:off x="2195513" y="4076700"/>
            <a:ext cx="1152525" cy="6064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0" rIns="36000" bIns="36000"/>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Room</a:t>
            </a:r>
          </a:p>
          <a:p>
            <a:pPr algn="ctr"/>
            <a:r>
              <a:rPr lang="en-US" altLang="en-US" sz="1800" b="1">
                <a:latin typeface="Arial" panose="020B0604020202020204" pitchFamily="34" charset="0"/>
              </a:rPr>
              <a:t>State</a:t>
            </a:r>
          </a:p>
        </p:txBody>
      </p:sp>
      <p:sp>
        <p:nvSpPr>
          <p:cNvPr id="64518" name="Rectangle 6">
            <a:extLst>
              <a:ext uri="{FF2B5EF4-FFF2-40B4-BE49-F238E27FC236}">
                <a16:creationId xmlns:a16="http://schemas.microsoft.com/office/drawing/2014/main" id="{C6BE8EFE-BCAC-FEF1-4803-3D917A26A933}"/>
              </a:ext>
            </a:extLst>
          </p:cNvPr>
          <p:cNvSpPr>
            <a:spLocks noChangeArrowheads="1"/>
          </p:cNvSpPr>
          <p:nvPr/>
        </p:nvSpPr>
        <p:spPr bwMode="auto">
          <a:xfrm>
            <a:off x="2195513" y="5084763"/>
            <a:ext cx="1152525" cy="37623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Room</a:t>
            </a:r>
          </a:p>
        </p:txBody>
      </p:sp>
      <p:sp>
        <p:nvSpPr>
          <p:cNvPr id="64519" name="Rectangle 7">
            <a:extLst>
              <a:ext uri="{FF2B5EF4-FFF2-40B4-BE49-F238E27FC236}">
                <a16:creationId xmlns:a16="http://schemas.microsoft.com/office/drawing/2014/main" id="{6AE0DA2C-89F9-6239-9A9A-BCC609098475}"/>
              </a:ext>
            </a:extLst>
          </p:cNvPr>
          <p:cNvSpPr>
            <a:spLocks noChangeArrowheads="1"/>
          </p:cNvSpPr>
          <p:nvPr/>
        </p:nvSpPr>
        <p:spPr bwMode="auto">
          <a:xfrm>
            <a:off x="4443413" y="3240088"/>
            <a:ext cx="914400" cy="37623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Service</a:t>
            </a:r>
          </a:p>
        </p:txBody>
      </p:sp>
      <p:sp>
        <p:nvSpPr>
          <p:cNvPr id="64520" name="Rectangle 8">
            <a:extLst>
              <a:ext uri="{FF2B5EF4-FFF2-40B4-BE49-F238E27FC236}">
                <a16:creationId xmlns:a16="http://schemas.microsoft.com/office/drawing/2014/main" id="{A1DFEB80-A136-FE54-38F2-B1CD9CCB29E2}"/>
              </a:ext>
            </a:extLst>
          </p:cNvPr>
          <p:cNvSpPr>
            <a:spLocks noChangeArrowheads="1"/>
          </p:cNvSpPr>
          <p:nvPr/>
        </p:nvSpPr>
        <p:spPr bwMode="auto">
          <a:xfrm>
            <a:off x="6129338" y="3103563"/>
            <a:ext cx="1250950" cy="6508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Service</a:t>
            </a:r>
          </a:p>
          <a:p>
            <a:pPr algn="ctr"/>
            <a:r>
              <a:rPr lang="en-US" altLang="en-US" sz="1800" b="1">
                <a:latin typeface="Arial" panose="020B0604020202020204" pitchFamily="34" charset="0"/>
              </a:rPr>
              <a:t>Type</a:t>
            </a:r>
          </a:p>
        </p:txBody>
      </p:sp>
      <p:cxnSp>
        <p:nvCxnSpPr>
          <p:cNvPr id="64521" name="AutoShape 9">
            <a:extLst>
              <a:ext uri="{FF2B5EF4-FFF2-40B4-BE49-F238E27FC236}">
                <a16:creationId xmlns:a16="http://schemas.microsoft.com/office/drawing/2014/main" id="{F1A7C9AC-73DE-1511-6E17-0B32506ECC8A}"/>
              </a:ext>
            </a:extLst>
          </p:cNvPr>
          <p:cNvCxnSpPr>
            <a:cxnSpLocks noChangeShapeType="1"/>
            <a:stCxn id="64516" idx="2"/>
            <a:endCxn id="64517" idx="0"/>
          </p:cNvCxnSpPr>
          <p:nvPr/>
        </p:nvCxnSpPr>
        <p:spPr bwMode="auto">
          <a:xfrm>
            <a:off x="2771775" y="3644900"/>
            <a:ext cx="0" cy="4318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64522" name="AutoShape 10">
            <a:extLst>
              <a:ext uri="{FF2B5EF4-FFF2-40B4-BE49-F238E27FC236}">
                <a16:creationId xmlns:a16="http://schemas.microsoft.com/office/drawing/2014/main" id="{66BE88A6-6EB0-1859-4D79-4216DB8E825A}"/>
              </a:ext>
            </a:extLst>
          </p:cNvPr>
          <p:cNvCxnSpPr>
            <a:cxnSpLocks noChangeShapeType="1"/>
            <a:stCxn id="64517" idx="2"/>
            <a:endCxn id="64518" idx="0"/>
          </p:cNvCxnSpPr>
          <p:nvPr/>
        </p:nvCxnSpPr>
        <p:spPr bwMode="auto">
          <a:xfrm>
            <a:off x="2771775" y="4683125"/>
            <a:ext cx="0" cy="401638"/>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64523" name="Line 11">
            <a:extLst>
              <a:ext uri="{FF2B5EF4-FFF2-40B4-BE49-F238E27FC236}">
                <a16:creationId xmlns:a16="http://schemas.microsoft.com/office/drawing/2014/main" id="{E283E8B7-27F8-6F94-1362-7973AF511FB4}"/>
              </a:ext>
            </a:extLst>
          </p:cNvPr>
          <p:cNvSpPr>
            <a:spLocks noChangeShapeType="1"/>
          </p:cNvSpPr>
          <p:nvPr/>
        </p:nvSpPr>
        <p:spPr bwMode="auto">
          <a:xfrm>
            <a:off x="2833688" y="3463925"/>
            <a:ext cx="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36000" tIns="36000" rIns="36000" bIns="36000" anchor="ctr">
            <a:spAutoFit/>
          </a:bodyPr>
          <a:lstStyle/>
          <a:p>
            <a:endParaRPr lang="en-GB"/>
          </a:p>
        </p:txBody>
      </p:sp>
      <p:cxnSp>
        <p:nvCxnSpPr>
          <p:cNvPr id="64524" name="AutoShape 12">
            <a:extLst>
              <a:ext uri="{FF2B5EF4-FFF2-40B4-BE49-F238E27FC236}">
                <a16:creationId xmlns:a16="http://schemas.microsoft.com/office/drawing/2014/main" id="{93AFA00A-5D04-F0E1-450C-D4C590FAB31E}"/>
              </a:ext>
            </a:extLst>
          </p:cNvPr>
          <p:cNvCxnSpPr>
            <a:cxnSpLocks noChangeShapeType="1"/>
            <a:stCxn id="64516" idx="3"/>
            <a:endCxn id="64519" idx="1"/>
          </p:cNvCxnSpPr>
          <p:nvPr/>
        </p:nvCxnSpPr>
        <p:spPr bwMode="auto">
          <a:xfrm flipV="1">
            <a:off x="3348038" y="3427413"/>
            <a:ext cx="1095375" cy="28575"/>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64525" name="AutoShape 13">
            <a:extLst>
              <a:ext uri="{FF2B5EF4-FFF2-40B4-BE49-F238E27FC236}">
                <a16:creationId xmlns:a16="http://schemas.microsoft.com/office/drawing/2014/main" id="{6E05B24A-AAD2-1EFD-5213-B5DE5C638CE9}"/>
              </a:ext>
            </a:extLst>
          </p:cNvPr>
          <p:cNvCxnSpPr>
            <a:cxnSpLocks noChangeShapeType="1"/>
            <a:stCxn id="64519" idx="3"/>
            <a:endCxn id="64520" idx="1"/>
          </p:cNvCxnSpPr>
          <p:nvPr/>
        </p:nvCxnSpPr>
        <p:spPr bwMode="auto">
          <a:xfrm>
            <a:off x="5357813" y="3427413"/>
            <a:ext cx="771525" cy="1587"/>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grpSp>
        <p:nvGrpSpPr>
          <p:cNvPr id="64526" name="Group 14">
            <a:extLst>
              <a:ext uri="{FF2B5EF4-FFF2-40B4-BE49-F238E27FC236}">
                <a16:creationId xmlns:a16="http://schemas.microsoft.com/office/drawing/2014/main" id="{34FB76FA-9817-C09D-3E19-71645152289A}"/>
              </a:ext>
            </a:extLst>
          </p:cNvPr>
          <p:cNvGrpSpPr>
            <a:grpSpLocks/>
          </p:cNvGrpSpPr>
          <p:nvPr/>
        </p:nvGrpSpPr>
        <p:grpSpPr bwMode="auto">
          <a:xfrm rot="-5400000">
            <a:off x="4243388" y="3344862"/>
            <a:ext cx="203200" cy="168275"/>
            <a:chOff x="1918" y="3762"/>
            <a:chExt cx="128" cy="106"/>
          </a:xfrm>
        </p:grpSpPr>
        <p:sp>
          <p:nvSpPr>
            <p:cNvPr id="64545" name="Line 15">
              <a:extLst>
                <a:ext uri="{FF2B5EF4-FFF2-40B4-BE49-F238E27FC236}">
                  <a16:creationId xmlns:a16="http://schemas.microsoft.com/office/drawing/2014/main" id="{099006C4-3EC1-5F9A-4727-46CF19F236DA}"/>
                </a:ext>
              </a:extLst>
            </p:cNvPr>
            <p:cNvSpPr>
              <a:spLocks noChangeShapeType="1"/>
            </p:cNvSpPr>
            <p:nvPr/>
          </p:nvSpPr>
          <p:spPr bwMode="auto">
            <a:xfrm>
              <a:off x="1988" y="3762"/>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sp>
          <p:nvSpPr>
            <p:cNvPr id="64546" name="Line 16">
              <a:extLst>
                <a:ext uri="{FF2B5EF4-FFF2-40B4-BE49-F238E27FC236}">
                  <a16:creationId xmlns:a16="http://schemas.microsoft.com/office/drawing/2014/main" id="{F41177D4-4072-B3D1-BC53-D22C84CC6D1F}"/>
                </a:ext>
              </a:extLst>
            </p:cNvPr>
            <p:cNvSpPr>
              <a:spLocks noChangeShapeType="1"/>
            </p:cNvSpPr>
            <p:nvPr/>
          </p:nvSpPr>
          <p:spPr bwMode="auto">
            <a:xfrm flipH="1">
              <a:off x="1918" y="3757"/>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grpSp>
      <p:grpSp>
        <p:nvGrpSpPr>
          <p:cNvPr id="64527" name="Group 17">
            <a:extLst>
              <a:ext uri="{FF2B5EF4-FFF2-40B4-BE49-F238E27FC236}">
                <a16:creationId xmlns:a16="http://schemas.microsoft.com/office/drawing/2014/main" id="{764F163A-F189-437A-4C99-5A494F7BCB41}"/>
              </a:ext>
            </a:extLst>
          </p:cNvPr>
          <p:cNvGrpSpPr>
            <a:grpSpLocks/>
          </p:cNvGrpSpPr>
          <p:nvPr/>
        </p:nvGrpSpPr>
        <p:grpSpPr bwMode="auto">
          <a:xfrm rot="5400000">
            <a:off x="5329238" y="3346450"/>
            <a:ext cx="203200" cy="168275"/>
            <a:chOff x="1918" y="3762"/>
            <a:chExt cx="128" cy="106"/>
          </a:xfrm>
        </p:grpSpPr>
        <p:sp>
          <p:nvSpPr>
            <p:cNvPr id="64543" name="Line 18">
              <a:extLst>
                <a:ext uri="{FF2B5EF4-FFF2-40B4-BE49-F238E27FC236}">
                  <a16:creationId xmlns:a16="http://schemas.microsoft.com/office/drawing/2014/main" id="{FFDA6D28-A1BA-C1E4-2DC0-7A497C5B9B9A}"/>
                </a:ext>
              </a:extLst>
            </p:cNvPr>
            <p:cNvSpPr>
              <a:spLocks noChangeShapeType="1"/>
            </p:cNvSpPr>
            <p:nvPr/>
          </p:nvSpPr>
          <p:spPr bwMode="auto">
            <a:xfrm>
              <a:off x="1976" y="3794"/>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sp>
          <p:nvSpPr>
            <p:cNvPr id="64544" name="Line 19">
              <a:extLst>
                <a:ext uri="{FF2B5EF4-FFF2-40B4-BE49-F238E27FC236}">
                  <a16:creationId xmlns:a16="http://schemas.microsoft.com/office/drawing/2014/main" id="{54BFA292-4DCB-347D-4C53-BE3F7EE8C440}"/>
                </a:ext>
              </a:extLst>
            </p:cNvPr>
            <p:cNvSpPr>
              <a:spLocks noChangeShapeType="1"/>
            </p:cNvSpPr>
            <p:nvPr/>
          </p:nvSpPr>
          <p:spPr bwMode="auto">
            <a:xfrm flipH="1">
              <a:off x="1912" y="3795"/>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grpSp>
      <p:grpSp>
        <p:nvGrpSpPr>
          <p:cNvPr id="64528" name="Group 20">
            <a:extLst>
              <a:ext uri="{FF2B5EF4-FFF2-40B4-BE49-F238E27FC236}">
                <a16:creationId xmlns:a16="http://schemas.microsoft.com/office/drawing/2014/main" id="{EBB0BDD0-96CE-926F-B882-83B42A1E4262}"/>
              </a:ext>
            </a:extLst>
          </p:cNvPr>
          <p:cNvGrpSpPr>
            <a:grpSpLocks/>
          </p:cNvGrpSpPr>
          <p:nvPr/>
        </p:nvGrpSpPr>
        <p:grpSpPr bwMode="auto">
          <a:xfrm flipV="1">
            <a:off x="2662238" y="4664075"/>
            <a:ext cx="203200" cy="168275"/>
            <a:chOff x="1918" y="3762"/>
            <a:chExt cx="128" cy="106"/>
          </a:xfrm>
        </p:grpSpPr>
        <p:sp>
          <p:nvSpPr>
            <p:cNvPr id="64541" name="Line 21">
              <a:extLst>
                <a:ext uri="{FF2B5EF4-FFF2-40B4-BE49-F238E27FC236}">
                  <a16:creationId xmlns:a16="http://schemas.microsoft.com/office/drawing/2014/main" id="{E468FE77-CE3F-4FAA-6FAD-3229CCDA56A5}"/>
                </a:ext>
              </a:extLst>
            </p:cNvPr>
            <p:cNvSpPr>
              <a:spLocks noChangeShapeType="1"/>
            </p:cNvSpPr>
            <p:nvPr/>
          </p:nvSpPr>
          <p:spPr bwMode="auto">
            <a:xfrm>
              <a:off x="1982" y="3762"/>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sp>
          <p:nvSpPr>
            <p:cNvPr id="64542" name="Line 22">
              <a:extLst>
                <a:ext uri="{FF2B5EF4-FFF2-40B4-BE49-F238E27FC236}">
                  <a16:creationId xmlns:a16="http://schemas.microsoft.com/office/drawing/2014/main" id="{A9BB7DE6-E453-C3B9-9574-6EAF721F7289}"/>
                </a:ext>
              </a:extLst>
            </p:cNvPr>
            <p:cNvSpPr>
              <a:spLocks noChangeShapeType="1"/>
            </p:cNvSpPr>
            <p:nvPr/>
          </p:nvSpPr>
          <p:spPr bwMode="auto">
            <a:xfrm flipH="1">
              <a:off x="1918" y="3763"/>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grpSp>
      <p:grpSp>
        <p:nvGrpSpPr>
          <p:cNvPr id="64529" name="Group 23">
            <a:extLst>
              <a:ext uri="{FF2B5EF4-FFF2-40B4-BE49-F238E27FC236}">
                <a16:creationId xmlns:a16="http://schemas.microsoft.com/office/drawing/2014/main" id="{96FFC6E5-63B2-4D0E-CE28-F15387B239E8}"/>
              </a:ext>
            </a:extLst>
          </p:cNvPr>
          <p:cNvGrpSpPr>
            <a:grpSpLocks/>
          </p:cNvGrpSpPr>
          <p:nvPr/>
        </p:nvGrpSpPr>
        <p:grpSpPr bwMode="auto">
          <a:xfrm>
            <a:off x="2662238" y="3908425"/>
            <a:ext cx="203200" cy="168275"/>
            <a:chOff x="1918" y="3762"/>
            <a:chExt cx="128" cy="106"/>
          </a:xfrm>
        </p:grpSpPr>
        <p:sp>
          <p:nvSpPr>
            <p:cNvPr id="64539" name="Line 24">
              <a:extLst>
                <a:ext uri="{FF2B5EF4-FFF2-40B4-BE49-F238E27FC236}">
                  <a16:creationId xmlns:a16="http://schemas.microsoft.com/office/drawing/2014/main" id="{A3C8D127-8B4C-7C4C-3675-A120B465A972}"/>
                </a:ext>
              </a:extLst>
            </p:cNvPr>
            <p:cNvSpPr>
              <a:spLocks noChangeShapeType="1"/>
            </p:cNvSpPr>
            <p:nvPr/>
          </p:nvSpPr>
          <p:spPr bwMode="auto">
            <a:xfrm>
              <a:off x="1982" y="3762"/>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sp>
          <p:nvSpPr>
            <p:cNvPr id="64540" name="Line 25">
              <a:extLst>
                <a:ext uri="{FF2B5EF4-FFF2-40B4-BE49-F238E27FC236}">
                  <a16:creationId xmlns:a16="http://schemas.microsoft.com/office/drawing/2014/main" id="{2F2B384D-AE77-8639-8FF0-D47DCB087D90}"/>
                </a:ext>
              </a:extLst>
            </p:cNvPr>
            <p:cNvSpPr>
              <a:spLocks noChangeShapeType="1"/>
            </p:cNvSpPr>
            <p:nvPr/>
          </p:nvSpPr>
          <p:spPr bwMode="auto">
            <a:xfrm flipH="1">
              <a:off x="1918" y="3763"/>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grpSp>
      <p:sp>
        <p:nvSpPr>
          <p:cNvPr id="64530" name="Rectangle 36">
            <a:extLst>
              <a:ext uri="{FF2B5EF4-FFF2-40B4-BE49-F238E27FC236}">
                <a16:creationId xmlns:a16="http://schemas.microsoft.com/office/drawing/2014/main" id="{D77D87BE-5F26-7CFC-2E50-F869435BE679}"/>
              </a:ext>
            </a:extLst>
          </p:cNvPr>
          <p:cNvSpPr>
            <a:spLocks noChangeArrowheads="1"/>
          </p:cNvSpPr>
          <p:nvPr/>
        </p:nvSpPr>
        <p:spPr bwMode="auto">
          <a:xfrm>
            <a:off x="2195513" y="2390775"/>
            <a:ext cx="1152525" cy="3778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Guest</a:t>
            </a:r>
          </a:p>
        </p:txBody>
      </p:sp>
      <p:cxnSp>
        <p:nvCxnSpPr>
          <p:cNvPr id="64531" name="AutoShape 37">
            <a:extLst>
              <a:ext uri="{FF2B5EF4-FFF2-40B4-BE49-F238E27FC236}">
                <a16:creationId xmlns:a16="http://schemas.microsoft.com/office/drawing/2014/main" id="{62F5829B-C002-626E-3F78-9C81FCB3B5B1}"/>
              </a:ext>
            </a:extLst>
          </p:cNvPr>
          <p:cNvCxnSpPr>
            <a:cxnSpLocks noChangeShapeType="1"/>
            <a:stCxn id="64530" idx="2"/>
            <a:endCxn id="64516" idx="0"/>
          </p:cNvCxnSpPr>
          <p:nvPr/>
        </p:nvCxnSpPr>
        <p:spPr bwMode="auto">
          <a:xfrm>
            <a:off x="2771775" y="2768600"/>
            <a:ext cx="0" cy="498475"/>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grpSp>
        <p:nvGrpSpPr>
          <p:cNvPr id="64532" name="Group 38">
            <a:extLst>
              <a:ext uri="{FF2B5EF4-FFF2-40B4-BE49-F238E27FC236}">
                <a16:creationId xmlns:a16="http://schemas.microsoft.com/office/drawing/2014/main" id="{36A1721C-0800-D714-ABB2-53485815BC9B}"/>
              </a:ext>
            </a:extLst>
          </p:cNvPr>
          <p:cNvGrpSpPr>
            <a:grpSpLocks/>
          </p:cNvGrpSpPr>
          <p:nvPr/>
        </p:nvGrpSpPr>
        <p:grpSpPr bwMode="auto">
          <a:xfrm>
            <a:off x="2667000" y="3101975"/>
            <a:ext cx="203200" cy="153988"/>
            <a:chOff x="1918" y="3762"/>
            <a:chExt cx="128" cy="106"/>
          </a:xfrm>
        </p:grpSpPr>
        <p:sp>
          <p:nvSpPr>
            <p:cNvPr id="64537" name="Line 39">
              <a:extLst>
                <a:ext uri="{FF2B5EF4-FFF2-40B4-BE49-F238E27FC236}">
                  <a16:creationId xmlns:a16="http://schemas.microsoft.com/office/drawing/2014/main" id="{9F82B2B2-2FCA-85B2-FBB9-748BB62DFAFB}"/>
                </a:ext>
              </a:extLst>
            </p:cNvPr>
            <p:cNvSpPr>
              <a:spLocks noChangeShapeType="1"/>
            </p:cNvSpPr>
            <p:nvPr/>
          </p:nvSpPr>
          <p:spPr bwMode="auto">
            <a:xfrm>
              <a:off x="1982" y="3762"/>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sp>
          <p:nvSpPr>
            <p:cNvPr id="64538" name="Line 40">
              <a:extLst>
                <a:ext uri="{FF2B5EF4-FFF2-40B4-BE49-F238E27FC236}">
                  <a16:creationId xmlns:a16="http://schemas.microsoft.com/office/drawing/2014/main" id="{C0A2D6E0-3945-0616-5169-DC7F30FB885A}"/>
                </a:ext>
              </a:extLst>
            </p:cNvPr>
            <p:cNvSpPr>
              <a:spLocks noChangeShapeType="1"/>
            </p:cNvSpPr>
            <p:nvPr/>
          </p:nvSpPr>
          <p:spPr bwMode="auto">
            <a:xfrm flipH="1">
              <a:off x="1918" y="3763"/>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grpSp>
      <p:sp>
        <p:nvSpPr>
          <p:cNvPr id="64533" name="Rectangle 43">
            <a:extLst>
              <a:ext uri="{FF2B5EF4-FFF2-40B4-BE49-F238E27FC236}">
                <a16:creationId xmlns:a16="http://schemas.microsoft.com/office/drawing/2014/main" id="{CE52E4C1-995C-C0ED-7989-E6F34226E8BB}"/>
              </a:ext>
            </a:extLst>
          </p:cNvPr>
          <p:cNvSpPr>
            <a:spLocks noChangeArrowheads="1"/>
          </p:cNvSpPr>
          <p:nvPr/>
        </p:nvSpPr>
        <p:spPr bwMode="auto">
          <a:xfrm>
            <a:off x="1258888" y="1341438"/>
            <a:ext cx="6408737" cy="45878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sp>
        <p:nvSpPr>
          <p:cNvPr id="64534" name="Rectangle 119">
            <a:extLst>
              <a:ext uri="{FF2B5EF4-FFF2-40B4-BE49-F238E27FC236}">
                <a16:creationId xmlns:a16="http://schemas.microsoft.com/office/drawing/2014/main" id="{8F63A90E-F0C2-07A8-B00A-175C6A038B1A}"/>
              </a:ext>
            </a:extLst>
          </p:cNvPr>
          <p:cNvSpPr>
            <a:spLocks noChangeArrowheads="1"/>
          </p:cNvSpPr>
          <p:nvPr/>
        </p:nvSpPr>
        <p:spPr bwMode="auto">
          <a:xfrm>
            <a:off x="609600" y="62484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GB" altLang="en-US" sz="1200" noProof="1">
                <a:latin typeface="Times New Roman" panose="02020603050405020304" pitchFamily="18" charset="0"/>
              </a:rPr>
              <a:t>From: Soren Lauesen: Software Requirements</a:t>
            </a:r>
          </a:p>
          <a:p>
            <a:r>
              <a:rPr lang="en-GB" altLang="en-US" sz="1200" noProof="1">
                <a:latin typeface="Times New Roman" panose="02020603050405020304" pitchFamily="18" charset="0"/>
              </a:rPr>
              <a:t>© Pearson / Addison-Wesley 2002</a:t>
            </a:r>
          </a:p>
        </p:txBody>
      </p:sp>
      <p:sp>
        <p:nvSpPr>
          <p:cNvPr id="64535" name="TextBox 1">
            <a:extLst>
              <a:ext uri="{FF2B5EF4-FFF2-40B4-BE49-F238E27FC236}">
                <a16:creationId xmlns:a16="http://schemas.microsoft.com/office/drawing/2014/main" id="{012B2921-C033-912C-44BC-7A0E5D385880}"/>
              </a:ext>
            </a:extLst>
          </p:cNvPr>
          <p:cNvSpPr txBox="1">
            <a:spLocks noChangeArrowheads="1"/>
          </p:cNvSpPr>
          <p:nvPr/>
        </p:nvSpPr>
        <p:spPr bwMode="auto">
          <a:xfrm>
            <a:off x="5580063" y="5157788"/>
            <a:ext cx="19415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2400" i="1">
                <a:solidFill>
                  <a:srgbClr val="0C3A80"/>
                </a:solidFill>
              </a:rPr>
              <a:t>Notation used?</a:t>
            </a:r>
          </a:p>
        </p:txBody>
      </p:sp>
      <p:sp>
        <p:nvSpPr>
          <p:cNvPr id="64536" name="Slide Number Placeholder 1">
            <a:extLst>
              <a:ext uri="{FF2B5EF4-FFF2-40B4-BE49-F238E27FC236}">
                <a16:creationId xmlns:a16="http://schemas.microsoft.com/office/drawing/2014/main" id="{E6D80905-B55A-D8B6-1EA1-79201B402B6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DDAB9EA-1E58-4FC6-BC72-A4DE5C5A98D8}" type="slidenum">
              <a:rPr lang="en-AU" altLang="en-US" sz="1400" smtClean="0">
                <a:latin typeface="Times New Roman" panose="02020603050405020304" pitchFamily="18" charset="0"/>
              </a:rPr>
              <a:pPr>
                <a:spcBef>
                  <a:spcPct val="0"/>
                </a:spcBef>
                <a:buSzTx/>
                <a:buFontTx/>
                <a:buNone/>
              </a:pPr>
              <a:t>32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a:extLst>
              <a:ext uri="{FF2B5EF4-FFF2-40B4-BE49-F238E27FC236}">
                <a16:creationId xmlns:a16="http://schemas.microsoft.com/office/drawing/2014/main" id="{C5DBD653-E1D6-47D6-49DA-4C52BE5D313B}"/>
              </a:ext>
            </a:extLst>
          </p:cNvPr>
          <p:cNvSpPr txBox="1">
            <a:spLocks noChangeArrowheads="1"/>
          </p:cNvSpPr>
          <p:nvPr/>
        </p:nvSpPr>
        <p:spPr bwMode="auto">
          <a:xfrm>
            <a:off x="1187450" y="381000"/>
            <a:ext cx="676910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2800" b="1"/>
              <a:t>Beware of solution specifications! … too far</a:t>
            </a:r>
            <a:endParaRPr lang="en-US" altLang="en-US" sz="3200" b="1">
              <a:latin typeface="Arial" panose="020B0604020202020204" pitchFamily="34" charset="0"/>
            </a:endParaRPr>
          </a:p>
        </p:txBody>
      </p:sp>
      <p:sp>
        <p:nvSpPr>
          <p:cNvPr id="66563" name="Text Box 3">
            <a:extLst>
              <a:ext uri="{FF2B5EF4-FFF2-40B4-BE49-F238E27FC236}">
                <a16:creationId xmlns:a16="http://schemas.microsoft.com/office/drawing/2014/main" id="{A35C993F-DFD2-AE84-63C0-8288EFF1E764}"/>
              </a:ext>
            </a:extLst>
          </p:cNvPr>
          <p:cNvSpPr txBox="1">
            <a:spLocks noChangeArrowheads="1"/>
          </p:cNvSpPr>
          <p:nvPr/>
        </p:nvSpPr>
        <p:spPr bwMode="auto">
          <a:xfrm>
            <a:off x="1331913" y="1379538"/>
            <a:ext cx="62642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900" b="1">
                <a:latin typeface="Arial" panose="020B0604020202020204" pitchFamily="34" charset="0"/>
              </a:rPr>
              <a:t>The system shall store the following </a:t>
            </a:r>
            <a:r>
              <a:rPr lang="en-US" altLang="en-US" sz="1900" b="1" i="1">
                <a:latin typeface="Arial" panose="020B0604020202020204" pitchFamily="34" charset="0"/>
              </a:rPr>
              <a:t>domain entities</a:t>
            </a:r>
            <a:r>
              <a:rPr lang="en-US" altLang="en-US" sz="1900" b="1">
                <a:latin typeface="Arial" panose="020B0604020202020204" pitchFamily="34" charset="0"/>
              </a:rPr>
              <a:t>:</a:t>
            </a:r>
          </a:p>
        </p:txBody>
      </p:sp>
      <p:sp>
        <p:nvSpPr>
          <p:cNvPr id="66564" name="Rectangle 4">
            <a:extLst>
              <a:ext uri="{FF2B5EF4-FFF2-40B4-BE49-F238E27FC236}">
                <a16:creationId xmlns:a16="http://schemas.microsoft.com/office/drawing/2014/main" id="{EB783AFA-1083-5025-ECA4-0518FE6AD9CC}"/>
              </a:ext>
            </a:extLst>
          </p:cNvPr>
          <p:cNvSpPr>
            <a:spLocks noChangeArrowheads="1"/>
          </p:cNvSpPr>
          <p:nvPr/>
        </p:nvSpPr>
        <p:spPr bwMode="auto">
          <a:xfrm>
            <a:off x="2897188" y="3240088"/>
            <a:ext cx="900112" cy="3778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Stay</a:t>
            </a:r>
          </a:p>
        </p:txBody>
      </p:sp>
      <p:sp>
        <p:nvSpPr>
          <p:cNvPr id="66565" name="Rectangle 5">
            <a:extLst>
              <a:ext uri="{FF2B5EF4-FFF2-40B4-BE49-F238E27FC236}">
                <a16:creationId xmlns:a16="http://schemas.microsoft.com/office/drawing/2014/main" id="{BD4342B6-9E54-ADD8-F1F3-9C47ABBB9513}"/>
              </a:ext>
            </a:extLst>
          </p:cNvPr>
          <p:cNvSpPr>
            <a:spLocks noChangeArrowheads="1"/>
          </p:cNvSpPr>
          <p:nvPr/>
        </p:nvSpPr>
        <p:spPr bwMode="auto">
          <a:xfrm>
            <a:off x="2897188" y="4049713"/>
            <a:ext cx="900112" cy="6064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0" rIns="36000" bIns="36000"/>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Room</a:t>
            </a:r>
          </a:p>
          <a:p>
            <a:pPr algn="ctr"/>
            <a:r>
              <a:rPr lang="en-US" altLang="en-US" sz="1800" b="1">
                <a:latin typeface="Arial" panose="020B0604020202020204" pitchFamily="34" charset="0"/>
              </a:rPr>
              <a:t>State</a:t>
            </a:r>
          </a:p>
        </p:txBody>
      </p:sp>
      <p:sp>
        <p:nvSpPr>
          <p:cNvPr id="66566" name="Rectangle 6">
            <a:extLst>
              <a:ext uri="{FF2B5EF4-FFF2-40B4-BE49-F238E27FC236}">
                <a16:creationId xmlns:a16="http://schemas.microsoft.com/office/drawing/2014/main" id="{9CED28F6-1B70-DD91-F6DB-B4BADB603FEF}"/>
              </a:ext>
            </a:extLst>
          </p:cNvPr>
          <p:cNvSpPr>
            <a:spLocks noChangeArrowheads="1"/>
          </p:cNvSpPr>
          <p:nvPr/>
        </p:nvSpPr>
        <p:spPr bwMode="auto">
          <a:xfrm>
            <a:off x="2897188" y="5057775"/>
            <a:ext cx="900112" cy="37623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Room</a:t>
            </a:r>
          </a:p>
        </p:txBody>
      </p:sp>
      <p:sp>
        <p:nvSpPr>
          <p:cNvPr id="66567" name="Rectangle 7">
            <a:extLst>
              <a:ext uri="{FF2B5EF4-FFF2-40B4-BE49-F238E27FC236}">
                <a16:creationId xmlns:a16="http://schemas.microsoft.com/office/drawing/2014/main" id="{DFA17A86-53BE-F79D-D1AA-1CEF7188684C}"/>
              </a:ext>
            </a:extLst>
          </p:cNvPr>
          <p:cNvSpPr>
            <a:spLocks noChangeArrowheads="1"/>
          </p:cNvSpPr>
          <p:nvPr/>
        </p:nvSpPr>
        <p:spPr bwMode="auto">
          <a:xfrm>
            <a:off x="4443413" y="3240088"/>
            <a:ext cx="914400" cy="376237"/>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Service</a:t>
            </a:r>
          </a:p>
        </p:txBody>
      </p:sp>
      <p:sp>
        <p:nvSpPr>
          <p:cNvPr id="66568" name="Rectangle 8">
            <a:extLst>
              <a:ext uri="{FF2B5EF4-FFF2-40B4-BE49-F238E27FC236}">
                <a16:creationId xmlns:a16="http://schemas.microsoft.com/office/drawing/2014/main" id="{34F160AE-B7C1-3C20-D3DF-2B6374CF0749}"/>
              </a:ext>
            </a:extLst>
          </p:cNvPr>
          <p:cNvSpPr>
            <a:spLocks noChangeArrowheads="1"/>
          </p:cNvSpPr>
          <p:nvPr/>
        </p:nvSpPr>
        <p:spPr bwMode="auto">
          <a:xfrm>
            <a:off x="6129338" y="3103563"/>
            <a:ext cx="914400" cy="6508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Service</a:t>
            </a:r>
          </a:p>
          <a:p>
            <a:pPr algn="ctr"/>
            <a:r>
              <a:rPr lang="en-US" altLang="en-US" sz="1800" b="1">
                <a:latin typeface="Arial" panose="020B0604020202020204" pitchFamily="34" charset="0"/>
              </a:rPr>
              <a:t>Type</a:t>
            </a:r>
          </a:p>
        </p:txBody>
      </p:sp>
      <p:cxnSp>
        <p:nvCxnSpPr>
          <p:cNvPr id="66569" name="AutoShape 9">
            <a:extLst>
              <a:ext uri="{FF2B5EF4-FFF2-40B4-BE49-F238E27FC236}">
                <a16:creationId xmlns:a16="http://schemas.microsoft.com/office/drawing/2014/main" id="{10BC23DA-A7AC-CDC2-95D3-822B3B657771}"/>
              </a:ext>
            </a:extLst>
          </p:cNvPr>
          <p:cNvCxnSpPr>
            <a:cxnSpLocks noChangeShapeType="1"/>
            <a:stCxn id="66564" idx="2"/>
            <a:endCxn id="66565" idx="0"/>
          </p:cNvCxnSpPr>
          <p:nvPr/>
        </p:nvCxnSpPr>
        <p:spPr bwMode="auto">
          <a:xfrm>
            <a:off x="3346450" y="3617913"/>
            <a:ext cx="0" cy="4318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66570" name="AutoShape 10">
            <a:extLst>
              <a:ext uri="{FF2B5EF4-FFF2-40B4-BE49-F238E27FC236}">
                <a16:creationId xmlns:a16="http://schemas.microsoft.com/office/drawing/2014/main" id="{4C76181E-05E1-9EE8-8342-AD63FC0EB6D7}"/>
              </a:ext>
            </a:extLst>
          </p:cNvPr>
          <p:cNvCxnSpPr>
            <a:cxnSpLocks noChangeShapeType="1"/>
            <a:stCxn id="66565" idx="2"/>
            <a:endCxn id="66566" idx="0"/>
          </p:cNvCxnSpPr>
          <p:nvPr/>
        </p:nvCxnSpPr>
        <p:spPr bwMode="auto">
          <a:xfrm>
            <a:off x="3346450" y="4656138"/>
            <a:ext cx="0" cy="401637"/>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66571" name="Line 11">
            <a:extLst>
              <a:ext uri="{FF2B5EF4-FFF2-40B4-BE49-F238E27FC236}">
                <a16:creationId xmlns:a16="http://schemas.microsoft.com/office/drawing/2014/main" id="{67C33116-D4C9-DD7A-7005-392EAE0C6AA1}"/>
              </a:ext>
            </a:extLst>
          </p:cNvPr>
          <p:cNvSpPr>
            <a:spLocks noChangeShapeType="1"/>
          </p:cNvSpPr>
          <p:nvPr/>
        </p:nvSpPr>
        <p:spPr bwMode="auto">
          <a:xfrm>
            <a:off x="3535363" y="3436938"/>
            <a:ext cx="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36000" tIns="36000" rIns="36000" bIns="36000" anchor="ctr">
            <a:spAutoFit/>
          </a:bodyPr>
          <a:lstStyle/>
          <a:p>
            <a:endParaRPr lang="en-GB"/>
          </a:p>
        </p:txBody>
      </p:sp>
      <p:cxnSp>
        <p:nvCxnSpPr>
          <p:cNvPr id="66572" name="AutoShape 12">
            <a:extLst>
              <a:ext uri="{FF2B5EF4-FFF2-40B4-BE49-F238E27FC236}">
                <a16:creationId xmlns:a16="http://schemas.microsoft.com/office/drawing/2014/main" id="{DA31036D-05BA-A388-3702-247F059AF68E}"/>
              </a:ext>
            </a:extLst>
          </p:cNvPr>
          <p:cNvCxnSpPr>
            <a:cxnSpLocks noChangeShapeType="1"/>
            <a:stCxn id="66564" idx="3"/>
            <a:endCxn id="66567" idx="1"/>
          </p:cNvCxnSpPr>
          <p:nvPr/>
        </p:nvCxnSpPr>
        <p:spPr bwMode="auto">
          <a:xfrm flipV="1">
            <a:off x="3825875" y="3427413"/>
            <a:ext cx="587375" cy="1587"/>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66573" name="AutoShape 13">
            <a:extLst>
              <a:ext uri="{FF2B5EF4-FFF2-40B4-BE49-F238E27FC236}">
                <a16:creationId xmlns:a16="http://schemas.microsoft.com/office/drawing/2014/main" id="{05B55578-1FA8-2323-782D-6F26E1968E3F}"/>
              </a:ext>
            </a:extLst>
          </p:cNvPr>
          <p:cNvCxnSpPr>
            <a:cxnSpLocks noChangeShapeType="1"/>
            <a:stCxn id="66567" idx="3"/>
            <a:endCxn id="66568" idx="1"/>
          </p:cNvCxnSpPr>
          <p:nvPr/>
        </p:nvCxnSpPr>
        <p:spPr bwMode="auto">
          <a:xfrm>
            <a:off x="5392738" y="3427413"/>
            <a:ext cx="701675" cy="1587"/>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grpSp>
        <p:nvGrpSpPr>
          <p:cNvPr id="66574" name="Group 14">
            <a:extLst>
              <a:ext uri="{FF2B5EF4-FFF2-40B4-BE49-F238E27FC236}">
                <a16:creationId xmlns:a16="http://schemas.microsoft.com/office/drawing/2014/main" id="{5F4D0FFE-A25C-3D06-F3C8-067A55A9B108}"/>
              </a:ext>
            </a:extLst>
          </p:cNvPr>
          <p:cNvGrpSpPr>
            <a:grpSpLocks/>
          </p:cNvGrpSpPr>
          <p:nvPr/>
        </p:nvGrpSpPr>
        <p:grpSpPr bwMode="auto">
          <a:xfrm rot="-5400000">
            <a:off x="4243388" y="3344862"/>
            <a:ext cx="203200" cy="168275"/>
            <a:chOff x="1918" y="3762"/>
            <a:chExt cx="128" cy="106"/>
          </a:xfrm>
        </p:grpSpPr>
        <p:sp>
          <p:nvSpPr>
            <p:cNvPr id="66604" name="Line 15">
              <a:extLst>
                <a:ext uri="{FF2B5EF4-FFF2-40B4-BE49-F238E27FC236}">
                  <a16:creationId xmlns:a16="http://schemas.microsoft.com/office/drawing/2014/main" id="{37EF65F8-8BDB-AE2F-57AA-F40B575E0A93}"/>
                </a:ext>
              </a:extLst>
            </p:cNvPr>
            <p:cNvSpPr>
              <a:spLocks noChangeShapeType="1"/>
            </p:cNvSpPr>
            <p:nvPr/>
          </p:nvSpPr>
          <p:spPr bwMode="auto">
            <a:xfrm>
              <a:off x="1988" y="3762"/>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sp>
          <p:nvSpPr>
            <p:cNvPr id="66605" name="Line 16">
              <a:extLst>
                <a:ext uri="{FF2B5EF4-FFF2-40B4-BE49-F238E27FC236}">
                  <a16:creationId xmlns:a16="http://schemas.microsoft.com/office/drawing/2014/main" id="{E77C0702-30BF-4074-6FC2-B2FFBFB3EA90}"/>
                </a:ext>
              </a:extLst>
            </p:cNvPr>
            <p:cNvSpPr>
              <a:spLocks noChangeShapeType="1"/>
            </p:cNvSpPr>
            <p:nvPr/>
          </p:nvSpPr>
          <p:spPr bwMode="auto">
            <a:xfrm flipH="1">
              <a:off x="1918" y="3757"/>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grpSp>
      <p:grpSp>
        <p:nvGrpSpPr>
          <p:cNvPr id="66575" name="Group 17">
            <a:extLst>
              <a:ext uri="{FF2B5EF4-FFF2-40B4-BE49-F238E27FC236}">
                <a16:creationId xmlns:a16="http://schemas.microsoft.com/office/drawing/2014/main" id="{AF23C8AB-42EB-FEA2-A918-16472027E6F8}"/>
              </a:ext>
            </a:extLst>
          </p:cNvPr>
          <p:cNvGrpSpPr>
            <a:grpSpLocks/>
          </p:cNvGrpSpPr>
          <p:nvPr/>
        </p:nvGrpSpPr>
        <p:grpSpPr bwMode="auto">
          <a:xfrm rot="5400000">
            <a:off x="5329238" y="3346450"/>
            <a:ext cx="203200" cy="168275"/>
            <a:chOff x="1918" y="3762"/>
            <a:chExt cx="128" cy="106"/>
          </a:xfrm>
        </p:grpSpPr>
        <p:sp>
          <p:nvSpPr>
            <p:cNvPr id="66602" name="Line 18">
              <a:extLst>
                <a:ext uri="{FF2B5EF4-FFF2-40B4-BE49-F238E27FC236}">
                  <a16:creationId xmlns:a16="http://schemas.microsoft.com/office/drawing/2014/main" id="{566C35BC-F785-B579-C877-49DEDD353145}"/>
                </a:ext>
              </a:extLst>
            </p:cNvPr>
            <p:cNvSpPr>
              <a:spLocks noChangeShapeType="1"/>
            </p:cNvSpPr>
            <p:nvPr/>
          </p:nvSpPr>
          <p:spPr bwMode="auto">
            <a:xfrm>
              <a:off x="1976" y="3794"/>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sp>
          <p:nvSpPr>
            <p:cNvPr id="66603" name="Line 19">
              <a:extLst>
                <a:ext uri="{FF2B5EF4-FFF2-40B4-BE49-F238E27FC236}">
                  <a16:creationId xmlns:a16="http://schemas.microsoft.com/office/drawing/2014/main" id="{5641DE50-19D1-4C9A-0CC3-7ADE8EBA8A49}"/>
                </a:ext>
              </a:extLst>
            </p:cNvPr>
            <p:cNvSpPr>
              <a:spLocks noChangeShapeType="1"/>
            </p:cNvSpPr>
            <p:nvPr/>
          </p:nvSpPr>
          <p:spPr bwMode="auto">
            <a:xfrm flipH="1">
              <a:off x="1912" y="3795"/>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grpSp>
      <p:grpSp>
        <p:nvGrpSpPr>
          <p:cNvPr id="66576" name="Group 20">
            <a:extLst>
              <a:ext uri="{FF2B5EF4-FFF2-40B4-BE49-F238E27FC236}">
                <a16:creationId xmlns:a16="http://schemas.microsoft.com/office/drawing/2014/main" id="{F5D818B9-1133-900F-D4A7-6BB3D9282BF0}"/>
              </a:ext>
            </a:extLst>
          </p:cNvPr>
          <p:cNvGrpSpPr>
            <a:grpSpLocks/>
          </p:cNvGrpSpPr>
          <p:nvPr/>
        </p:nvGrpSpPr>
        <p:grpSpPr bwMode="auto">
          <a:xfrm flipV="1">
            <a:off x="3246438" y="4637088"/>
            <a:ext cx="203200" cy="168275"/>
            <a:chOff x="1918" y="3762"/>
            <a:chExt cx="128" cy="106"/>
          </a:xfrm>
        </p:grpSpPr>
        <p:sp>
          <p:nvSpPr>
            <p:cNvPr id="66600" name="Line 21">
              <a:extLst>
                <a:ext uri="{FF2B5EF4-FFF2-40B4-BE49-F238E27FC236}">
                  <a16:creationId xmlns:a16="http://schemas.microsoft.com/office/drawing/2014/main" id="{6E9F4CC3-6339-7736-7294-5701DB1A298F}"/>
                </a:ext>
              </a:extLst>
            </p:cNvPr>
            <p:cNvSpPr>
              <a:spLocks noChangeShapeType="1"/>
            </p:cNvSpPr>
            <p:nvPr/>
          </p:nvSpPr>
          <p:spPr bwMode="auto">
            <a:xfrm>
              <a:off x="1982" y="3762"/>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sp>
          <p:nvSpPr>
            <p:cNvPr id="66601" name="Line 22">
              <a:extLst>
                <a:ext uri="{FF2B5EF4-FFF2-40B4-BE49-F238E27FC236}">
                  <a16:creationId xmlns:a16="http://schemas.microsoft.com/office/drawing/2014/main" id="{45BE9D42-DBA9-8F7B-841F-C3919D487FA7}"/>
                </a:ext>
              </a:extLst>
            </p:cNvPr>
            <p:cNvSpPr>
              <a:spLocks noChangeShapeType="1"/>
            </p:cNvSpPr>
            <p:nvPr/>
          </p:nvSpPr>
          <p:spPr bwMode="auto">
            <a:xfrm flipH="1">
              <a:off x="1918" y="3763"/>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grpSp>
      <p:grpSp>
        <p:nvGrpSpPr>
          <p:cNvPr id="66577" name="Group 23">
            <a:extLst>
              <a:ext uri="{FF2B5EF4-FFF2-40B4-BE49-F238E27FC236}">
                <a16:creationId xmlns:a16="http://schemas.microsoft.com/office/drawing/2014/main" id="{646542DC-20F6-0247-35DA-75D338B3376F}"/>
              </a:ext>
            </a:extLst>
          </p:cNvPr>
          <p:cNvGrpSpPr>
            <a:grpSpLocks/>
          </p:cNvGrpSpPr>
          <p:nvPr/>
        </p:nvGrpSpPr>
        <p:grpSpPr bwMode="auto">
          <a:xfrm>
            <a:off x="3246438" y="3881438"/>
            <a:ext cx="203200" cy="168275"/>
            <a:chOff x="1918" y="3762"/>
            <a:chExt cx="128" cy="106"/>
          </a:xfrm>
        </p:grpSpPr>
        <p:sp>
          <p:nvSpPr>
            <p:cNvPr id="66598" name="Line 24">
              <a:extLst>
                <a:ext uri="{FF2B5EF4-FFF2-40B4-BE49-F238E27FC236}">
                  <a16:creationId xmlns:a16="http://schemas.microsoft.com/office/drawing/2014/main" id="{19079221-8ECA-F0E4-F0A0-42ACCC9B59B8}"/>
                </a:ext>
              </a:extLst>
            </p:cNvPr>
            <p:cNvSpPr>
              <a:spLocks noChangeShapeType="1"/>
            </p:cNvSpPr>
            <p:nvPr/>
          </p:nvSpPr>
          <p:spPr bwMode="auto">
            <a:xfrm>
              <a:off x="1982" y="3762"/>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sp>
          <p:nvSpPr>
            <p:cNvPr id="66599" name="Line 25">
              <a:extLst>
                <a:ext uri="{FF2B5EF4-FFF2-40B4-BE49-F238E27FC236}">
                  <a16:creationId xmlns:a16="http://schemas.microsoft.com/office/drawing/2014/main" id="{256F420A-89EE-A14B-5BAD-5515333607EA}"/>
                </a:ext>
              </a:extLst>
            </p:cNvPr>
            <p:cNvSpPr>
              <a:spLocks noChangeShapeType="1"/>
            </p:cNvSpPr>
            <p:nvPr/>
          </p:nvSpPr>
          <p:spPr bwMode="auto">
            <a:xfrm flipH="1">
              <a:off x="1918" y="3763"/>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grpSp>
      <p:sp>
        <p:nvSpPr>
          <p:cNvPr id="66578" name="Text Box 26">
            <a:extLst>
              <a:ext uri="{FF2B5EF4-FFF2-40B4-BE49-F238E27FC236}">
                <a16:creationId xmlns:a16="http://schemas.microsoft.com/office/drawing/2014/main" id="{00E7D47E-BB43-E724-309B-38D98A929A41}"/>
              </a:ext>
            </a:extLst>
          </p:cNvPr>
          <p:cNvSpPr txBox="1">
            <a:spLocks noChangeArrowheads="1"/>
          </p:cNvSpPr>
          <p:nvPr/>
        </p:nvSpPr>
        <p:spPr bwMode="auto">
          <a:xfrm>
            <a:off x="4108450" y="4508500"/>
            <a:ext cx="266223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400" b="1">
                <a:latin typeface="Arial" panose="020B0604020202020204" pitchFamily="34" charset="0"/>
              </a:rPr>
              <a:t>date, #persons,</a:t>
            </a:r>
          </a:p>
          <a:p>
            <a:r>
              <a:rPr lang="en-US" altLang="en-US" sz="1400" b="1">
                <a:latin typeface="Arial" panose="020B0604020202020204" pitchFamily="34" charset="0"/>
              </a:rPr>
              <a:t>state (booked|occupied|repair)</a:t>
            </a:r>
          </a:p>
        </p:txBody>
      </p:sp>
      <p:sp>
        <p:nvSpPr>
          <p:cNvPr id="66579" name="Text Box 27">
            <a:extLst>
              <a:ext uri="{FF2B5EF4-FFF2-40B4-BE49-F238E27FC236}">
                <a16:creationId xmlns:a16="http://schemas.microsoft.com/office/drawing/2014/main" id="{1C75B28F-F9F5-5A61-B94C-8519D9FF451A}"/>
              </a:ext>
            </a:extLst>
          </p:cNvPr>
          <p:cNvSpPr txBox="1">
            <a:spLocks noChangeArrowheads="1"/>
          </p:cNvSpPr>
          <p:nvPr/>
        </p:nvSpPr>
        <p:spPr bwMode="auto">
          <a:xfrm>
            <a:off x="1671638" y="1909763"/>
            <a:ext cx="952500"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400" b="1">
                <a:latin typeface="Arial" panose="020B0604020202020204" pitchFamily="34" charset="0"/>
              </a:rPr>
              <a:t>name, </a:t>
            </a:r>
          </a:p>
          <a:p>
            <a:r>
              <a:rPr lang="en-US" altLang="en-US" sz="1400" b="1">
                <a:latin typeface="Arial" panose="020B0604020202020204" pitchFamily="34" charset="0"/>
              </a:rPr>
              <a:t>address1, </a:t>
            </a:r>
          </a:p>
          <a:p>
            <a:r>
              <a:rPr lang="en-US" altLang="en-US" sz="1400" b="1">
                <a:latin typeface="Arial" panose="020B0604020202020204" pitchFamily="34" charset="0"/>
              </a:rPr>
              <a:t>address2, </a:t>
            </a:r>
          </a:p>
          <a:p>
            <a:r>
              <a:rPr lang="en-US" altLang="en-US" sz="1400" b="1">
                <a:latin typeface="Arial" panose="020B0604020202020204" pitchFamily="34" charset="0"/>
              </a:rPr>
              <a:t>address3, </a:t>
            </a:r>
          </a:p>
          <a:p>
            <a:r>
              <a:rPr lang="en-US" altLang="en-US" sz="1400" b="1">
                <a:latin typeface="Arial" panose="020B0604020202020204" pitchFamily="34" charset="0"/>
              </a:rPr>
              <a:t>passport</a:t>
            </a:r>
          </a:p>
        </p:txBody>
      </p:sp>
      <p:sp>
        <p:nvSpPr>
          <p:cNvPr id="66580" name="Text Box 28">
            <a:extLst>
              <a:ext uri="{FF2B5EF4-FFF2-40B4-BE49-F238E27FC236}">
                <a16:creationId xmlns:a16="http://schemas.microsoft.com/office/drawing/2014/main" id="{FBFADC83-7C25-4C9B-12FB-B5061D71EE98}"/>
              </a:ext>
            </a:extLst>
          </p:cNvPr>
          <p:cNvSpPr txBox="1">
            <a:spLocks noChangeArrowheads="1"/>
          </p:cNvSpPr>
          <p:nvPr/>
        </p:nvSpPr>
        <p:spPr bwMode="auto">
          <a:xfrm>
            <a:off x="1671638" y="5180013"/>
            <a:ext cx="13271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400" b="1">
                <a:latin typeface="Arial" panose="020B0604020202020204" pitchFamily="34" charset="0"/>
              </a:rPr>
              <a:t>room#,</a:t>
            </a:r>
          </a:p>
          <a:p>
            <a:r>
              <a:rPr lang="en-US" altLang="en-US" sz="1400" b="1">
                <a:latin typeface="Arial" panose="020B0604020202020204" pitchFamily="34" charset="0"/>
              </a:rPr>
              <a:t>#beds, type</a:t>
            </a:r>
          </a:p>
          <a:p>
            <a:r>
              <a:rPr lang="en-US" altLang="en-US" sz="1400" b="1">
                <a:latin typeface="Arial" panose="020B0604020202020204" pitchFamily="34" charset="0"/>
              </a:rPr>
              <a:t>price1, price2</a:t>
            </a:r>
          </a:p>
        </p:txBody>
      </p:sp>
      <p:sp>
        <p:nvSpPr>
          <p:cNvPr id="66581" name="Text Box 29">
            <a:extLst>
              <a:ext uri="{FF2B5EF4-FFF2-40B4-BE49-F238E27FC236}">
                <a16:creationId xmlns:a16="http://schemas.microsoft.com/office/drawing/2014/main" id="{4FCADF4F-458C-9D5B-E40D-DEFAD7D4145C}"/>
              </a:ext>
            </a:extLst>
          </p:cNvPr>
          <p:cNvSpPr txBox="1">
            <a:spLocks noChangeArrowheads="1"/>
          </p:cNvSpPr>
          <p:nvPr/>
        </p:nvSpPr>
        <p:spPr bwMode="auto">
          <a:xfrm>
            <a:off x="5854700" y="2568575"/>
            <a:ext cx="11699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400" b="1">
                <a:latin typeface="Arial" panose="020B0604020202020204" pitchFamily="34" charset="0"/>
              </a:rPr>
              <a:t>name, price</a:t>
            </a:r>
          </a:p>
        </p:txBody>
      </p:sp>
      <p:sp>
        <p:nvSpPr>
          <p:cNvPr id="66582" name="Text Box 30">
            <a:extLst>
              <a:ext uri="{FF2B5EF4-FFF2-40B4-BE49-F238E27FC236}">
                <a16:creationId xmlns:a16="http://schemas.microsoft.com/office/drawing/2014/main" id="{BFA2FDB4-6037-951E-4CAC-3980A393D7FE}"/>
              </a:ext>
            </a:extLst>
          </p:cNvPr>
          <p:cNvSpPr txBox="1">
            <a:spLocks noChangeArrowheads="1"/>
          </p:cNvSpPr>
          <p:nvPr/>
        </p:nvSpPr>
        <p:spPr bwMode="auto">
          <a:xfrm>
            <a:off x="4824413" y="3871913"/>
            <a:ext cx="11287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400" b="1">
                <a:latin typeface="Arial" panose="020B0604020202020204" pitchFamily="34" charset="0"/>
              </a:rPr>
              <a:t>date, count</a:t>
            </a:r>
          </a:p>
        </p:txBody>
      </p:sp>
      <p:sp>
        <p:nvSpPr>
          <p:cNvPr id="66583" name="Freeform 31">
            <a:extLst>
              <a:ext uri="{FF2B5EF4-FFF2-40B4-BE49-F238E27FC236}">
                <a16:creationId xmlns:a16="http://schemas.microsoft.com/office/drawing/2014/main" id="{2D0231B8-3FDA-AB27-E219-0E5AF18F40F8}"/>
              </a:ext>
            </a:extLst>
          </p:cNvPr>
          <p:cNvSpPr>
            <a:spLocks/>
          </p:cNvSpPr>
          <p:nvPr/>
        </p:nvSpPr>
        <p:spPr bwMode="auto">
          <a:xfrm>
            <a:off x="1989138" y="3379788"/>
            <a:ext cx="914400" cy="304800"/>
          </a:xfrm>
          <a:custGeom>
            <a:avLst/>
            <a:gdLst>
              <a:gd name="T0" fmla="*/ 0 w 576"/>
              <a:gd name="T1" fmla="*/ 483870000 h 192"/>
              <a:gd name="T2" fmla="*/ 1451610000 w 576"/>
              <a:gd name="T3" fmla="*/ 90725625 h 192"/>
              <a:gd name="T4" fmla="*/ 0 60000 65536"/>
              <a:gd name="T5" fmla="*/ 0 60000 65536"/>
            </a:gdLst>
            <a:ahLst/>
            <a:cxnLst>
              <a:cxn ang="T4">
                <a:pos x="T0" y="T1"/>
              </a:cxn>
              <a:cxn ang="T5">
                <a:pos x="T2" y="T3"/>
              </a:cxn>
            </a:cxnLst>
            <a:rect l="0" t="0" r="r" b="b"/>
            <a:pathLst>
              <a:path w="576" h="192">
                <a:moveTo>
                  <a:pt x="0" y="192"/>
                </a:moveTo>
                <a:cubicBezTo>
                  <a:pt x="120" y="84"/>
                  <a:pt x="360" y="0"/>
                  <a:pt x="576" y="3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en-GB"/>
          </a:p>
        </p:txBody>
      </p:sp>
      <p:sp>
        <p:nvSpPr>
          <p:cNvPr id="66584" name="Freeform 32">
            <a:extLst>
              <a:ext uri="{FF2B5EF4-FFF2-40B4-BE49-F238E27FC236}">
                <a16:creationId xmlns:a16="http://schemas.microsoft.com/office/drawing/2014/main" id="{618AF195-BFF0-FD7B-83CE-84A339B2D142}"/>
              </a:ext>
            </a:extLst>
          </p:cNvPr>
          <p:cNvSpPr>
            <a:spLocks/>
          </p:cNvSpPr>
          <p:nvPr/>
        </p:nvSpPr>
        <p:spPr bwMode="auto">
          <a:xfrm>
            <a:off x="2055813" y="4999038"/>
            <a:ext cx="885825" cy="209550"/>
          </a:xfrm>
          <a:custGeom>
            <a:avLst/>
            <a:gdLst>
              <a:gd name="T0" fmla="*/ 0 w 558"/>
              <a:gd name="T1" fmla="*/ 332660625 h 132"/>
              <a:gd name="T2" fmla="*/ 725805000 w 558"/>
              <a:gd name="T3" fmla="*/ 0 h 132"/>
              <a:gd name="T4" fmla="*/ 1406247188 w 558"/>
              <a:gd name="T5" fmla="*/ 272176875 h 132"/>
              <a:gd name="T6" fmla="*/ 0 60000 65536"/>
              <a:gd name="T7" fmla="*/ 0 60000 65536"/>
              <a:gd name="T8" fmla="*/ 0 60000 65536"/>
            </a:gdLst>
            <a:ahLst/>
            <a:cxnLst>
              <a:cxn ang="T6">
                <a:pos x="T0" y="T1"/>
              </a:cxn>
              <a:cxn ang="T7">
                <a:pos x="T2" y="T3"/>
              </a:cxn>
              <a:cxn ang="T8">
                <a:pos x="T4" y="T5"/>
              </a:cxn>
            </a:cxnLst>
            <a:rect l="0" t="0" r="r" b="b"/>
            <a:pathLst>
              <a:path w="558" h="132">
                <a:moveTo>
                  <a:pt x="0" y="132"/>
                </a:moveTo>
                <a:cubicBezTo>
                  <a:pt x="66" y="48"/>
                  <a:pt x="156" y="0"/>
                  <a:pt x="288" y="0"/>
                </a:cubicBezTo>
                <a:cubicBezTo>
                  <a:pt x="420" y="0"/>
                  <a:pt x="503" y="68"/>
                  <a:pt x="558" y="108"/>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en-GB"/>
          </a:p>
        </p:txBody>
      </p:sp>
      <p:sp>
        <p:nvSpPr>
          <p:cNvPr id="66585" name="Freeform 33">
            <a:extLst>
              <a:ext uri="{FF2B5EF4-FFF2-40B4-BE49-F238E27FC236}">
                <a16:creationId xmlns:a16="http://schemas.microsoft.com/office/drawing/2014/main" id="{CB27799C-7E25-4083-3178-7EBF8EE152B4}"/>
              </a:ext>
            </a:extLst>
          </p:cNvPr>
          <p:cNvSpPr>
            <a:spLocks/>
          </p:cNvSpPr>
          <p:nvPr/>
        </p:nvSpPr>
        <p:spPr bwMode="auto">
          <a:xfrm>
            <a:off x="6986588" y="2746375"/>
            <a:ext cx="254000" cy="552450"/>
          </a:xfrm>
          <a:custGeom>
            <a:avLst/>
            <a:gdLst>
              <a:gd name="T0" fmla="*/ 0 w 160"/>
              <a:gd name="T1" fmla="*/ 0 h 348"/>
              <a:gd name="T2" fmla="*/ 70564375 w 160"/>
              <a:gd name="T3" fmla="*/ 877014375 h 348"/>
              <a:gd name="T4" fmla="*/ 0 60000 65536"/>
              <a:gd name="T5" fmla="*/ 0 60000 65536"/>
            </a:gdLst>
            <a:ahLst/>
            <a:cxnLst>
              <a:cxn ang="T4">
                <a:pos x="T0" y="T1"/>
              </a:cxn>
              <a:cxn ang="T5">
                <a:pos x="T2" y="T3"/>
              </a:cxn>
            </a:cxnLst>
            <a:rect l="0" t="0" r="r" b="b"/>
            <a:pathLst>
              <a:path w="160" h="348">
                <a:moveTo>
                  <a:pt x="0" y="0"/>
                </a:moveTo>
                <a:cubicBezTo>
                  <a:pt x="120" y="64"/>
                  <a:pt x="160" y="200"/>
                  <a:pt x="28" y="348"/>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en-GB"/>
          </a:p>
        </p:txBody>
      </p:sp>
      <p:sp>
        <p:nvSpPr>
          <p:cNvPr id="66586" name="Freeform 34">
            <a:extLst>
              <a:ext uri="{FF2B5EF4-FFF2-40B4-BE49-F238E27FC236}">
                <a16:creationId xmlns:a16="http://schemas.microsoft.com/office/drawing/2014/main" id="{DBAA3582-1350-5B48-3203-34DC82F624F9}"/>
              </a:ext>
            </a:extLst>
          </p:cNvPr>
          <p:cNvSpPr>
            <a:spLocks/>
          </p:cNvSpPr>
          <p:nvPr/>
        </p:nvSpPr>
        <p:spPr bwMode="auto">
          <a:xfrm>
            <a:off x="3684588" y="4389438"/>
            <a:ext cx="704850" cy="171450"/>
          </a:xfrm>
          <a:custGeom>
            <a:avLst/>
            <a:gdLst>
              <a:gd name="T0" fmla="*/ 0 w 444"/>
              <a:gd name="T1" fmla="*/ 0 h 108"/>
              <a:gd name="T2" fmla="*/ 786288750 w 444"/>
              <a:gd name="T3" fmla="*/ 90725625 h 108"/>
              <a:gd name="T4" fmla="*/ 1118949375 w 444"/>
              <a:gd name="T5" fmla="*/ 272176875 h 108"/>
              <a:gd name="T6" fmla="*/ 0 60000 65536"/>
              <a:gd name="T7" fmla="*/ 0 60000 65536"/>
              <a:gd name="T8" fmla="*/ 0 60000 65536"/>
            </a:gdLst>
            <a:ahLst/>
            <a:cxnLst>
              <a:cxn ang="T6">
                <a:pos x="T0" y="T1"/>
              </a:cxn>
              <a:cxn ang="T7">
                <a:pos x="T2" y="T3"/>
              </a:cxn>
              <a:cxn ang="T8">
                <a:pos x="T4" y="T5"/>
              </a:cxn>
            </a:cxnLst>
            <a:rect l="0" t="0" r="r" b="b"/>
            <a:pathLst>
              <a:path w="444" h="108">
                <a:moveTo>
                  <a:pt x="0" y="0"/>
                </a:moveTo>
                <a:cubicBezTo>
                  <a:pt x="119" y="9"/>
                  <a:pt x="238" y="18"/>
                  <a:pt x="312" y="36"/>
                </a:cubicBezTo>
                <a:cubicBezTo>
                  <a:pt x="386" y="54"/>
                  <a:pt x="415" y="81"/>
                  <a:pt x="444" y="108"/>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en-GB"/>
          </a:p>
        </p:txBody>
      </p:sp>
      <p:sp>
        <p:nvSpPr>
          <p:cNvPr id="66587" name="Freeform 35">
            <a:extLst>
              <a:ext uri="{FF2B5EF4-FFF2-40B4-BE49-F238E27FC236}">
                <a16:creationId xmlns:a16="http://schemas.microsoft.com/office/drawing/2014/main" id="{E1688A53-DAF1-034A-7FCB-8C2F80596A4E}"/>
              </a:ext>
            </a:extLst>
          </p:cNvPr>
          <p:cNvSpPr>
            <a:spLocks/>
          </p:cNvSpPr>
          <p:nvPr/>
        </p:nvSpPr>
        <p:spPr bwMode="auto">
          <a:xfrm>
            <a:off x="4694238" y="3551238"/>
            <a:ext cx="152400" cy="476250"/>
          </a:xfrm>
          <a:custGeom>
            <a:avLst/>
            <a:gdLst>
              <a:gd name="T0" fmla="*/ 0 w 96"/>
              <a:gd name="T1" fmla="*/ 0 h 300"/>
              <a:gd name="T2" fmla="*/ 90725625 w 96"/>
              <a:gd name="T3" fmla="*/ 544353750 h 300"/>
              <a:gd name="T4" fmla="*/ 241935000 w 96"/>
              <a:gd name="T5" fmla="*/ 756046875 h 300"/>
              <a:gd name="T6" fmla="*/ 0 60000 65536"/>
              <a:gd name="T7" fmla="*/ 0 60000 65536"/>
              <a:gd name="T8" fmla="*/ 0 60000 65536"/>
            </a:gdLst>
            <a:ahLst/>
            <a:cxnLst>
              <a:cxn ang="T6">
                <a:pos x="T0" y="T1"/>
              </a:cxn>
              <a:cxn ang="T7">
                <a:pos x="T2" y="T3"/>
              </a:cxn>
              <a:cxn ang="T8">
                <a:pos x="T4" y="T5"/>
              </a:cxn>
            </a:cxnLst>
            <a:rect l="0" t="0" r="r" b="b"/>
            <a:pathLst>
              <a:path w="96" h="300">
                <a:moveTo>
                  <a:pt x="0" y="0"/>
                </a:moveTo>
                <a:cubicBezTo>
                  <a:pt x="10" y="83"/>
                  <a:pt x="20" y="166"/>
                  <a:pt x="36" y="216"/>
                </a:cubicBezTo>
                <a:cubicBezTo>
                  <a:pt x="52" y="266"/>
                  <a:pt x="74" y="283"/>
                  <a:pt x="96" y="300"/>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en-GB"/>
          </a:p>
        </p:txBody>
      </p:sp>
      <p:sp>
        <p:nvSpPr>
          <p:cNvPr id="66588" name="Rectangle 36">
            <a:extLst>
              <a:ext uri="{FF2B5EF4-FFF2-40B4-BE49-F238E27FC236}">
                <a16:creationId xmlns:a16="http://schemas.microsoft.com/office/drawing/2014/main" id="{65564A01-8FE1-445B-CBF2-22ACA9B5CA42}"/>
              </a:ext>
            </a:extLst>
          </p:cNvPr>
          <p:cNvSpPr>
            <a:spLocks noChangeArrowheads="1"/>
          </p:cNvSpPr>
          <p:nvPr/>
        </p:nvSpPr>
        <p:spPr bwMode="auto">
          <a:xfrm>
            <a:off x="2897188" y="2363788"/>
            <a:ext cx="900112" cy="3778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b="1">
                <a:latin typeface="Arial" panose="020B0604020202020204" pitchFamily="34" charset="0"/>
              </a:rPr>
              <a:t>Guest</a:t>
            </a:r>
          </a:p>
        </p:txBody>
      </p:sp>
      <p:cxnSp>
        <p:nvCxnSpPr>
          <p:cNvPr id="66589" name="AutoShape 37">
            <a:extLst>
              <a:ext uri="{FF2B5EF4-FFF2-40B4-BE49-F238E27FC236}">
                <a16:creationId xmlns:a16="http://schemas.microsoft.com/office/drawing/2014/main" id="{BD09604E-F367-6D58-0253-F69D6BB1B6C3}"/>
              </a:ext>
            </a:extLst>
          </p:cNvPr>
          <p:cNvCxnSpPr>
            <a:cxnSpLocks noChangeShapeType="1"/>
            <a:stCxn id="66588" idx="2"/>
            <a:endCxn id="66564" idx="0"/>
          </p:cNvCxnSpPr>
          <p:nvPr/>
        </p:nvCxnSpPr>
        <p:spPr bwMode="auto">
          <a:xfrm>
            <a:off x="3346450" y="2741613"/>
            <a:ext cx="0" cy="498475"/>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grpSp>
        <p:nvGrpSpPr>
          <p:cNvPr id="66590" name="Group 38">
            <a:extLst>
              <a:ext uri="{FF2B5EF4-FFF2-40B4-BE49-F238E27FC236}">
                <a16:creationId xmlns:a16="http://schemas.microsoft.com/office/drawing/2014/main" id="{8163C2C3-E9D4-B4B7-A73D-4F9465050C10}"/>
              </a:ext>
            </a:extLst>
          </p:cNvPr>
          <p:cNvGrpSpPr>
            <a:grpSpLocks/>
          </p:cNvGrpSpPr>
          <p:nvPr/>
        </p:nvGrpSpPr>
        <p:grpSpPr bwMode="auto">
          <a:xfrm>
            <a:off x="3246438" y="3071813"/>
            <a:ext cx="203200" cy="168275"/>
            <a:chOff x="1918" y="3762"/>
            <a:chExt cx="128" cy="106"/>
          </a:xfrm>
        </p:grpSpPr>
        <p:sp>
          <p:nvSpPr>
            <p:cNvPr id="66596" name="Line 39">
              <a:extLst>
                <a:ext uri="{FF2B5EF4-FFF2-40B4-BE49-F238E27FC236}">
                  <a16:creationId xmlns:a16="http://schemas.microsoft.com/office/drawing/2014/main" id="{D56C655D-B83C-543C-15CC-895DB4D6E95B}"/>
                </a:ext>
              </a:extLst>
            </p:cNvPr>
            <p:cNvSpPr>
              <a:spLocks noChangeShapeType="1"/>
            </p:cNvSpPr>
            <p:nvPr/>
          </p:nvSpPr>
          <p:spPr bwMode="auto">
            <a:xfrm>
              <a:off x="1982" y="3762"/>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sp>
          <p:nvSpPr>
            <p:cNvPr id="66597" name="Line 40">
              <a:extLst>
                <a:ext uri="{FF2B5EF4-FFF2-40B4-BE49-F238E27FC236}">
                  <a16:creationId xmlns:a16="http://schemas.microsoft.com/office/drawing/2014/main" id="{851C03F4-B03F-2AB3-93A9-B32E493E308B}"/>
                </a:ext>
              </a:extLst>
            </p:cNvPr>
            <p:cNvSpPr>
              <a:spLocks noChangeShapeType="1"/>
            </p:cNvSpPr>
            <p:nvPr/>
          </p:nvSpPr>
          <p:spPr bwMode="auto">
            <a:xfrm flipH="1">
              <a:off x="1918" y="3763"/>
              <a:ext cx="64" cy="1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en-GB"/>
            </a:p>
          </p:txBody>
        </p:sp>
      </p:grpSp>
      <p:sp>
        <p:nvSpPr>
          <p:cNvPr id="66591" name="Freeform 41">
            <a:extLst>
              <a:ext uri="{FF2B5EF4-FFF2-40B4-BE49-F238E27FC236}">
                <a16:creationId xmlns:a16="http://schemas.microsoft.com/office/drawing/2014/main" id="{A14B6247-5DA8-08D1-D0B7-965F0A9C2D00}"/>
              </a:ext>
            </a:extLst>
          </p:cNvPr>
          <p:cNvSpPr>
            <a:spLocks/>
          </p:cNvSpPr>
          <p:nvPr/>
        </p:nvSpPr>
        <p:spPr bwMode="auto">
          <a:xfrm>
            <a:off x="2490788" y="2027238"/>
            <a:ext cx="927100" cy="330200"/>
          </a:xfrm>
          <a:custGeom>
            <a:avLst/>
            <a:gdLst>
              <a:gd name="T0" fmla="*/ 0 w 584"/>
              <a:gd name="T1" fmla="*/ 141128750 h 208"/>
              <a:gd name="T2" fmla="*/ 1471771250 w 584"/>
              <a:gd name="T3" fmla="*/ 524192500 h 208"/>
              <a:gd name="T4" fmla="*/ 0 60000 65536"/>
              <a:gd name="T5" fmla="*/ 0 60000 65536"/>
            </a:gdLst>
            <a:ahLst/>
            <a:cxnLst>
              <a:cxn ang="T4">
                <a:pos x="T0" y="T1"/>
              </a:cxn>
              <a:cxn ang="T5">
                <a:pos x="T2" y="T3"/>
              </a:cxn>
            </a:cxnLst>
            <a:rect l="0" t="0" r="r" b="b"/>
            <a:pathLst>
              <a:path w="584" h="208">
                <a:moveTo>
                  <a:pt x="0" y="56"/>
                </a:moveTo>
                <a:cubicBezTo>
                  <a:pt x="152" y="0"/>
                  <a:pt x="440" y="56"/>
                  <a:pt x="584" y="208"/>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endParaRPr lang="en-GB"/>
          </a:p>
        </p:txBody>
      </p:sp>
      <p:sp>
        <p:nvSpPr>
          <p:cNvPr id="66592" name="Text Box 42">
            <a:extLst>
              <a:ext uri="{FF2B5EF4-FFF2-40B4-BE49-F238E27FC236}">
                <a16:creationId xmlns:a16="http://schemas.microsoft.com/office/drawing/2014/main" id="{53BFBFBE-8D3F-DD1A-EB98-98B3087D2855}"/>
              </a:ext>
            </a:extLst>
          </p:cNvPr>
          <p:cNvSpPr txBox="1">
            <a:spLocks noChangeArrowheads="1"/>
          </p:cNvSpPr>
          <p:nvPr/>
        </p:nvSpPr>
        <p:spPr bwMode="auto">
          <a:xfrm>
            <a:off x="1671638" y="3667125"/>
            <a:ext cx="117951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400" b="1">
                <a:latin typeface="Arial" panose="020B0604020202020204" pitchFamily="34" charset="0"/>
              </a:rPr>
              <a:t>stay#,</a:t>
            </a:r>
          </a:p>
          <a:p>
            <a:r>
              <a:rPr lang="en-US" altLang="en-US" sz="1400" b="1">
                <a:latin typeface="Arial" panose="020B0604020202020204" pitchFamily="34" charset="0"/>
              </a:rPr>
              <a:t>paymethod,</a:t>
            </a:r>
          </a:p>
          <a:p>
            <a:r>
              <a:rPr lang="en-US" altLang="en-US" sz="1400" b="1">
                <a:latin typeface="Arial" panose="020B0604020202020204" pitchFamily="34" charset="0"/>
              </a:rPr>
              <a:t>employee</a:t>
            </a:r>
          </a:p>
        </p:txBody>
      </p:sp>
      <p:sp>
        <p:nvSpPr>
          <p:cNvPr id="66593" name="Rectangle 43">
            <a:extLst>
              <a:ext uri="{FF2B5EF4-FFF2-40B4-BE49-F238E27FC236}">
                <a16:creationId xmlns:a16="http://schemas.microsoft.com/office/drawing/2014/main" id="{C08E4AB7-241E-95AC-7C0F-B60C5F7DD5F9}"/>
              </a:ext>
            </a:extLst>
          </p:cNvPr>
          <p:cNvSpPr>
            <a:spLocks noChangeArrowheads="1"/>
          </p:cNvSpPr>
          <p:nvPr/>
        </p:nvSpPr>
        <p:spPr bwMode="auto">
          <a:xfrm>
            <a:off x="1258888" y="1341438"/>
            <a:ext cx="6408737" cy="45878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sp>
        <p:nvSpPr>
          <p:cNvPr id="66594" name="Rectangle 119">
            <a:extLst>
              <a:ext uri="{FF2B5EF4-FFF2-40B4-BE49-F238E27FC236}">
                <a16:creationId xmlns:a16="http://schemas.microsoft.com/office/drawing/2014/main" id="{D07568F3-CB7B-B732-1CF4-C0F4B3C61FE3}"/>
              </a:ext>
            </a:extLst>
          </p:cNvPr>
          <p:cNvSpPr>
            <a:spLocks noChangeArrowheads="1"/>
          </p:cNvSpPr>
          <p:nvPr/>
        </p:nvSpPr>
        <p:spPr bwMode="auto">
          <a:xfrm>
            <a:off x="609600" y="62484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GB" altLang="en-US" sz="1200" noProof="1">
                <a:latin typeface="Times New Roman" panose="02020603050405020304" pitchFamily="18" charset="0"/>
              </a:rPr>
              <a:t>From: Soren Lauesen: Software Requirements</a:t>
            </a:r>
          </a:p>
          <a:p>
            <a:r>
              <a:rPr lang="en-GB" altLang="en-US" sz="1200" noProof="1">
                <a:latin typeface="Times New Roman" panose="02020603050405020304" pitchFamily="18" charset="0"/>
              </a:rPr>
              <a:t>© Pearson / Addison-Wesley 2002</a:t>
            </a:r>
          </a:p>
        </p:txBody>
      </p:sp>
      <p:sp>
        <p:nvSpPr>
          <p:cNvPr id="66595" name="Slide Number Placeholder 1">
            <a:extLst>
              <a:ext uri="{FF2B5EF4-FFF2-40B4-BE49-F238E27FC236}">
                <a16:creationId xmlns:a16="http://schemas.microsoft.com/office/drawing/2014/main" id="{C135F58A-5A2E-4E43-E25C-4C6F1385B66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350B3BA-4622-43F0-90FE-B8B8133A70DD}" type="slidenum">
              <a:rPr lang="en-AU" altLang="en-US" sz="1400" smtClean="0">
                <a:latin typeface="Times New Roman" panose="02020603050405020304" pitchFamily="18" charset="0"/>
              </a:rPr>
              <a:pPr>
                <a:spcBef>
                  <a:spcPct val="0"/>
                </a:spcBef>
                <a:buSzTx/>
                <a:buFontTx/>
                <a:buNone/>
              </a:pPr>
              <a:t>33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D9D33AF5-C96E-7BCE-109E-E052A03E371C}"/>
              </a:ext>
            </a:extLst>
          </p:cNvPr>
          <p:cNvSpPr>
            <a:spLocks noChangeArrowheads="1"/>
          </p:cNvSpPr>
          <p:nvPr/>
        </p:nvSpPr>
        <p:spPr bwMode="auto">
          <a:xfrm>
            <a:off x="0" y="1524000"/>
            <a:ext cx="7162800" cy="4953000"/>
          </a:xfrm>
          <a:prstGeom prst="rect">
            <a:avLst/>
          </a:prstGeom>
          <a:solidFill>
            <a:srgbClr val="E1EB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endParaRPr lang="en-US" altLang="en-US" sz="2400">
              <a:latin typeface="Helvetica" panose="020B0604020202020204" pitchFamily="34" charset="0"/>
            </a:endParaRPr>
          </a:p>
        </p:txBody>
      </p:sp>
      <p:pic>
        <p:nvPicPr>
          <p:cNvPr id="68611" name="Picture 6" descr="roadmap">
            <a:extLst>
              <a:ext uri="{FF2B5EF4-FFF2-40B4-BE49-F238E27FC236}">
                <a16:creationId xmlns:a16="http://schemas.microsoft.com/office/drawing/2014/main" id="{2827B4AD-80F6-D9ED-9B21-89F4C25E39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54175"/>
            <a:ext cx="41910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0196" name="Rectangle 4">
            <a:extLst>
              <a:ext uri="{FF2B5EF4-FFF2-40B4-BE49-F238E27FC236}">
                <a16:creationId xmlns:a16="http://schemas.microsoft.com/office/drawing/2014/main" id="{E471BE04-7142-950F-44D5-FC5A22A3D3A9}"/>
              </a:ext>
            </a:extLst>
          </p:cNvPr>
          <p:cNvSpPr>
            <a:spLocks noGrp="1" noChangeArrowheads="1"/>
          </p:cNvSpPr>
          <p:nvPr>
            <p:ph type="title" idx="4294967295"/>
          </p:nvPr>
        </p:nvSpPr>
        <p:spPr/>
        <p:txBody>
          <a:bodyPr/>
          <a:lstStyle/>
          <a:p>
            <a:pPr eaLnBrk="1" hangingPunct="1">
              <a:defRPr/>
            </a:pPr>
            <a:r>
              <a:rPr lang="en-US">
                <a:ea typeface="+mj-ea"/>
                <a:cs typeface="+mj-cs"/>
              </a:rPr>
              <a:t>Outline</a:t>
            </a:r>
          </a:p>
        </p:txBody>
      </p:sp>
      <p:sp>
        <p:nvSpPr>
          <p:cNvPr id="68613" name="Rectangle 4">
            <a:extLst>
              <a:ext uri="{FF2B5EF4-FFF2-40B4-BE49-F238E27FC236}">
                <a16:creationId xmlns:a16="http://schemas.microsoft.com/office/drawing/2014/main" id="{AF59C3F1-6E36-15F1-4694-B99DC4ACDFAC}"/>
              </a:ext>
            </a:extLst>
          </p:cNvPr>
          <p:cNvSpPr>
            <a:spLocks noChangeArrowheads="1"/>
          </p:cNvSpPr>
          <p:nvPr/>
        </p:nvSpPr>
        <p:spPr bwMode="auto">
          <a:xfrm>
            <a:off x="914400" y="1371600"/>
            <a:ext cx="69977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eaLnBrk="1" hangingPunct="1"/>
            <a:endParaRPr lang="en-US" altLang="en-US" sz="3600" b="1">
              <a:solidFill>
                <a:schemeClr val="tx2"/>
              </a:solidFill>
            </a:endParaRPr>
          </a:p>
        </p:txBody>
      </p:sp>
      <p:sp>
        <p:nvSpPr>
          <p:cNvPr id="68614" name="Rectangle 6">
            <a:extLst>
              <a:ext uri="{FF2B5EF4-FFF2-40B4-BE49-F238E27FC236}">
                <a16:creationId xmlns:a16="http://schemas.microsoft.com/office/drawing/2014/main" id="{98828EB1-BEC0-3547-EE54-4BA2FCD7DF41}"/>
              </a:ext>
            </a:extLst>
          </p:cNvPr>
          <p:cNvSpPr>
            <a:spLocks noChangeArrowheads="1"/>
          </p:cNvSpPr>
          <p:nvPr/>
        </p:nvSpPr>
        <p:spPr bwMode="auto">
          <a:xfrm>
            <a:off x="1079500" y="1143000"/>
            <a:ext cx="7543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85750" indent="-285750">
              <a:defRPr sz="2400">
                <a:solidFill>
                  <a:schemeClr val="tx1"/>
                </a:solidFill>
                <a:latin typeface="Arial Narrow" panose="020B0606020202030204" pitchFamily="34" charset="0"/>
                <a:ea typeface="MS PGothic" panose="020B0600070205080204" pitchFamily="34" charset="-128"/>
              </a:defRPr>
            </a:lvl1pPr>
            <a:lvl2pPr marL="76200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eaLnBrk="1" hangingPunct="1">
              <a:spcBef>
                <a:spcPct val="40000"/>
              </a:spcBef>
              <a:buSzPct val="75000"/>
              <a:buFont typeface="Wingdings" panose="05000000000000000000" pitchFamily="2" charset="2"/>
              <a:buNone/>
            </a:pPr>
            <a:endParaRPr lang="en-US" altLang="en-US" sz="2800"/>
          </a:p>
          <a:p>
            <a:pPr eaLnBrk="1" hangingPunct="1">
              <a:spcBef>
                <a:spcPct val="40000"/>
              </a:spcBef>
              <a:buSzPct val="75000"/>
              <a:buFont typeface="Wingdings" panose="05000000000000000000" pitchFamily="2" charset="2"/>
              <a:buChar char="n"/>
            </a:pPr>
            <a:r>
              <a:rPr lang="en-US" altLang="en-US" sz="2800"/>
              <a:t>Requirements</a:t>
            </a:r>
          </a:p>
          <a:p>
            <a:pPr lvl="1" eaLnBrk="1" hangingPunct="1">
              <a:spcBef>
                <a:spcPct val="40000"/>
              </a:spcBef>
              <a:buClr>
                <a:schemeClr val="tx1"/>
              </a:buClr>
              <a:buSzPct val="85000"/>
              <a:buFont typeface="Wingdings" panose="05000000000000000000" pitchFamily="2" charset="2"/>
              <a:buChar char="¨"/>
            </a:pPr>
            <a:r>
              <a:rPr lang="en-US" altLang="en-US"/>
              <a:t>Requirements Engineering Process / Activities</a:t>
            </a:r>
          </a:p>
          <a:p>
            <a:pPr lvl="1" eaLnBrk="1" hangingPunct="1">
              <a:spcBef>
                <a:spcPct val="40000"/>
              </a:spcBef>
              <a:buClr>
                <a:schemeClr val="tx1"/>
              </a:buClr>
              <a:buSzPct val="85000"/>
              <a:buFont typeface="Wingdings" panose="05000000000000000000" pitchFamily="2" charset="2"/>
              <a:buChar char="¨"/>
            </a:pPr>
            <a:r>
              <a:rPr lang="en-US" altLang="en-US"/>
              <a:t>Types of Requirements</a:t>
            </a:r>
          </a:p>
          <a:p>
            <a:pPr eaLnBrk="1" hangingPunct="1">
              <a:spcBef>
                <a:spcPct val="40000"/>
              </a:spcBef>
              <a:buSzPct val="75000"/>
              <a:buFont typeface="Wingdings" panose="05000000000000000000" pitchFamily="2" charset="2"/>
              <a:buChar char="n"/>
            </a:pPr>
            <a:r>
              <a:rPr lang="en-US" altLang="en-US" sz="2800"/>
              <a:t>Scenarios and Use Cases</a:t>
            </a:r>
          </a:p>
          <a:p>
            <a:pPr eaLnBrk="1" hangingPunct="1">
              <a:spcBef>
                <a:spcPct val="40000"/>
              </a:spcBef>
              <a:buSzPct val="75000"/>
              <a:buFont typeface="Wingdings" panose="05000000000000000000" pitchFamily="2" charset="2"/>
              <a:buChar char="n"/>
            </a:pPr>
            <a:r>
              <a:rPr lang="en-US" altLang="en-US" sz="2800"/>
              <a:t>Goal-Design Scale</a:t>
            </a:r>
          </a:p>
          <a:p>
            <a:pPr eaLnBrk="1" hangingPunct="1">
              <a:spcBef>
                <a:spcPct val="40000"/>
              </a:spcBef>
              <a:buSzPct val="75000"/>
              <a:buFont typeface="Wingdings" panose="05000000000000000000" pitchFamily="2" charset="2"/>
              <a:buChar char="n"/>
            </a:pPr>
            <a:r>
              <a:rPr lang="en-US" altLang="en-US" sz="2800"/>
              <a:t>Domain Model and Data Requirements</a:t>
            </a:r>
          </a:p>
          <a:p>
            <a:pPr eaLnBrk="1" hangingPunct="1">
              <a:spcBef>
                <a:spcPct val="40000"/>
              </a:spcBef>
              <a:buSzPct val="75000"/>
              <a:buFont typeface="Wingdings" panose="05000000000000000000" pitchFamily="2" charset="2"/>
              <a:buChar char="n"/>
            </a:pPr>
            <a:r>
              <a:rPr lang="en-US" altLang="en-US" sz="2800" b="1"/>
              <a:t>Functional Requirements and Task Description</a:t>
            </a:r>
          </a:p>
          <a:p>
            <a:pPr eaLnBrk="1" hangingPunct="1">
              <a:spcBef>
                <a:spcPct val="40000"/>
              </a:spcBef>
              <a:buSzPct val="75000"/>
              <a:buFont typeface="Wingdings" panose="05000000000000000000" pitchFamily="2" charset="2"/>
              <a:buChar char="n"/>
            </a:pPr>
            <a:endParaRPr lang="en-US" altLang="en-US" sz="2800"/>
          </a:p>
        </p:txBody>
      </p:sp>
      <p:sp>
        <p:nvSpPr>
          <p:cNvPr id="68615" name="Slide Number Placeholder 1">
            <a:extLst>
              <a:ext uri="{FF2B5EF4-FFF2-40B4-BE49-F238E27FC236}">
                <a16:creationId xmlns:a16="http://schemas.microsoft.com/office/drawing/2014/main" id="{45ACC08B-9C66-DB38-8482-482ECECADFA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445FFB5-E9DD-4F22-803C-F4089ABAA09B}" type="slidenum">
              <a:rPr lang="en-AU" altLang="en-US" sz="1400" smtClean="0">
                <a:latin typeface="Times New Roman" panose="02020603050405020304" pitchFamily="18" charset="0"/>
              </a:rPr>
              <a:pPr>
                <a:spcBef>
                  <a:spcPct val="0"/>
                </a:spcBef>
                <a:buSzTx/>
                <a:buFontTx/>
                <a:buNone/>
              </a:pPr>
              <a:t>34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a:extLst>
              <a:ext uri="{FF2B5EF4-FFF2-40B4-BE49-F238E27FC236}">
                <a16:creationId xmlns:a16="http://schemas.microsoft.com/office/drawing/2014/main" id="{E9E6D054-3AD2-7B9F-9A3D-0371E9529AA8}"/>
              </a:ext>
            </a:extLst>
          </p:cNvPr>
          <p:cNvSpPr txBox="1">
            <a:spLocks noChangeArrowheads="1"/>
          </p:cNvSpPr>
          <p:nvPr/>
        </p:nvSpPr>
        <p:spPr bwMode="auto">
          <a:xfrm>
            <a:off x="609600" y="76200"/>
            <a:ext cx="60039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3200" b="1"/>
              <a:t>Task Descriptions</a:t>
            </a:r>
            <a:endParaRPr lang="en-US" altLang="en-US" sz="3200"/>
          </a:p>
        </p:txBody>
      </p:sp>
      <p:sp>
        <p:nvSpPr>
          <p:cNvPr id="112643" name="Text Box 3">
            <a:extLst>
              <a:ext uri="{FF2B5EF4-FFF2-40B4-BE49-F238E27FC236}">
                <a16:creationId xmlns:a16="http://schemas.microsoft.com/office/drawing/2014/main" id="{E39F387E-6094-62AF-7149-30B924C623EB}"/>
              </a:ext>
            </a:extLst>
          </p:cNvPr>
          <p:cNvSpPr txBox="1">
            <a:spLocks noChangeArrowheads="1"/>
          </p:cNvSpPr>
          <p:nvPr/>
        </p:nvSpPr>
        <p:spPr bwMode="auto">
          <a:xfrm>
            <a:off x="533400" y="914400"/>
            <a:ext cx="3124200" cy="2747963"/>
          </a:xfrm>
          <a:prstGeom prst="rect">
            <a:avLst/>
          </a:prstGeom>
          <a:solidFill>
            <a:schemeClr val="bg1"/>
          </a:solidFill>
          <a:ln w="38100">
            <a:solidFill>
              <a:schemeClr val="tx1"/>
            </a:solidFill>
            <a:miter lim="800000"/>
            <a:headEnd/>
            <a:tailEnd/>
          </a:ln>
          <a:effectLst>
            <a:outerShdw blurRad="63500" dist="107763" dir="2700000" algn="ctr" rotWithShape="0">
              <a:srgbClr val="C0C0C0">
                <a:alpha val="74998"/>
              </a:srgbClr>
            </a:outerShdw>
          </a:effectLst>
        </p:spPr>
        <p:txBody>
          <a:bodyPr lIns="72000" tIns="72000" rIns="72000" bIns="72000">
            <a:spAutoFit/>
          </a:bodyPr>
          <a:lstStyle>
            <a:lvl1pPr marL="381000" indent="-381000">
              <a:tabLst>
                <a:tab pos="381000" algn="l"/>
              </a:tabLst>
              <a:defRPr sz="2400">
                <a:solidFill>
                  <a:schemeClr val="tx1"/>
                </a:solidFill>
                <a:latin typeface="Times New Roman" charset="0"/>
                <a:ea typeface="ＭＳ Ｐゴシック" charset="0"/>
              </a:defRPr>
            </a:lvl1pPr>
            <a:lvl2pPr marL="571500">
              <a:tabLst>
                <a:tab pos="381000" algn="l"/>
              </a:tabLst>
              <a:defRPr sz="2400">
                <a:solidFill>
                  <a:schemeClr val="tx1"/>
                </a:solidFill>
                <a:latin typeface="Times New Roman" charset="0"/>
                <a:ea typeface="ＭＳ Ｐゴシック" charset="0"/>
              </a:defRPr>
            </a:lvl2pPr>
            <a:lvl3pPr>
              <a:tabLst>
                <a:tab pos="381000" algn="l"/>
              </a:tabLst>
              <a:defRPr sz="2400">
                <a:solidFill>
                  <a:schemeClr val="tx1"/>
                </a:solidFill>
                <a:latin typeface="Times New Roman" charset="0"/>
                <a:ea typeface="ＭＳ Ｐゴシック" charset="0"/>
              </a:defRPr>
            </a:lvl3pPr>
            <a:lvl4pPr>
              <a:tabLst>
                <a:tab pos="381000" algn="l"/>
              </a:tabLst>
              <a:defRPr sz="2400">
                <a:solidFill>
                  <a:schemeClr val="tx1"/>
                </a:solidFill>
                <a:latin typeface="Times New Roman" charset="0"/>
                <a:ea typeface="ＭＳ Ｐゴシック" charset="0"/>
              </a:defRPr>
            </a:lvl4pPr>
            <a:lvl5pPr>
              <a:tabLst>
                <a:tab pos="381000" algn="l"/>
              </a:tabLst>
              <a:defRPr sz="2400">
                <a:solidFill>
                  <a:schemeClr val="tx1"/>
                </a:solidFill>
                <a:latin typeface="Times New Roman" charset="0"/>
                <a:ea typeface="ＭＳ Ｐゴシック" charset="0"/>
              </a:defRPr>
            </a:lvl5pPr>
            <a:lvl6pPr eaLnBrk="0" fontAlgn="base" hangingPunct="0">
              <a:spcBef>
                <a:spcPct val="0"/>
              </a:spcBef>
              <a:spcAft>
                <a:spcPct val="0"/>
              </a:spcAft>
              <a:tabLst>
                <a:tab pos="381000" algn="l"/>
              </a:tabLst>
              <a:defRPr sz="2400">
                <a:solidFill>
                  <a:schemeClr val="tx1"/>
                </a:solidFill>
                <a:latin typeface="Times New Roman" charset="0"/>
                <a:ea typeface="ＭＳ Ｐゴシック" charset="0"/>
              </a:defRPr>
            </a:lvl6pPr>
            <a:lvl7pPr eaLnBrk="0" fontAlgn="base" hangingPunct="0">
              <a:spcBef>
                <a:spcPct val="0"/>
              </a:spcBef>
              <a:spcAft>
                <a:spcPct val="0"/>
              </a:spcAft>
              <a:tabLst>
                <a:tab pos="381000" algn="l"/>
              </a:tabLst>
              <a:defRPr sz="2400">
                <a:solidFill>
                  <a:schemeClr val="tx1"/>
                </a:solidFill>
                <a:latin typeface="Times New Roman" charset="0"/>
                <a:ea typeface="ＭＳ Ｐゴシック" charset="0"/>
              </a:defRPr>
            </a:lvl7pPr>
            <a:lvl8pPr eaLnBrk="0" fontAlgn="base" hangingPunct="0">
              <a:spcBef>
                <a:spcPct val="0"/>
              </a:spcBef>
              <a:spcAft>
                <a:spcPct val="0"/>
              </a:spcAft>
              <a:tabLst>
                <a:tab pos="381000" algn="l"/>
              </a:tabLst>
              <a:defRPr sz="2400">
                <a:solidFill>
                  <a:schemeClr val="tx1"/>
                </a:solidFill>
                <a:latin typeface="Times New Roman" charset="0"/>
                <a:ea typeface="ＭＳ Ｐゴシック" charset="0"/>
              </a:defRPr>
            </a:lvl8pPr>
            <a:lvl9pPr eaLnBrk="0" fontAlgn="base" hangingPunct="0">
              <a:spcBef>
                <a:spcPct val="0"/>
              </a:spcBef>
              <a:spcAft>
                <a:spcPct val="0"/>
              </a:spcAft>
              <a:tabLst>
                <a:tab pos="381000" algn="l"/>
              </a:tabLst>
              <a:defRPr sz="2400">
                <a:solidFill>
                  <a:schemeClr val="tx1"/>
                </a:solidFill>
                <a:latin typeface="Times New Roman" charset="0"/>
                <a:ea typeface="ＭＳ Ｐゴシック" charset="0"/>
              </a:defRPr>
            </a:lvl9pPr>
          </a:lstStyle>
          <a:p>
            <a:pPr>
              <a:defRPr/>
            </a:pPr>
            <a:r>
              <a:rPr lang="en-US" sz="1600" b="1" dirty="0">
                <a:latin typeface="Arial" charset="0"/>
              </a:rPr>
              <a:t>Work area:</a:t>
            </a:r>
            <a:r>
              <a:rPr lang="en-US" sz="1600" dirty="0">
                <a:latin typeface="Arial" charset="0"/>
              </a:rPr>
              <a:t> 1. Reception</a:t>
            </a:r>
          </a:p>
          <a:p>
            <a:pPr>
              <a:defRPr/>
            </a:pPr>
            <a:r>
              <a:rPr lang="en-US" sz="1600" dirty="0">
                <a:latin typeface="Arial" charset="0"/>
              </a:rPr>
              <a:t>	Service guests - small and large issues. Normally standing. Frequent interrupts. Often alone, e.g. during night.</a:t>
            </a:r>
          </a:p>
          <a:p>
            <a:pPr>
              <a:defRPr/>
            </a:pPr>
            <a:r>
              <a:rPr lang="en-US" sz="1600" b="1" dirty="0">
                <a:latin typeface="Arial" charset="0"/>
              </a:rPr>
              <a:t>Users:</a:t>
            </a:r>
            <a:r>
              <a:rPr lang="en-US" sz="1600" dirty="0">
                <a:latin typeface="Arial" charset="0"/>
              </a:rPr>
              <a:t> Reception experience, IT novice.</a:t>
            </a:r>
          </a:p>
          <a:p>
            <a:pPr>
              <a:spcBef>
                <a:spcPct val="50000"/>
              </a:spcBef>
              <a:defRPr/>
            </a:pPr>
            <a:r>
              <a:rPr lang="en-US" sz="1600" b="1" dirty="0">
                <a:latin typeface="Arial" charset="0"/>
              </a:rPr>
              <a:t>R1:	The product shall support tasks 1.1 to 1.5</a:t>
            </a:r>
            <a:endParaRPr lang="en-US" sz="1800" dirty="0">
              <a:latin typeface="Arial" charset="0"/>
            </a:endParaRPr>
          </a:p>
        </p:txBody>
      </p:sp>
      <p:sp>
        <p:nvSpPr>
          <p:cNvPr id="112644" name="Text Box 4">
            <a:extLst>
              <a:ext uri="{FF2B5EF4-FFF2-40B4-BE49-F238E27FC236}">
                <a16:creationId xmlns:a16="http://schemas.microsoft.com/office/drawing/2014/main" id="{CA76EAD6-09EE-F7AF-88DD-AEB316E6601C}"/>
              </a:ext>
            </a:extLst>
          </p:cNvPr>
          <p:cNvSpPr txBox="1">
            <a:spLocks noChangeArrowheads="1"/>
          </p:cNvSpPr>
          <p:nvPr/>
        </p:nvSpPr>
        <p:spPr bwMode="auto">
          <a:xfrm>
            <a:off x="4648200" y="714375"/>
            <a:ext cx="4038600" cy="2867025"/>
          </a:xfrm>
          <a:prstGeom prst="rect">
            <a:avLst/>
          </a:prstGeom>
          <a:solidFill>
            <a:schemeClr val="bg1"/>
          </a:solidFill>
          <a:ln w="38100">
            <a:solidFill>
              <a:schemeClr val="tx1"/>
            </a:solidFill>
            <a:miter lim="800000"/>
            <a:headEnd/>
            <a:tailEnd/>
          </a:ln>
          <a:effectLst>
            <a:outerShdw blurRad="63500" dist="107763" dir="2700000" algn="ctr" rotWithShape="0">
              <a:srgbClr val="C0C0C0">
                <a:alpha val="74998"/>
              </a:srgbClr>
            </a:outerShdw>
          </a:effectLst>
        </p:spPr>
        <p:txBody>
          <a:bodyPr lIns="72000" tIns="72000" rIns="72000" bIns="72000">
            <a:spAutoFit/>
          </a:bodyPr>
          <a:lstStyle>
            <a:lvl1pPr defTabSz="1238250">
              <a:tabLst>
                <a:tab pos="1238250" algn="l"/>
              </a:tabLst>
              <a:defRPr sz="2400">
                <a:solidFill>
                  <a:schemeClr val="tx1"/>
                </a:solidFill>
                <a:latin typeface="Times New Roman" charset="0"/>
                <a:ea typeface="ＭＳ Ｐゴシック" charset="0"/>
              </a:defRPr>
            </a:lvl1pPr>
            <a:lvl2pPr defTabSz="1238250">
              <a:tabLst>
                <a:tab pos="1238250" algn="l"/>
              </a:tabLst>
              <a:defRPr sz="2400">
                <a:solidFill>
                  <a:schemeClr val="tx1"/>
                </a:solidFill>
                <a:latin typeface="Times New Roman" charset="0"/>
                <a:ea typeface="ＭＳ Ｐゴシック" charset="0"/>
              </a:defRPr>
            </a:lvl2pPr>
            <a:lvl3pPr defTabSz="1238250">
              <a:tabLst>
                <a:tab pos="1238250" algn="l"/>
              </a:tabLst>
              <a:defRPr sz="2400">
                <a:solidFill>
                  <a:schemeClr val="tx1"/>
                </a:solidFill>
                <a:latin typeface="Times New Roman" charset="0"/>
                <a:ea typeface="ＭＳ Ｐゴシック" charset="0"/>
              </a:defRPr>
            </a:lvl3pPr>
            <a:lvl4pPr defTabSz="1238250">
              <a:tabLst>
                <a:tab pos="1238250" algn="l"/>
              </a:tabLst>
              <a:defRPr sz="2400">
                <a:solidFill>
                  <a:schemeClr val="tx1"/>
                </a:solidFill>
                <a:latin typeface="Times New Roman" charset="0"/>
                <a:ea typeface="ＭＳ Ｐゴシック" charset="0"/>
              </a:defRPr>
            </a:lvl4pPr>
            <a:lvl5pPr defTabSz="1238250">
              <a:tabLst>
                <a:tab pos="1238250" algn="l"/>
              </a:tabLst>
              <a:defRPr sz="2400">
                <a:solidFill>
                  <a:schemeClr val="tx1"/>
                </a:solidFill>
                <a:latin typeface="Times New Roman" charset="0"/>
                <a:ea typeface="ＭＳ Ｐゴシック" charset="0"/>
              </a:defRPr>
            </a:lvl5pPr>
            <a:lvl6pPr defTabSz="1238250" eaLnBrk="0" fontAlgn="base" hangingPunct="0">
              <a:spcBef>
                <a:spcPct val="0"/>
              </a:spcBef>
              <a:spcAft>
                <a:spcPct val="0"/>
              </a:spcAft>
              <a:tabLst>
                <a:tab pos="1238250" algn="l"/>
              </a:tabLst>
              <a:defRPr sz="2400">
                <a:solidFill>
                  <a:schemeClr val="tx1"/>
                </a:solidFill>
                <a:latin typeface="Times New Roman" charset="0"/>
                <a:ea typeface="ＭＳ Ｐゴシック" charset="0"/>
              </a:defRPr>
            </a:lvl6pPr>
            <a:lvl7pPr defTabSz="1238250" eaLnBrk="0" fontAlgn="base" hangingPunct="0">
              <a:spcBef>
                <a:spcPct val="0"/>
              </a:spcBef>
              <a:spcAft>
                <a:spcPct val="0"/>
              </a:spcAft>
              <a:tabLst>
                <a:tab pos="1238250" algn="l"/>
              </a:tabLst>
              <a:defRPr sz="2400">
                <a:solidFill>
                  <a:schemeClr val="tx1"/>
                </a:solidFill>
                <a:latin typeface="Times New Roman" charset="0"/>
                <a:ea typeface="ＭＳ Ｐゴシック" charset="0"/>
              </a:defRPr>
            </a:lvl7pPr>
            <a:lvl8pPr defTabSz="1238250" eaLnBrk="0" fontAlgn="base" hangingPunct="0">
              <a:spcBef>
                <a:spcPct val="0"/>
              </a:spcBef>
              <a:spcAft>
                <a:spcPct val="0"/>
              </a:spcAft>
              <a:tabLst>
                <a:tab pos="1238250" algn="l"/>
              </a:tabLst>
              <a:defRPr sz="2400">
                <a:solidFill>
                  <a:schemeClr val="tx1"/>
                </a:solidFill>
                <a:latin typeface="Times New Roman" charset="0"/>
                <a:ea typeface="ＭＳ Ｐゴシック" charset="0"/>
              </a:defRPr>
            </a:lvl8pPr>
            <a:lvl9pPr defTabSz="1238250" eaLnBrk="0" fontAlgn="base" hangingPunct="0">
              <a:spcBef>
                <a:spcPct val="0"/>
              </a:spcBef>
              <a:spcAft>
                <a:spcPct val="0"/>
              </a:spcAft>
              <a:tabLst>
                <a:tab pos="1238250" algn="l"/>
              </a:tabLst>
              <a:defRPr sz="2400">
                <a:solidFill>
                  <a:schemeClr val="tx1"/>
                </a:solidFill>
                <a:latin typeface="Times New Roman" charset="0"/>
                <a:ea typeface="ＭＳ Ｐゴシック" charset="0"/>
              </a:defRPr>
            </a:lvl9pPr>
          </a:lstStyle>
          <a:p>
            <a:pPr>
              <a:defRPr/>
            </a:pPr>
            <a:r>
              <a:rPr lang="en-US" sz="1600" b="1">
                <a:latin typeface="Arial" charset="0"/>
              </a:rPr>
              <a:t>Task:</a:t>
            </a:r>
            <a:r>
              <a:rPr lang="en-US" sz="1600">
                <a:latin typeface="Arial" charset="0"/>
              </a:rPr>
              <a:t> 	1.1 Booking</a:t>
            </a:r>
          </a:p>
          <a:p>
            <a:pPr>
              <a:defRPr/>
            </a:pPr>
            <a:r>
              <a:rPr lang="en-US" sz="1600" b="1">
                <a:latin typeface="Arial" charset="0"/>
              </a:rPr>
              <a:t>Purpose:</a:t>
            </a:r>
            <a:r>
              <a:rPr lang="en-US" sz="1600">
                <a:latin typeface="Arial" charset="0"/>
              </a:rPr>
              <a:t>	Reserve room for a guest.</a:t>
            </a:r>
          </a:p>
          <a:p>
            <a:pPr>
              <a:defRPr/>
            </a:pPr>
            <a:endParaRPr lang="en-US" sz="1800">
              <a:latin typeface="Arial" charset="0"/>
            </a:endParaRPr>
          </a:p>
          <a:p>
            <a:pPr>
              <a:defRPr/>
            </a:pPr>
            <a:endParaRPr lang="en-US" sz="1800">
              <a:latin typeface="Arial" charset="0"/>
            </a:endParaRPr>
          </a:p>
          <a:p>
            <a:pPr>
              <a:defRPr/>
            </a:pPr>
            <a:endParaRPr lang="en-US" sz="1800">
              <a:latin typeface="Arial" charset="0"/>
            </a:endParaRPr>
          </a:p>
          <a:p>
            <a:pPr>
              <a:defRPr/>
            </a:pPr>
            <a:endParaRPr lang="en-US" sz="1800">
              <a:latin typeface="Arial" charset="0"/>
            </a:endParaRPr>
          </a:p>
          <a:p>
            <a:pPr>
              <a:defRPr/>
            </a:pPr>
            <a:endParaRPr lang="en-US" sz="1800">
              <a:latin typeface="Arial" charset="0"/>
            </a:endParaRPr>
          </a:p>
          <a:p>
            <a:pPr>
              <a:defRPr/>
            </a:pPr>
            <a:endParaRPr lang="en-US" sz="1800">
              <a:latin typeface="Arial" charset="0"/>
            </a:endParaRPr>
          </a:p>
          <a:p>
            <a:pPr>
              <a:defRPr/>
            </a:pPr>
            <a:endParaRPr lang="en-US" sz="1800">
              <a:latin typeface="Arial" charset="0"/>
            </a:endParaRPr>
          </a:p>
          <a:p>
            <a:pPr>
              <a:defRPr/>
            </a:pPr>
            <a:endParaRPr lang="en-US" sz="1800">
              <a:latin typeface="Arial" charset="0"/>
            </a:endParaRPr>
          </a:p>
        </p:txBody>
      </p:sp>
      <p:sp>
        <p:nvSpPr>
          <p:cNvPr id="112645" name="Text Box 5">
            <a:extLst>
              <a:ext uri="{FF2B5EF4-FFF2-40B4-BE49-F238E27FC236}">
                <a16:creationId xmlns:a16="http://schemas.microsoft.com/office/drawing/2014/main" id="{D59143A0-E672-D6AB-F0A8-722E88EB910F}"/>
              </a:ext>
            </a:extLst>
          </p:cNvPr>
          <p:cNvSpPr txBox="1">
            <a:spLocks noChangeArrowheads="1"/>
          </p:cNvSpPr>
          <p:nvPr/>
        </p:nvSpPr>
        <p:spPr bwMode="auto">
          <a:xfrm>
            <a:off x="3992563" y="1319213"/>
            <a:ext cx="4332287" cy="4337050"/>
          </a:xfrm>
          <a:prstGeom prst="rect">
            <a:avLst/>
          </a:prstGeom>
          <a:solidFill>
            <a:schemeClr val="bg1"/>
          </a:solidFill>
          <a:ln w="38100">
            <a:solidFill>
              <a:schemeClr val="tx1"/>
            </a:solidFill>
            <a:miter lim="800000"/>
            <a:headEnd/>
            <a:tailEnd/>
          </a:ln>
          <a:effectLst>
            <a:outerShdw blurRad="63500" dist="107763" dir="2700000" algn="ctr" rotWithShape="0">
              <a:srgbClr val="C0C0C0">
                <a:alpha val="74998"/>
              </a:srgbClr>
            </a:outerShdw>
          </a:effectLst>
        </p:spPr>
        <p:txBody>
          <a:bodyPr lIns="72000" tIns="72000" rIns="72000" bIns="72000">
            <a:spAutoFit/>
          </a:bodyPr>
          <a:lstStyle>
            <a:lvl1pPr marL="381000" indent="-381000">
              <a:tabLst>
                <a:tab pos="381000" algn="l"/>
                <a:tab pos="1238250" algn="l"/>
              </a:tabLst>
              <a:defRPr sz="2400">
                <a:solidFill>
                  <a:schemeClr val="tx1"/>
                </a:solidFill>
                <a:latin typeface="Times New Roman" charset="0"/>
                <a:ea typeface="ＭＳ Ｐゴシック" charset="0"/>
              </a:defRPr>
            </a:lvl1pPr>
            <a:lvl2pPr marL="571500">
              <a:tabLst>
                <a:tab pos="381000" algn="l"/>
                <a:tab pos="1238250" algn="l"/>
              </a:tabLst>
              <a:defRPr sz="2400">
                <a:solidFill>
                  <a:schemeClr val="tx1"/>
                </a:solidFill>
                <a:latin typeface="Times New Roman" charset="0"/>
                <a:ea typeface="ＭＳ Ｐゴシック" charset="0"/>
              </a:defRPr>
            </a:lvl2pPr>
            <a:lvl3pPr>
              <a:tabLst>
                <a:tab pos="381000" algn="l"/>
                <a:tab pos="1238250" algn="l"/>
              </a:tabLst>
              <a:defRPr sz="2400">
                <a:solidFill>
                  <a:schemeClr val="tx1"/>
                </a:solidFill>
                <a:latin typeface="Times New Roman" charset="0"/>
                <a:ea typeface="ＭＳ Ｐゴシック" charset="0"/>
              </a:defRPr>
            </a:lvl3pPr>
            <a:lvl4pPr>
              <a:tabLst>
                <a:tab pos="381000" algn="l"/>
                <a:tab pos="1238250" algn="l"/>
              </a:tabLst>
              <a:defRPr sz="2400">
                <a:solidFill>
                  <a:schemeClr val="tx1"/>
                </a:solidFill>
                <a:latin typeface="Times New Roman" charset="0"/>
                <a:ea typeface="ＭＳ Ｐゴシック" charset="0"/>
              </a:defRPr>
            </a:lvl4pPr>
            <a:lvl5pPr>
              <a:tabLst>
                <a:tab pos="381000" algn="l"/>
                <a:tab pos="1238250" algn="l"/>
              </a:tabLst>
              <a:defRPr sz="2400">
                <a:solidFill>
                  <a:schemeClr val="tx1"/>
                </a:solidFill>
                <a:latin typeface="Times New Roman" charset="0"/>
                <a:ea typeface="ＭＳ Ｐゴシック" charset="0"/>
              </a:defRPr>
            </a:lvl5pPr>
            <a:lvl6pPr eaLnBrk="0" fontAlgn="base" hangingPunct="0">
              <a:spcBef>
                <a:spcPct val="0"/>
              </a:spcBef>
              <a:spcAft>
                <a:spcPct val="0"/>
              </a:spcAft>
              <a:tabLst>
                <a:tab pos="381000" algn="l"/>
                <a:tab pos="1238250" algn="l"/>
              </a:tabLst>
              <a:defRPr sz="2400">
                <a:solidFill>
                  <a:schemeClr val="tx1"/>
                </a:solidFill>
                <a:latin typeface="Times New Roman" charset="0"/>
                <a:ea typeface="ＭＳ Ｐゴシック" charset="0"/>
              </a:defRPr>
            </a:lvl6pPr>
            <a:lvl7pPr eaLnBrk="0" fontAlgn="base" hangingPunct="0">
              <a:spcBef>
                <a:spcPct val="0"/>
              </a:spcBef>
              <a:spcAft>
                <a:spcPct val="0"/>
              </a:spcAft>
              <a:tabLst>
                <a:tab pos="381000" algn="l"/>
                <a:tab pos="1238250" algn="l"/>
              </a:tabLst>
              <a:defRPr sz="2400">
                <a:solidFill>
                  <a:schemeClr val="tx1"/>
                </a:solidFill>
                <a:latin typeface="Times New Roman" charset="0"/>
                <a:ea typeface="ＭＳ Ｐゴシック" charset="0"/>
              </a:defRPr>
            </a:lvl7pPr>
            <a:lvl8pPr eaLnBrk="0" fontAlgn="base" hangingPunct="0">
              <a:spcBef>
                <a:spcPct val="0"/>
              </a:spcBef>
              <a:spcAft>
                <a:spcPct val="0"/>
              </a:spcAft>
              <a:tabLst>
                <a:tab pos="381000" algn="l"/>
                <a:tab pos="1238250" algn="l"/>
              </a:tabLst>
              <a:defRPr sz="2400">
                <a:solidFill>
                  <a:schemeClr val="tx1"/>
                </a:solidFill>
                <a:latin typeface="Times New Roman" charset="0"/>
                <a:ea typeface="ＭＳ Ｐゴシック" charset="0"/>
              </a:defRPr>
            </a:lvl8pPr>
            <a:lvl9pPr eaLnBrk="0" fontAlgn="base" hangingPunct="0">
              <a:spcBef>
                <a:spcPct val="0"/>
              </a:spcBef>
              <a:spcAft>
                <a:spcPct val="0"/>
              </a:spcAft>
              <a:tabLst>
                <a:tab pos="381000" algn="l"/>
                <a:tab pos="1238250" algn="l"/>
              </a:tabLst>
              <a:defRPr sz="2400">
                <a:solidFill>
                  <a:schemeClr val="tx1"/>
                </a:solidFill>
                <a:latin typeface="Times New Roman" charset="0"/>
                <a:ea typeface="ＭＳ Ｐゴシック" charset="0"/>
              </a:defRPr>
            </a:lvl9pPr>
          </a:lstStyle>
          <a:p>
            <a:pPr>
              <a:defRPr/>
            </a:pPr>
            <a:r>
              <a:rPr lang="en-US" sz="1600" b="1" dirty="0">
                <a:latin typeface="Arial" charset="0"/>
              </a:rPr>
              <a:t>Task:</a:t>
            </a:r>
            <a:r>
              <a:rPr lang="en-US" sz="1600" dirty="0">
                <a:latin typeface="Arial" charset="0"/>
              </a:rPr>
              <a:t>	1.2 </a:t>
            </a:r>
            <a:r>
              <a:rPr lang="en-US" sz="1600" dirty="0" err="1">
                <a:latin typeface="Arial" charset="0"/>
              </a:rPr>
              <a:t>Checkin</a:t>
            </a:r>
            <a:endParaRPr lang="en-US" sz="1600" dirty="0">
              <a:latin typeface="Arial" charset="0"/>
            </a:endParaRPr>
          </a:p>
          <a:p>
            <a:pPr>
              <a:defRPr/>
            </a:pPr>
            <a:r>
              <a:rPr lang="en-US" sz="1600" b="1" dirty="0">
                <a:latin typeface="Arial" charset="0"/>
              </a:rPr>
              <a:t>Purpose:</a:t>
            </a:r>
            <a:r>
              <a:rPr lang="en-US" sz="1600" dirty="0">
                <a:latin typeface="Arial" charset="0"/>
              </a:rPr>
              <a:t>	Give guest a room. Mark it as</a:t>
            </a:r>
          </a:p>
          <a:p>
            <a:pPr>
              <a:defRPr/>
            </a:pPr>
            <a:r>
              <a:rPr lang="en-US" sz="1600" dirty="0">
                <a:latin typeface="Arial" charset="0"/>
              </a:rPr>
              <a:t>		occupied. Start account.</a:t>
            </a:r>
          </a:p>
          <a:p>
            <a:pPr>
              <a:defRPr/>
            </a:pPr>
            <a:r>
              <a:rPr lang="en-US" sz="1600" b="1" dirty="0">
                <a:latin typeface="Arial" charset="0"/>
              </a:rPr>
              <a:t>Trigger/</a:t>
            </a:r>
          </a:p>
          <a:p>
            <a:pPr>
              <a:defRPr/>
            </a:pPr>
            <a:r>
              <a:rPr lang="en-US" sz="1600" b="1" dirty="0">
                <a:latin typeface="Arial" charset="0"/>
              </a:rPr>
              <a:t>Precondition:</a:t>
            </a:r>
            <a:r>
              <a:rPr lang="en-US" sz="1600" dirty="0">
                <a:latin typeface="Arial" charset="0"/>
              </a:rPr>
              <a:t> A guest arrives</a:t>
            </a:r>
          </a:p>
          <a:p>
            <a:pPr>
              <a:defRPr/>
            </a:pPr>
            <a:r>
              <a:rPr lang="en-US" sz="1600" b="1" dirty="0">
                <a:latin typeface="Arial" charset="0"/>
              </a:rPr>
              <a:t>Frequency:</a:t>
            </a:r>
            <a:r>
              <a:rPr lang="en-US" sz="1600" dirty="0">
                <a:latin typeface="Arial" charset="0"/>
              </a:rPr>
              <a:t>	Average 0.5 </a:t>
            </a:r>
            <a:r>
              <a:rPr lang="en-US" sz="1600" dirty="0" err="1">
                <a:latin typeface="Arial" charset="0"/>
              </a:rPr>
              <a:t>checkins</a:t>
            </a:r>
            <a:r>
              <a:rPr lang="en-US" sz="1600" dirty="0">
                <a:latin typeface="Arial" charset="0"/>
              </a:rPr>
              <a:t>/room/day</a:t>
            </a:r>
          </a:p>
          <a:p>
            <a:pPr>
              <a:defRPr/>
            </a:pPr>
            <a:r>
              <a:rPr lang="en-US" sz="1600" b="1" dirty="0">
                <a:latin typeface="Arial" charset="0"/>
              </a:rPr>
              <a:t>Critical:</a:t>
            </a:r>
            <a:r>
              <a:rPr lang="en-US" sz="1600" dirty="0">
                <a:latin typeface="Arial" charset="0"/>
              </a:rPr>
              <a:t> 	Group tour with 50 guests.</a:t>
            </a:r>
          </a:p>
          <a:p>
            <a:pPr>
              <a:spcBef>
                <a:spcPct val="50000"/>
              </a:spcBef>
              <a:defRPr/>
            </a:pPr>
            <a:r>
              <a:rPr lang="en-US" sz="1600" b="1" dirty="0">
                <a:latin typeface="Arial" charset="0"/>
              </a:rPr>
              <a:t>Sub-tasks:</a:t>
            </a:r>
            <a:endParaRPr lang="en-US" sz="1600" dirty="0">
              <a:latin typeface="Arial" charset="0"/>
            </a:endParaRPr>
          </a:p>
          <a:p>
            <a:pPr>
              <a:defRPr/>
            </a:pPr>
            <a:r>
              <a:rPr lang="en-US" sz="1600" dirty="0">
                <a:latin typeface="Arial" charset="0"/>
              </a:rPr>
              <a:t>1.	Find room</a:t>
            </a:r>
          </a:p>
          <a:p>
            <a:pPr>
              <a:defRPr/>
            </a:pPr>
            <a:r>
              <a:rPr lang="en-US" sz="1600" dirty="0">
                <a:latin typeface="Arial" charset="0"/>
              </a:rPr>
              <a:t>2.	Record guest as checked in</a:t>
            </a:r>
          </a:p>
          <a:p>
            <a:pPr>
              <a:defRPr/>
            </a:pPr>
            <a:r>
              <a:rPr lang="en-US" sz="1600" dirty="0">
                <a:latin typeface="Arial" charset="0"/>
              </a:rPr>
              <a:t>3.	Deliver key</a:t>
            </a:r>
          </a:p>
          <a:p>
            <a:pPr>
              <a:spcBef>
                <a:spcPct val="50000"/>
              </a:spcBef>
              <a:defRPr/>
            </a:pPr>
            <a:r>
              <a:rPr lang="en-US" sz="1600" b="1" dirty="0">
                <a:latin typeface="Arial" charset="0"/>
              </a:rPr>
              <a:t>Variants:</a:t>
            </a:r>
            <a:endParaRPr lang="en-US" sz="1600" dirty="0">
              <a:latin typeface="Arial" charset="0"/>
            </a:endParaRPr>
          </a:p>
          <a:p>
            <a:pPr>
              <a:defRPr/>
            </a:pPr>
            <a:r>
              <a:rPr lang="en-US" sz="1600" dirty="0">
                <a:latin typeface="Arial" charset="0"/>
              </a:rPr>
              <a:t>1a.	Guest has booked in advance	</a:t>
            </a:r>
          </a:p>
          <a:p>
            <a:pPr>
              <a:defRPr/>
            </a:pPr>
            <a:r>
              <a:rPr lang="en-US" sz="1600" dirty="0">
                <a:latin typeface="Arial" charset="0"/>
              </a:rPr>
              <a:t>1b.	No suitable room</a:t>
            </a:r>
          </a:p>
          <a:p>
            <a:pPr>
              <a:defRPr/>
            </a:pPr>
            <a:r>
              <a:rPr lang="en-US" sz="1600" dirty="0">
                <a:latin typeface="Arial" charset="0"/>
              </a:rPr>
              <a:t>2a.	Guest recorded at booking</a:t>
            </a:r>
          </a:p>
          <a:p>
            <a:pPr>
              <a:defRPr/>
            </a:pPr>
            <a:r>
              <a:rPr lang="en-US" sz="1600" dirty="0">
                <a:latin typeface="Arial" charset="0"/>
              </a:rPr>
              <a:t>2b.	Regular customer</a:t>
            </a:r>
          </a:p>
        </p:txBody>
      </p:sp>
      <p:sp>
        <p:nvSpPr>
          <p:cNvPr id="112646" name="Text Box 6">
            <a:extLst>
              <a:ext uri="{FF2B5EF4-FFF2-40B4-BE49-F238E27FC236}">
                <a16:creationId xmlns:a16="http://schemas.microsoft.com/office/drawing/2014/main" id="{AB121452-E6BC-39B0-6902-789A08AC2E53}"/>
              </a:ext>
            </a:extLst>
          </p:cNvPr>
          <p:cNvSpPr txBox="1">
            <a:spLocks noChangeArrowheads="1"/>
          </p:cNvSpPr>
          <p:nvPr/>
        </p:nvSpPr>
        <p:spPr bwMode="auto">
          <a:xfrm>
            <a:off x="3657600" y="5588000"/>
            <a:ext cx="4360863" cy="914400"/>
          </a:xfrm>
          <a:prstGeom prst="rect">
            <a:avLst/>
          </a:prstGeom>
          <a:solidFill>
            <a:schemeClr val="bg1"/>
          </a:solidFill>
          <a:ln w="38100">
            <a:solidFill>
              <a:schemeClr val="tx1"/>
            </a:solidFill>
            <a:miter lim="800000"/>
            <a:headEnd/>
            <a:tailEnd/>
          </a:ln>
          <a:effectLst>
            <a:outerShdw blurRad="63500" dist="107763" dir="2700000" algn="ctr" rotWithShape="0">
              <a:srgbClr val="C0C0C0">
                <a:alpha val="74998"/>
              </a:srgbClr>
            </a:outerShdw>
          </a:effectLst>
        </p:spPr>
        <p:txBody>
          <a:bodyPr lIns="72000" tIns="72000" rIns="72000" bIns="72000">
            <a:spAutoFit/>
          </a:bodyPr>
          <a:lstStyle>
            <a:lvl1pPr defTabSz="1238250">
              <a:tabLst>
                <a:tab pos="1238250" algn="l"/>
              </a:tabLst>
              <a:defRPr sz="2400">
                <a:solidFill>
                  <a:schemeClr val="tx1"/>
                </a:solidFill>
                <a:latin typeface="Times New Roman" charset="0"/>
                <a:ea typeface="ＭＳ Ｐゴシック" charset="0"/>
              </a:defRPr>
            </a:lvl1pPr>
            <a:lvl2pPr defTabSz="1238250">
              <a:tabLst>
                <a:tab pos="1238250" algn="l"/>
              </a:tabLst>
              <a:defRPr sz="2400">
                <a:solidFill>
                  <a:schemeClr val="tx1"/>
                </a:solidFill>
                <a:latin typeface="Times New Roman" charset="0"/>
                <a:ea typeface="ＭＳ Ｐゴシック" charset="0"/>
              </a:defRPr>
            </a:lvl2pPr>
            <a:lvl3pPr defTabSz="1238250">
              <a:tabLst>
                <a:tab pos="1238250" algn="l"/>
              </a:tabLst>
              <a:defRPr sz="2400">
                <a:solidFill>
                  <a:schemeClr val="tx1"/>
                </a:solidFill>
                <a:latin typeface="Times New Roman" charset="0"/>
                <a:ea typeface="ＭＳ Ｐゴシック" charset="0"/>
              </a:defRPr>
            </a:lvl3pPr>
            <a:lvl4pPr defTabSz="1238250">
              <a:tabLst>
                <a:tab pos="1238250" algn="l"/>
              </a:tabLst>
              <a:defRPr sz="2400">
                <a:solidFill>
                  <a:schemeClr val="tx1"/>
                </a:solidFill>
                <a:latin typeface="Times New Roman" charset="0"/>
                <a:ea typeface="ＭＳ Ｐゴシック" charset="0"/>
              </a:defRPr>
            </a:lvl4pPr>
            <a:lvl5pPr defTabSz="1238250">
              <a:tabLst>
                <a:tab pos="1238250" algn="l"/>
              </a:tabLst>
              <a:defRPr sz="2400">
                <a:solidFill>
                  <a:schemeClr val="tx1"/>
                </a:solidFill>
                <a:latin typeface="Times New Roman" charset="0"/>
                <a:ea typeface="ＭＳ Ｐゴシック" charset="0"/>
              </a:defRPr>
            </a:lvl5pPr>
            <a:lvl6pPr defTabSz="1238250" eaLnBrk="0" fontAlgn="base" hangingPunct="0">
              <a:spcBef>
                <a:spcPct val="0"/>
              </a:spcBef>
              <a:spcAft>
                <a:spcPct val="0"/>
              </a:spcAft>
              <a:tabLst>
                <a:tab pos="1238250" algn="l"/>
              </a:tabLst>
              <a:defRPr sz="2400">
                <a:solidFill>
                  <a:schemeClr val="tx1"/>
                </a:solidFill>
                <a:latin typeface="Times New Roman" charset="0"/>
                <a:ea typeface="ＭＳ Ｐゴシック" charset="0"/>
              </a:defRPr>
            </a:lvl6pPr>
            <a:lvl7pPr defTabSz="1238250" eaLnBrk="0" fontAlgn="base" hangingPunct="0">
              <a:spcBef>
                <a:spcPct val="0"/>
              </a:spcBef>
              <a:spcAft>
                <a:spcPct val="0"/>
              </a:spcAft>
              <a:tabLst>
                <a:tab pos="1238250" algn="l"/>
              </a:tabLst>
              <a:defRPr sz="2400">
                <a:solidFill>
                  <a:schemeClr val="tx1"/>
                </a:solidFill>
                <a:latin typeface="Times New Roman" charset="0"/>
                <a:ea typeface="ＭＳ Ｐゴシック" charset="0"/>
              </a:defRPr>
            </a:lvl7pPr>
            <a:lvl8pPr defTabSz="1238250" eaLnBrk="0" fontAlgn="base" hangingPunct="0">
              <a:spcBef>
                <a:spcPct val="0"/>
              </a:spcBef>
              <a:spcAft>
                <a:spcPct val="0"/>
              </a:spcAft>
              <a:tabLst>
                <a:tab pos="1238250" algn="l"/>
              </a:tabLst>
              <a:defRPr sz="2400">
                <a:solidFill>
                  <a:schemeClr val="tx1"/>
                </a:solidFill>
                <a:latin typeface="Times New Roman" charset="0"/>
                <a:ea typeface="ＭＳ Ｐゴシック" charset="0"/>
              </a:defRPr>
            </a:lvl8pPr>
            <a:lvl9pPr defTabSz="1238250" eaLnBrk="0" fontAlgn="base" hangingPunct="0">
              <a:spcBef>
                <a:spcPct val="0"/>
              </a:spcBef>
              <a:spcAft>
                <a:spcPct val="0"/>
              </a:spcAft>
              <a:tabLst>
                <a:tab pos="1238250" algn="l"/>
              </a:tabLst>
              <a:defRPr sz="2400">
                <a:solidFill>
                  <a:schemeClr val="tx1"/>
                </a:solidFill>
                <a:latin typeface="Times New Roman" charset="0"/>
                <a:ea typeface="ＭＳ Ｐゴシック" charset="0"/>
              </a:defRPr>
            </a:lvl9pPr>
          </a:lstStyle>
          <a:p>
            <a:pPr>
              <a:defRPr/>
            </a:pPr>
            <a:r>
              <a:rPr lang="en-US" sz="1600" b="1">
                <a:latin typeface="Arial" charset="0"/>
              </a:rPr>
              <a:t>Task:</a:t>
            </a:r>
            <a:r>
              <a:rPr lang="en-US" sz="1600">
                <a:latin typeface="Arial" charset="0"/>
              </a:rPr>
              <a:t> 	1.3 Checkout</a:t>
            </a:r>
          </a:p>
          <a:p>
            <a:pPr>
              <a:defRPr/>
            </a:pPr>
            <a:r>
              <a:rPr lang="en-US" sz="1600" b="1">
                <a:latin typeface="Arial" charset="0"/>
              </a:rPr>
              <a:t>Purpose:</a:t>
            </a:r>
            <a:r>
              <a:rPr lang="en-US" sz="1600">
                <a:latin typeface="Arial" charset="0"/>
              </a:rPr>
              <a:t>	Release room, invoice guest.</a:t>
            </a:r>
          </a:p>
          <a:p>
            <a:pPr>
              <a:defRPr/>
            </a:pPr>
            <a:r>
              <a:rPr lang="en-US" sz="1600">
                <a:latin typeface="Arial" charset="0"/>
              </a:rPr>
              <a:t>. . .</a:t>
            </a:r>
          </a:p>
        </p:txBody>
      </p:sp>
      <p:sp>
        <p:nvSpPr>
          <p:cNvPr id="70663" name="AutoShape 7">
            <a:extLst>
              <a:ext uri="{FF2B5EF4-FFF2-40B4-BE49-F238E27FC236}">
                <a16:creationId xmlns:a16="http://schemas.microsoft.com/office/drawing/2014/main" id="{1523A037-4874-850A-A8DB-358C2AD66431}"/>
              </a:ext>
            </a:extLst>
          </p:cNvPr>
          <p:cNvSpPr>
            <a:spLocks noChangeArrowheads="1"/>
          </p:cNvSpPr>
          <p:nvPr/>
        </p:nvSpPr>
        <p:spPr bwMode="auto">
          <a:xfrm>
            <a:off x="2057400" y="4181475"/>
            <a:ext cx="1171575" cy="695325"/>
          </a:xfrm>
          <a:prstGeom prst="wedgeRoundRectCallout">
            <a:avLst>
              <a:gd name="adj1" fmla="val 108403"/>
              <a:gd name="adj2" fmla="val -83792"/>
              <a:gd name="adj3" fmla="val 16667"/>
            </a:avLst>
          </a:prstGeom>
          <a:solidFill>
            <a:schemeClr val="bg1"/>
          </a:solidFill>
          <a:ln w="28575">
            <a:solidFill>
              <a:schemeClr val="tx1"/>
            </a:solidFill>
            <a:miter lim="800000"/>
            <a:headEnd/>
            <a:tailEnd/>
          </a:ln>
        </p:spPr>
        <p:txBody>
          <a:bodyPr wrap="none" lIns="36000" tIns="36000" rIns="36000" bIns="36000" anchor="ctr">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GB" altLang="en-US" sz="1800" noProof="1">
                <a:latin typeface="Arial" panose="020B0604020202020204" pitchFamily="34" charset="0"/>
              </a:rPr>
              <a:t>Missing</a:t>
            </a:r>
          </a:p>
          <a:p>
            <a:pPr algn="ctr"/>
            <a:r>
              <a:rPr lang="en-GB" altLang="en-US" sz="1800" noProof="1">
                <a:latin typeface="Arial" panose="020B0604020202020204" pitchFamily="34" charset="0"/>
              </a:rPr>
              <a:t>sub-task?</a:t>
            </a:r>
          </a:p>
        </p:txBody>
      </p:sp>
      <p:sp>
        <p:nvSpPr>
          <p:cNvPr id="70664" name="Line 8">
            <a:extLst>
              <a:ext uri="{FF2B5EF4-FFF2-40B4-BE49-F238E27FC236}">
                <a16:creationId xmlns:a16="http://schemas.microsoft.com/office/drawing/2014/main" id="{BA50665A-5BB8-A1BE-0FE1-0D67889436FB}"/>
              </a:ext>
            </a:extLst>
          </p:cNvPr>
          <p:cNvSpPr>
            <a:spLocks noChangeShapeType="1"/>
          </p:cNvSpPr>
          <p:nvPr/>
        </p:nvSpPr>
        <p:spPr bwMode="auto">
          <a:xfrm>
            <a:off x="3962400" y="3200400"/>
            <a:ext cx="4343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0665" name="Line 9">
            <a:extLst>
              <a:ext uri="{FF2B5EF4-FFF2-40B4-BE49-F238E27FC236}">
                <a16:creationId xmlns:a16="http://schemas.microsoft.com/office/drawing/2014/main" id="{345FA59E-6CB9-7846-AE1F-4BC2DF39A757}"/>
              </a:ext>
            </a:extLst>
          </p:cNvPr>
          <p:cNvSpPr>
            <a:spLocks noChangeShapeType="1"/>
          </p:cNvSpPr>
          <p:nvPr/>
        </p:nvSpPr>
        <p:spPr bwMode="auto">
          <a:xfrm>
            <a:off x="3962400" y="4286250"/>
            <a:ext cx="4343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0666" name="Rectangle 10">
            <a:extLst>
              <a:ext uri="{FF2B5EF4-FFF2-40B4-BE49-F238E27FC236}">
                <a16:creationId xmlns:a16="http://schemas.microsoft.com/office/drawing/2014/main" id="{413798B6-39C2-898A-8CB0-6312F6A6F840}"/>
              </a:ext>
            </a:extLst>
          </p:cNvPr>
          <p:cNvSpPr>
            <a:spLocks noChangeArrowheads="1"/>
          </p:cNvSpPr>
          <p:nvPr/>
        </p:nvSpPr>
        <p:spPr bwMode="auto">
          <a:xfrm>
            <a:off x="609600" y="62484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GB" altLang="en-US" sz="1200" noProof="1">
                <a:latin typeface="Times New Roman" panose="02020603050405020304" pitchFamily="18" charset="0"/>
              </a:rPr>
              <a:t>From: Soren Lauesen: Software Requirements</a:t>
            </a:r>
          </a:p>
          <a:p>
            <a:r>
              <a:rPr lang="en-GB" altLang="en-US" sz="1200" noProof="1">
                <a:latin typeface="Times New Roman" panose="02020603050405020304" pitchFamily="18" charset="0"/>
              </a:rPr>
              <a:t>© Pearson / Addison-Wesley 2002</a:t>
            </a:r>
          </a:p>
        </p:txBody>
      </p:sp>
      <p:sp>
        <p:nvSpPr>
          <p:cNvPr id="70667" name="Slide Number Placeholder 1">
            <a:extLst>
              <a:ext uri="{FF2B5EF4-FFF2-40B4-BE49-F238E27FC236}">
                <a16:creationId xmlns:a16="http://schemas.microsoft.com/office/drawing/2014/main" id="{5404022C-25ED-1375-729D-15E6B7AA9C9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2C5E6AA5-12B2-45CA-B2ED-5B57081284AC}" type="slidenum">
              <a:rPr lang="en-AU" altLang="en-US" sz="1400" smtClean="0">
                <a:latin typeface="Times New Roman" panose="02020603050405020304" pitchFamily="18" charset="0"/>
              </a:rPr>
              <a:pPr>
                <a:spcBef>
                  <a:spcPct val="0"/>
                </a:spcBef>
                <a:buSzTx/>
                <a:buFontTx/>
                <a:buNone/>
              </a:pPr>
              <a:t>35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a:extLst>
              <a:ext uri="{FF2B5EF4-FFF2-40B4-BE49-F238E27FC236}">
                <a16:creationId xmlns:a16="http://schemas.microsoft.com/office/drawing/2014/main" id="{0566D0BE-9C26-75C4-C570-4C779BB87493}"/>
              </a:ext>
            </a:extLst>
          </p:cNvPr>
          <p:cNvSpPr txBox="1">
            <a:spLocks noChangeArrowheads="1"/>
          </p:cNvSpPr>
          <p:nvPr/>
        </p:nvSpPr>
        <p:spPr bwMode="auto">
          <a:xfrm>
            <a:off x="685800" y="1762125"/>
            <a:ext cx="3892550" cy="36576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72000" tIns="72000" rIns="72000" bIns="72000"/>
          <a:lstStyle>
            <a:lvl1pPr>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9pPr>
          </a:lstStyle>
          <a:p>
            <a:pPr>
              <a:spcAft>
                <a:spcPct val="30000"/>
              </a:spcAft>
            </a:pPr>
            <a:r>
              <a:rPr lang="en-AU" altLang="en-US" sz="1800" b="1">
                <a:latin typeface="Arial" panose="020B0604020202020204" pitchFamily="34" charset="0"/>
              </a:rPr>
              <a:t>Sub-tasks:</a:t>
            </a:r>
            <a:endParaRPr lang="en-AU" altLang="en-US" sz="1800">
              <a:latin typeface="Arial" panose="020B0604020202020204" pitchFamily="34" charset="0"/>
            </a:endParaRPr>
          </a:p>
          <a:p>
            <a:r>
              <a:rPr lang="en-AU" altLang="en-US" sz="1800">
                <a:latin typeface="Arial" panose="020B0604020202020204" pitchFamily="34" charset="0"/>
              </a:rPr>
              <a:t>1.	Find room.</a:t>
            </a:r>
          </a:p>
          <a:p>
            <a:pPr>
              <a:spcAft>
                <a:spcPct val="30000"/>
              </a:spcAft>
            </a:pPr>
            <a:r>
              <a:rPr lang="en-AU" altLang="en-US" sz="1800" b="1">
                <a:latin typeface="Arial" panose="020B0604020202020204" pitchFamily="34" charset="0"/>
              </a:rPr>
              <a:t>Problem:</a:t>
            </a:r>
            <a:r>
              <a:rPr lang="en-AU" altLang="en-US" sz="1800">
                <a:latin typeface="Arial" panose="020B0604020202020204" pitchFamily="34" charset="0"/>
              </a:rPr>
              <a:t> Guest wants neighbour rooms; price bargain.</a:t>
            </a:r>
          </a:p>
          <a:p>
            <a:pPr>
              <a:spcAft>
                <a:spcPct val="30000"/>
              </a:spcAft>
            </a:pPr>
            <a:r>
              <a:rPr lang="en-AU" altLang="en-US" sz="1800">
                <a:latin typeface="Arial" panose="020B0604020202020204" pitchFamily="34" charset="0"/>
              </a:rPr>
              <a:t>2.	Record guest as checked in.</a:t>
            </a:r>
          </a:p>
          <a:p>
            <a:r>
              <a:rPr lang="en-AU" altLang="en-US" sz="1800">
                <a:latin typeface="Arial" panose="020B0604020202020204" pitchFamily="34" charset="0"/>
              </a:rPr>
              <a:t>3.	Deliver key.</a:t>
            </a:r>
            <a:endParaRPr lang="en-AU" altLang="en-US" sz="1800" u="sng">
              <a:latin typeface="Arial" panose="020B0604020202020204" pitchFamily="34" charset="0"/>
            </a:endParaRPr>
          </a:p>
          <a:p>
            <a:pPr>
              <a:spcAft>
                <a:spcPct val="30000"/>
              </a:spcAft>
            </a:pPr>
            <a:r>
              <a:rPr lang="en-AU" altLang="en-US" sz="1800" b="1">
                <a:latin typeface="Arial" panose="020B0604020202020204" pitchFamily="34" charset="0"/>
              </a:rPr>
              <a:t>Problem:</a:t>
            </a:r>
            <a:r>
              <a:rPr lang="en-AU" altLang="en-US" sz="1800">
                <a:latin typeface="Arial" panose="020B0604020202020204" pitchFamily="34" charset="0"/>
              </a:rPr>
              <a:t> Guest forgets to return the key; guest wants two keys.</a:t>
            </a:r>
          </a:p>
          <a:p>
            <a:pPr>
              <a:spcAft>
                <a:spcPct val="30000"/>
              </a:spcAft>
            </a:pPr>
            <a:r>
              <a:rPr lang="en-AU" altLang="en-US" sz="1800" b="1">
                <a:latin typeface="Arial" panose="020B0604020202020204" pitchFamily="34" charset="0"/>
              </a:rPr>
              <a:t>Variants:</a:t>
            </a:r>
            <a:endParaRPr lang="en-AU" altLang="en-US" sz="1800">
              <a:latin typeface="Arial" panose="020B0604020202020204" pitchFamily="34" charset="0"/>
            </a:endParaRPr>
          </a:p>
          <a:p>
            <a:r>
              <a:rPr lang="en-AU" altLang="en-US" sz="1800">
                <a:latin typeface="Arial" panose="020B0604020202020204" pitchFamily="34" charset="0"/>
              </a:rPr>
              <a:t>1a.	Guest has booked in advance.</a:t>
            </a:r>
            <a:endParaRPr lang="en-AU" altLang="en-US" sz="1800" u="sng">
              <a:latin typeface="Arial" panose="020B0604020202020204" pitchFamily="34" charset="0"/>
            </a:endParaRPr>
          </a:p>
          <a:p>
            <a:r>
              <a:rPr lang="en-AU" altLang="en-US" sz="1800" b="1">
                <a:latin typeface="Arial" panose="020B0604020202020204" pitchFamily="34" charset="0"/>
              </a:rPr>
              <a:t>Problem:</a:t>
            </a:r>
            <a:r>
              <a:rPr lang="en-AU" altLang="en-US" sz="1800">
                <a:latin typeface="Arial" panose="020B0604020202020204" pitchFamily="34" charset="0"/>
              </a:rPr>
              <a:t> Guest identification fuzzy.</a:t>
            </a:r>
          </a:p>
        </p:txBody>
      </p:sp>
      <p:sp>
        <p:nvSpPr>
          <p:cNvPr id="72707" name="Text Box 3">
            <a:extLst>
              <a:ext uri="{FF2B5EF4-FFF2-40B4-BE49-F238E27FC236}">
                <a16:creationId xmlns:a16="http://schemas.microsoft.com/office/drawing/2014/main" id="{04EDC143-BB77-C7B4-4ED9-892241C9A074}"/>
              </a:ext>
            </a:extLst>
          </p:cNvPr>
          <p:cNvSpPr txBox="1">
            <a:spLocks noChangeArrowheads="1"/>
          </p:cNvSpPr>
          <p:nvPr/>
        </p:nvSpPr>
        <p:spPr bwMode="auto">
          <a:xfrm>
            <a:off x="4572000" y="1762125"/>
            <a:ext cx="3959225" cy="36576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72000" tIns="72000" rIns="72000" bIns="72000"/>
          <a:lstStyle>
            <a:lvl1pPr>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9pPr>
          </a:lstStyle>
          <a:p>
            <a:pPr>
              <a:spcAft>
                <a:spcPct val="30000"/>
              </a:spcAft>
            </a:pPr>
            <a:r>
              <a:rPr lang="en-US" altLang="en-US" sz="1800" b="1">
                <a:latin typeface="Arial" panose="020B0604020202020204" pitchFamily="34" charset="0"/>
              </a:rPr>
              <a:t>Example solution:</a:t>
            </a:r>
            <a:endParaRPr lang="en-US" altLang="en-US" sz="1800">
              <a:latin typeface="Arial" panose="020B0604020202020204" pitchFamily="34" charset="0"/>
            </a:endParaRPr>
          </a:p>
          <a:p>
            <a:pPr>
              <a:spcAft>
                <a:spcPct val="30000"/>
              </a:spcAft>
            </a:pPr>
            <a:r>
              <a:rPr lang="en-US" altLang="en-US" sz="1800">
                <a:latin typeface="Arial" panose="020B0604020202020204" pitchFamily="34" charset="0"/>
              </a:rPr>
              <a:t>System shows free rooms on floor maps. System shows bargain prices, time and day dependent.</a:t>
            </a:r>
          </a:p>
          <a:p>
            <a:pPr>
              <a:spcAft>
                <a:spcPct val="30000"/>
              </a:spcAft>
            </a:pPr>
            <a:r>
              <a:rPr lang="en-US" altLang="en-US" sz="1800">
                <a:latin typeface="Arial" panose="020B0604020202020204" pitchFamily="34" charset="0"/>
              </a:rPr>
              <a:t>(Standard data entry)</a:t>
            </a:r>
          </a:p>
          <a:p>
            <a:r>
              <a:rPr lang="en-US" altLang="en-US" sz="1800">
                <a:latin typeface="Arial" panose="020B0604020202020204" pitchFamily="34" charset="0"/>
              </a:rPr>
              <a:t>System prints electronic keys. New key for each customer.</a:t>
            </a:r>
          </a:p>
          <a:p>
            <a:pPr>
              <a:spcAft>
                <a:spcPct val="30000"/>
              </a:spcAft>
            </a:pPr>
            <a:endParaRPr lang="en-US" altLang="en-US" sz="1800">
              <a:latin typeface="Arial" panose="020B0604020202020204" pitchFamily="34" charset="0"/>
            </a:endParaRPr>
          </a:p>
          <a:p>
            <a:pPr>
              <a:spcAft>
                <a:spcPct val="30000"/>
              </a:spcAft>
            </a:pPr>
            <a:endParaRPr lang="en-US" altLang="en-US" sz="1800">
              <a:latin typeface="Arial" panose="020B0604020202020204" pitchFamily="34" charset="0"/>
            </a:endParaRPr>
          </a:p>
          <a:p>
            <a:r>
              <a:rPr lang="en-US" altLang="en-US" sz="1800">
                <a:latin typeface="Arial" panose="020B0604020202020204" pitchFamily="34" charset="0"/>
              </a:rPr>
              <a:t>System uses closest match algorithm.</a:t>
            </a:r>
          </a:p>
          <a:p>
            <a:pPr>
              <a:spcAft>
                <a:spcPct val="20000"/>
              </a:spcAft>
            </a:pPr>
            <a:endParaRPr lang="en-US" altLang="en-US" sz="1800">
              <a:latin typeface="Arial" panose="020B0604020202020204" pitchFamily="34" charset="0"/>
            </a:endParaRPr>
          </a:p>
        </p:txBody>
      </p:sp>
      <p:sp>
        <p:nvSpPr>
          <p:cNvPr id="72708" name="Text Box 4">
            <a:extLst>
              <a:ext uri="{FF2B5EF4-FFF2-40B4-BE49-F238E27FC236}">
                <a16:creationId xmlns:a16="http://schemas.microsoft.com/office/drawing/2014/main" id="{3F1D427A-ADB1-FB52-EA40-FA9F84D0B359}"/>
              </a:ext>
            </a:extLst>
          </p:cNvPr>
          <p:cNvSpPr txBox="1">
            <a:spLocks noChangeArrowheads="1"/>
          </p:cNvSpPr>
          <p:nvPr/>
        </p:nvSpPr>
        <p:spPr bwMode="auto">
          <a:xfrm>
            <a:off x="609600" y="76200"/>
            <a:ext cx="60039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3200" b="1"/>
              <a:t>Tasks &amp; Support</a:t>
            </a:r>
            <a:endParaRPr lang="en-US" altLang="en-US" sz="3200">
              <a:latin typeface="Arial" panose="020B0604020202020204" pitchFamily="34" charset="0"/>
            </a:endParaRPr>
          </a:p>
        </p:txBody>
      </p:sp>
      <p:sp>
        <p:nvSpPr>
          <p:cNvPr id="72709" name="Text Box 5">
            <a:extLst>
              <a:ext uri="{FF2B5EF4-FFF2-40B4-BE49-F238E27FC236}">
                <a16:creationId xmlns:a16="http://schemas.microsoft.com/office/drawing/2014/main" id="{64AF2FF9-CA52-28FE-FA48-BC42CE5E0127}"/>
              </a:ext>
            </a:extLst>
          </p:cNvPr>
          <p:cNvSpPr txBox="1">
            <a:spLocks noChangeArrowheads="1"/>
          </p:cNvSpPr>
          <p:nvPr/>
        </p:nvSpPr>
        <p:spPr bwMode="auto">
          <a:xfrm>
            <a:off x="685800" y="762000"/>
            <a:ext cx="7848600" cy="995363"/>
          </a:xfrm>
          <a:prstGeom prst="rect">
            <a:avLst/>
          </a:prstGeom>
          <a:solidFill>
            <a:schemeClr val="bg1"/>
          </a:solidFill>
          <a:ln w="28575">
            <a:solidFill>
              <a:schemeClr val="tx1"/>
            </a:solidFill>
            <a:miter lim="800000"/>
            <a:headEnd/>
            <a:tailEnd/>
          </a:ln>
        </p:spPr>
        <p:txBody>
          <a:bodyPr lIns="72000" tIns="72000" rIns="72000" bIns="72000">
            <a:spAutoFit/>
          </a:bodyPr>
          <a:lstStyle>
            <a:lvl1pPr>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latin typeface="Arial" panose="020B0604020202020204" pitchFamily="34" charset="0"/>
              </a:rPr>
              <a:t>Task:</a:t>
            </a:r>
            <a:r>
              <a:rPr lang="en-US" altLang="en-US" sz="1800">
                <a:latin typeface="Arial" panose="020B0604020202020204" pitchFamily="34" charset="0"/>
              </a:rPr>
              <a:t>	1.2 Checkin</a:t>
            </a:r>
          </a:p>
          <a:p>
            <a:r>
              <a:rPr lang="en-US" altLang="en-US" sz="1800">
                <a:latin typeface="Arial" panose="020B0604020202020204" pitchFamily="34" charset="0"/>
              </a:rPr>
              <a:t>Purpose:	Give guest a room. Mark it . . .</a:t>
            </a:r>
          </a:p>
          <a:p>
            <a:r>
              <a:rPr lang="en-US" altLang="en-US" sz="1800">
                <a:latin typeface="Arial" panose="020B0604020202020204" pitchFamily="34" charset="0"/>
              </a:rPr>
              <a:t>Frequency:	 . . .</a:t>
            </a:r>
          </a:p>
        </p:txBody>
      </p:sp>
      <p:sp>
        <p:nvSpPr>
          <p:cNvPr id="72710" name="Rectangle 6">
            <a:extLst>
              <a:ext uri="{FF2B5EF4-FFF2-40B4-BE49-F238E27FC236}">
                <a16:creationId xmlns:a16="http://schemas.microsoft.com/office/drawing/2014/main" id="{BA1EC685-B61D-A202-3DA6-514FE3535B60}"/>
              </a:ext>
            </a:extLst>
          </p:cNvPr>
          <p:cNvSpPr>
            <a:spLocks noChangeArrowheads="1"/>
          </p:cNvSpPr>
          <p:nvPr/>
        </p:nvSpPr>
        <p:spPr bwMode="auto">
          <a:xfrm>
            <a:off x="685800" y="771525"/>
            <a:ext cx="7848600" cy="46482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sp>
        <p:nvSpPr>
          <p:cNvPr id="72711" name="Line 7">
            <a:extLst>
              <a:ext uri="{FF2B5EF4-FFF2-40B4-BE49-F238E27FC236}">
                <a16:creationId xmlns:a16="http://schemas.microsoft.com/office/drawing/2014/main" id="{2273D45C-7108-6834-E31B-64898530F3D4}"/>
              </a:ext>
            </a:extLst>
          </p:cNvPr>
          <p:cNvSpPr>
            <a:spLocks noChangeShapeType="1"/>
          </p:cNvSpPr>
          <p:nvPr/>
        </p:nvSpPr>
        <p:spPr bwMode="auto">
          <a:xfrm>
            <a:off x="685800" y="2155825"/>
            <a:ext cx="7848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2712" name="Line 8">
            <a:extLst>
              <a:ext uri="{FF2B5EF4-FFF2-40B4-BE49-F238E27FC236}">
                <a16:creationId xmlns:a16="http://schemas.microsoft.com/office/drawing/2014/main" id="{EB9B5366-23E7-6D95-E7D5-5BC369FB6ADB}"/>
              </a:ext>
            </a:extLst>
          </p:cNvPr>
          <p:cNvSpPr>
            <a:spLocks noChangeShapeType="1"/>
          </p:cNvSpPr>
          <p:nvPr/>
        </p:nvSpPr>
        <p:spPr bwMode="auto">
          <a:xfrm>
            <a:off x="685800" y="3057525"/>
            <a:ext cx="7848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2713" name="Line 9">
            <a:extLst>
              <a:ext uri="{FF2B5EF4-FFF2-40B4-BE49-F238E27FC236}">
                <a16:creationId xmlns:a16="http://schemas.microsoft.com/office/drawing/2014/main" id="{5E20E768-6FA7-F18F-7A87-3BE9A03D0A07}"/>
              </a:ext>
            </a:extLst>
          </p:cNvPr>
          <p:cNvSpPr>
            <a:spLocks noChangeShapeType="1"/>
          </p:cNvSpPr>
          <p:nvPr/>
        </p:nvSpPr>
        <p:spPr bwMode="auto">
          <a:xfrm>
            <a:off x="685800" y="3438525"/>
            <a:ext cx="7848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2714" name="Line 10">
            <a:extLst>
              <a:ext uri="{FF2B5EF4-FFF2-40B4-BE49-F238E27FC236}">
                <a16:creationId xmlns:a16="http://schemas.microsoft.com/office/drawing/2014/main" id="{1AD895AB-0DAE-66D5-EA7B-FBFD4C4104FA}"/>
              </a:ext>
            </a:extLst>
          </p:cNvPr>
          <p:cNvSpPr>
            <a:spLocks noChangeShapeType="1"/>
          </p:cNvSpPr>
          <p:nvPr/>
        </p:nvSpPr>
        <p:spPr bwMode="auto">
          <a:xfrm>
            <a:off x="685800" y="4352925"/>
            <a:ext cx="7848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2715" name="Line 11">
            <a:extLst>
              <a:ext uri="{FF2B5EF4-FFF2-40B4-BE49-F238E27FC236}">
                <a16:creationId xmlns:a16="http://schemas.microsoft.com/office/drawing/2014/main" id="{8CDB398A-F335-1266-788E-F6C0F133230D}"/>
              </a:ext>
            </a:extLst>
          </p:cNvPr>
          <p:cNvSpPr>
            <a:spLocks noChangeShapeType="1"/>
          </p:cNvSpPr>
          <p:nvPr/>
        </p:nvSpPr>
        <p:spPr bwMode="auto">
          <a:xfrm>
            <a:off x="685800" y="4670425"/>
            <a:ext cx="3886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2716" name="AutoShape 12">
            <a:extLst>
              <a:ext uri="{FF2B5EF4-FFF2-40B4-BE49-F238E27FC236}">
                <a16:creationId xmlns:a16="http://schemas.microsoft.com/office/drawing/2014/main" id="{3AD6AD42-C5F0-6932-C4EF-27ED0D3D6AC0}"/>
              </a:ext>
            </a:extLst>
          </p:cNvPr>
          <p:cNvSpPr>
            <a:spLocks noChangeArrowheads="1"/>
          </p:cNvSpPr>
          <p:nvPr/>
        </p:nvSpPr>
        <p:spPr bwMode="auto">
          <a:xfrm>
            <a:off x="5105400" y="5567363"/>
            <a:ext cx="1828800" cy="695325"/>
          </a:xfrm>
          <a:prstGeom prst="wedgeRoundRectCallout">
            <a:avLst>
              <a:gd name="adj1" fmla="val 9028"/>
              <a:gd name="adj2" fmla="val -109588"/>
              <a:gd name="adj3" fmla="val 16667"/>
            </a:avLst>
          </a:prstGeom>
          <a:solidFill>
            <a:schemeClr val="bg1"/>
          </a:solidFill>
          <a:ln w="28575">
            <a:solidFill>
              <a:schemeClr val="tx1"/>
            </a:solidFill>
            <a:miter lim="800000"/>
            <a:headEnd/>
            <a:tailEnd/>
          </a:ln>
        </p:spPr>
        <p:txBody>
          <a:bodyPr lIns="36000" tIns="36000" rIns="36000" bIns="36000" anchor="ctr">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GB" altLang="en-US" sz="1800" noProof="1">
                <a:latin typeface="Arial" panose="020B0604020202020204" pitchFamily="34" charset="0"/>
              </a:rPr>
              <a:t>Future:</a:t>
            </a:r>
          </a:p>
          <a:p>
            <a:pPr algn="ctr"/>
            <a:r>
              <a:rPr lang="en-GB" altLang="en-US" sz="1800" noProof="1">
                <a:latin typeface="Arial" panose="020B0604020202020204" pitchFamily="34" charset="0"/>
              </a:rPr>
              <a:t>Computer part</a:t>
            </a:r>
          </a:p>
        </p:txBody>
      </p:sp>
      <p:sp>
        <p:nvSpPr>
          <p:cNvPr id="72717" name="AutoShape 13">
            <a:extLst>
              <a:ext uri="{FF2B5EF4-FFF2-40B4-BE49-F238E27FC236}">
                <a16:creationId xmlns:a16="http://schemas.microsoft.com/office/drawing/2014/main" id="{3DE4366F-C145-E2FF-C402-A34F7FD5AB3F}"/>
              </a:ext>
            </a:extLst>
          </p:cNvPr>
          <p:cNvSpPr>
            <a:spLocks noChangeArrowheads="1"/>
          </p:cNvSpPr>
          <p:nvPr/>
        </p:nvSpPr>
        <p:spPr bwMode="auto">
          <a:xfrm>
            <a:off x="1071563" y="5567363"/>
            <a:ext cx="1146175" cy="695325"/>
          </a:xfrm>
          <a:prstGeom prst="wedgeRoundRectCallout">
            <a:avLst>
              <a:gd name="adj1" fmla="val 14685"/>
              <a:gd name="adj2" fmla="val -94819"/>
              <a:gd name="adj3" fmla="val 16667"/>
            </a:avLst>
          </a:prstGeom>
          <a:solidFill>
            <a:schemeClr val="bg1"/>
          </a:solidFill>
          <a:ln w="28575">
            <a:solidFill>
              <a:schemeClr val="tx1"/>
            </a:solidFill>
            <a:miter lim="800000"/>
            <a:headEnd/>
            <a:tailEnd/>
          </a:ln>
        </p:spPr>
        <p:txBody>
          <a:bodyPr wrap="none" lIns="36000" tIns="36000" rIns="36000" bIns="36000" anchor="ctr">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GB" altLang="en-US" sz="1800" noProof="1">
                <a:latin typeface="Arial" panose="020B0604020202020204" pitchFamily="34" charset="0"/>
              </a:rPr>
              <a:t>Past: </a:t>
            </a:r>
          </a:p>
          <a:p>
            <a:pPr algn="ctr"/>
            <a:r>
              <a:rPr lang="en-GB" altLang="en-US" sz="1800" noProof="1">
                <a:latin typeface="Arial" panose="020B0604020202020204" pitchFamily="34" charset="0"/>
              </a:rPr>
              <a:t>Problems</a:t>
            </a:r>
          </a:p>
        </p:txBody>
      </p:sp>
      <p:sp>
        <p:nvSpPr>
          <p:cNvPr id="72718" name="AutoShape 14">
            <a:extLst>
              <a:ext uri="{FF2B5EF4-FFF2-40B4-BE49-F238E27FC236}">
                <a16:creationId xmlns:a16="http://schemas.microsoft.com/office/drawing/2014/main" id="{A0F9F129-55E2-BAC0-A3D0-5E40AB77657F}"/>
              </a:ext>
            </a:extLst>
          </p:cNvPr>
          <p:cNvSpPr>
            <a:spLocks noChangeArrowheads="1"/>
          </p:cNvSpPr>
          <p:nvPr/>
        </p:nvSpPr>
        <p:spPr bwMode="auto">
          <a:xfrm>
            <a:off x="3867150" y="5986463"/>
            <a:ext cx="952500" cy="695325"/>
          </a:xfrm>
          <a:prstGeom prst="wedgeRoundRectCallout">
            <a:avLst>
              <a:gd name="adj1" fmla="val -90000"/>
              <a:gd name="adj2" fmla="val -133333"/>
              <a:gd name="adj3" fmla="val 16667"/>
            </a:avLst>
          </a:prstGeom>
          <a:solidFill>
            <a:schemeClr val="bg1"/>
          </a:solidFill>
          <a:ln w="28575">
            <a:solidFill>
              <a:schemeClr val="tx1"/>
            </a:solidFill>
            <a:miter lim="800000"/>
            <a:headEnd/>
            <a:tailEnd/>
          </a:ln>
        </p:spPr>
        <p:txBody>
          <a:bodyPr wrap="none" lIns="36000" tIns="36000" rIns="36000" bIns="36000" anchor="ctr">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GB" altLang="en-US" sz="1800" noProof="1">
                <a:latin typeface="Arial" panose="020B0604020202020204" pitchFamily="34" charset="0"/>
              </a:rPr>
              <a:t>Domain</a:t>
            </a:r>
          </a:p>
          <a:p>
            <a:pPr algn="ctr"/>
            <a:r>
              <a:rPr lang="en-GB" altLang="en-US" sz="1800" noProof="1">
                <a:latin typeface="Arial" panose="020B0604020202020204" pitchFamily="34" charset="0"/>
              </a:rPr>
              <a:t>level</a:t>
            </a:r>
          </a:p>
        </p:txBody>
      </p:sp>
      <p:sp>
        <p:nvSpPr>
          <p:cNvPr id="72719" name="Rectangle 15">
            <a:extLst>
              <a:ext uri="{FF2B5EF4-FFF2-40B4-BE49-F238E27FC236}">
                <a16:creationId xmlns:a16="http://schemas.microsoft.com/office/drawing/2014/main" id="{06A9A052-7318-A38A-0845-D8C506F900DB}"/>
              </a:ext>
            </a:extLst>
          </p:cNvPr>
          <p:cNvSpPr>
            <a:spLocks noChangeArrowheads="1"/>
          </p:cNvSpPr>
          <p:nvPr/>
        </p:nvSpPr>
        <p:spPr bwMode="auto">
          <a:xfrm>
            <a:off x="3733800" y="6477000"/>
            <a:ext cx="533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sz="1200">
              <a:latin typeface="Times New Roman" panose="02020603050405020304" pitchFamily="18" charset="0"/>
            </a:endParaRPr>
          </a:p>
        </p:txBody>
      </p:sp>
      <p:sp>
        <p:nvSpPr>
          <p:cNvPr id="72720" name="Rectangle 16">
            <a:extLst>
              <a:ext uri="{FF2B5EF4-FFF2-40B4-BE49-F238E27FC236}">
                <a16:creationId xmlns:a16="http://schemas.microsoft.com/office/drawing/2014/main" id="{04603BB5-8C27-2095-7D94-4228840DFC55}"/>
              </a:ext>
            </a:extLst>
          </p:cNvPr>
          <p:cNvSpPr>
            <a:spLocks noChangeArrowheads="1"/>
          </p:cNvSpPr>
          <p:nvPr/>
        </p:nvSpPr>
        <p:spPr bwMode="auto">
          <a:xfrm>
            <a:off x="762000" y="6400800"/>
            <a:ext cx="815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GB" altLang="en-US" sz="1200" noProof="1">
                <a:latin typeface="Times New Roman" panose="02020603050405020304" pitchFamily="18" charset="0"/>
              </a:rPr>
              <a:t>From: Soren Lauesen: Software Requirements © Pearson / Addison-Wesley 2002</a:t>
            </a:r>
          </a:p>
        </p:txBody>
      </p:sp>
      <p:sp>
        <p:nvSpPr>
          <p:cNvPr id="72721" name="Slide Number Placeholder 1">
            <a:extLst>
              <a:ext uri="{FF2B5EF4-FFF2-40B4-BE49-F238E27FC236}">
                <a16:creationId xmlns:a16="http://schemas.microsoft.com/office/drawing/2014/main" id="{9E82C243-2C3E-E2E9-1EDD-88213E1B5BD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49C5D730-2355-417B-80EC-731BD6AAFBE3}" type="slidenum">
              <a:rPr lang="en-AU" altLang="en-US" sz="1400" smtClean="0">
                <a:latin typeface="Times New Roman" panose="02020603050405020304" pitchFamily="18" charset="0"/>
              </a:rPr>
              <a:pPr>
                <a:spcBef>
                  <a:spcPct val="0"/>
                </a:spcBef>
                <a:buSzTx/>
                <a:buFontTx/>
                <a:buNone/>
              </a:pPr>
              <a:t>36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C32EB79D-8455-1D32-E5EB-B432B7A9DE42}"/>
              </a:ext>
            </a:extLst>
          </p:cNvPr>
          <p:cNvSpPr>
            <a:spLocks noChangeArrowheads="1"/>
          </p:cNvSpPr>
          <p:nvPr/>
        </p:nvSpPr>
        <p:spPr bwMode="auto">
          <a:xfrm>
            <a:off x="3406775" y="684213"/>
            <a:ext cx="1763713" cy="29083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sp>
        <p:nvSpPr>
          <p:cNvPr id="74755" name="Rectangle 3">
            <a:extLst>
              <a:ext uri="{FF2B5EF4-FFF2-40B4-BE49-F238E27FC236}">
                <a16:creationId xmlns:a16="http://schemas.microsoft.com/office/drawing/2014/main" id="{D0B1B74B-DBA5-58FC-7C2D-6BBD08841436}"/>
              </a:ext>
            </a:extLst>
          </p:cNvPr>
          <p:cNvSpPr>
            <a:spLocks noChangeArrowheads="1"/>
          </p:cNvSpPr>
          <p:nvPr/>
        </p:nvSpPr>
        <p:spPr bwMode="auto">
          <a:xfrm>
            <a:off x="5557838" y="4610100"/>
            <a:ext cx="1763712" cy="14795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sp>
        <p:nvSpPr>
          <p:cNvPr id="74756" name="Text Box 4">
            <a:extLst>
              <a:ext uri="{FF2B5EF4-FFF2-40B4-BE49-F238E27FC236}">
                <a16:creationId xmlns:a16="http://schemas.microsoft.com/office/drawing/2014/main" id="{BCBEA9BF-2CE1-B939-86CB-CAA51A81C927}"/>
              </a:ext>
            </a:extLst>
          </p:cNvPr>
          <p:cNvSpPr txBox="1">
            <a:spLocks noChangeArrowheads="1"/>
          </p:cNvSpPr>
          <p:nvPr/>
        </p:nvSpPr>
        <p:spPr bwMode="auto">
          <a:xfrm>
            <a:off x="609600" y="76200"/>
            <a:ext cx="60039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3200" b="1"/>
              <a:t>Use Cases vs. User Tasks</a:t>
            </a:r>
            <a:endParaRPr lang="en-US" altLang="en-US" sz="3200"/>
          </a:p>
        </p:txBody>
      </p:sp>
      <p:sp>
        <p:nvSpPr>
          <p:cNvPr id="74757" name="Text Box 5">
            <a:extLst>
              <a:ext uri="{FF2B5EF4-FFF2-40B4-BE49-F238E27FC236}">
                <a16:creationId xmlns:a16="http://schemas.microsoft.com/office/drawing/2014/main" id="{BA517C17-1463-8D8F-5676-E61B9DBADAD3}"/>
              </a:ext>
            </a:extLst>
          </p:cNvPr>
          <p:cNvSpPr txBox="1">
            <a:spLocks noChangeArrowheads="1"/>
          </p:cNvSpPr>
          <p:nvPr/>
        </p:nvSpPr>
        <p:spPr bwMode="auto">
          <a:xfrm>
            <a:off x="3582988" y="792163"/>
            <a:ext cx="139382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Hotel system</a:t>
            </a:r>
          </a:p>
        </p:txBody>
      </p:sp>
      <p:sp>
        <p:nvSpPr>
          <p:cNvPr id="74758" name="Oval 6">
            <a:extLst>
              <a:ext uri="{FF2B5EF4-FFF2-40B4-BE49-F238E27FC236}">
                <a16:creationId xmlns:a16="http://schemas.microsoft.com/office/drawing/2014/main" id="{46BABEF8-4BDA-2AB1-2D76-038CF67320B6}"/>
              </a:ext>
            </a:extLst>
          </p:cNvPr>
          <p:cNvSpPr>
            <a:spLocks noChangeArrowheads="1"/>
          </p:cNvSpPr>
          <p:nvPr/>
        </p:nvSpPr>
        <p:spPr bwMode="auto">
          <a:xfrm>
            <a:off x="3662363" y="1295400"/>
            <a:ext cx="1196975" cy="41751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Booking</a:t>
            </a:r>
          </a:p>
        </p:txBody>
      </p:sp>
      <p:sp>
        <p:nvSpPr>
          <p:cNvPr id="74759" name="Oval 7">
            <a:extLst>
              <a:ext uri="{FF2B5EF4-FFF2-40B4-BE49-F238E27FC236}">
                <a16:creationId xmlns:a16="http://schemas.microsoft.com/office/drawing/2014/main" id="{847AF727-523E-1CCD-A7D8-D9C805CC2808}"/>
              </a:ext>
            </a:extLst>
          </p:cNvPr>
          <p:cNvSpPr>
            <a:spLocks noChangeArrowheads="1"/>
          </p:cNvSpPr>
          <p:nvPr/>
        </p:nvSpPr>
        <p:spPr bwMode="auto">
          <a:xfrm>
            <a:off x="3675063" y="1828800"/>
            <a:ext cx="1196975" cy="41751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Checkin</a:t>
            </a:r>
          </a:p>
        </p:txBody>
      </p:sp>
      <p:sp>
        <p:nvSpPr>
          <p:cNvPr id="74760" name="Oval 8">
            <a:extLst>
              <a:ext uri="{FF2B5EF4-FFF2-40B4-BE49-F238E27FC236}">
                <a16:creationId xmlns:a16="http://schemas.microsoft.com/office/drawing/2014/main" id="{F45F6ECF-6CB7-1A02-549B-F8CE3D36729D}"/>
              </a:ext>
            </a:extLst>
          </p:cNvPr>
          <p:cNvSpPr>
            <a:spLocks noChangeArrowheads="1"/>
          </p:cNvSpPr>
          <p:nvPr/>
        </p:nvSpPr>
        <p:spPr bwMode="auto">
          <a:xfrm>
            <a:off x="3570288" y="2362200"/>
            <a:ext cx="1393825" cy="41751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Checkout</a:t>
            </a:r>
          </a:p>
        </p:txBody>
      </p:sp>
      <p:grpSp>
        <p:nvGrpSpPr>
          <p:cNvPr id="74761" name="Group 9">
            <a:extLst>
              <a:ext uri="{FF2B5EF4-FFF2-40B4-BE49-F238E27FC236}">
                <a16:creationId xmlns:a16="http://schemas.microsoft.com/office/drawing/2014/main" id="{523DD432-7634-45D8-A4EF-CC15A0B8E965}"/>
              </a:ext>
            </a:extLst>
          </p:cNvPr>
          <p:cNvGrpSpPr>
            <a:grpSpLocks/>
          </p:cNvGrpSpPr>
          <p:nvPr/>
        </p:nvGrpSpPr>
        <p:grpSpPr bwMode="auto">
          <a:xfrm>
            <a:off x="2135188" y="1600200"/>
            <a:ext cx="280987" cy="590550"/>
            <a:chOff x="1449" y="2649"/>
            <a:chExt cx="177" cy="372"/>
          </a:xfrm>
        </p:grpSpPr>
        <p:sp>
          <p:nvSpPr>
            <p:cNvPr id="74804" name="Line 10">
              <a:extLst>
                <a:ext uri="{FF2B5EF4-FFF2-40B4-BE49-F238E27FC236}">
                  <a16:creationId xmlns:a16="http://schemas.microsoft.com/office/drawing/2014/main" id="{F400A778-2F62-6BE8-3227-115AE060249A}"/>
                </a:ext>
              </a:extLst>
            </p:cNvPr>
            <p:cNvSpPr>
              <a:spLocks noChangeShapeType="1"/>
            </p:cNvSpPr>
            <p:nvPr/>
          </p:nvSpPr>
          <p:spPr bwMode="auto">
            <a:xfrm>
              <a:off x="1449" y="2791"/>
              <a:ext cx="17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36000" tIns="36000" rIns="36000" bIns="36000" anchor="ctr">
              <a:spAutoFit/>
            </a:bodyPr>
            <a:lstStyle/>
            <a:p>
              <a:endParaRPr lang="en-GB"/>
            </a:p>
          </p:txBody>
        </p:sp>
        <p:sp>
          <p:nvSpPr>
            <p:cNvPr id="74805" name="Line 11">
              <a:extLst>
                <a:ext uri="{FF2B5EF4-FFF2-40B4-BE49-F238E27FC236}">
                  <a16:creationId xmlns:a16="http://schemas.microsoft.com/office/drawing/2014/main" id="{9256EFD9-AB84-CD7E-308E-0B4BC66F0F0E}"/>
                </a:ext>
              </a:extLst>
            </p:cNvPr>
            <p:cNvSpPr>
              <a:spLocks noChangeShapeType="1"/>
            </p:cNvSpPr>
            <p:nvPr/>
          </p:nvSpPr>
          <p:spPr bwMode="auto">
            <a:xfrm>
              <a:off x="1538" y="2736"/>
              <a:ext cx="0" cy="18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36000" tIns="36000" rIns="36000" bIns="36000" anchor="ctr">
              <a:spAutoFit/>
            </a:bodyPr>
            <a:lstStyle/>
            <a:p>
              <a:endParaRPr lang="en-GB"/>
            </a:p>
          </p:txBody>
        </p:sp>
        <p:sp>
          <p:nvSpPr>
            <p:cNvPr id="74806" name="Freeform 12">
              <a:extLst>
                <a:ext uri="{FF2B5EF4-FFF2-40B4-BE49-F238E27FC236}">
                  <a16:creationId xmlns:a16="http://schemas.microsoft.com/office/drawing/2014/main" id="{08DCC497-BF54-3B6D-32E4-C69E826C0847}"/>
                </a:ext>
              </a:extLst>
            </p:cNvPr>
            <p:cNvSpPr>
              <a:spLocks/>
            </p:cNvSpPr>
            <p:nvPr/>
          </p:nvSpPr>
          <p:spPr bwMode="auto">
            <a:xfrm>
              <a:off x="1542" y="2893"/>
              <a:ext cx="57" cy="128"/>
            </a:xfrm>
            <a:custGeom>
              <a:avLst/>
              <a:gdLst>
                <a:gd name="T0" fmla="*/ 0 w 39"/>
                <a:gd name="T1" fmla="*/ 0 h 87"/>
                <a:gd name="T2" fmla="*/ 83 w 39"/>
                <a:gd name="T3" fmla="*/ 188 h 87"/>
                <a:gd name="T4" fmla="*/ 0 60000 65536"/>
                <a:gd name="T5" fmla="*/ 0 60000 65536"/>
              </a:gdLst>
              <a:ahLst/>
              <a:cxnLst>
                <a:cxn ang="T4">
                  <a:pos x="T0" y="T1"/>
                </a:cxn>
                <a:cxn ang="T5">
                  <a:pos x="T2" y="T3"/>
                </a:cxn>
              </a:cxnLst>
              <a:rect l="0" t="0" r="r" b="b"/>
              <a:pathLst>
                <a:path w="39" h="87">
                  <a:moveTo>
                    <a:pt x="0" y="0"/>
                  </a:moveTo>
                  <a:lnTo>
                    <a:pt x="39" y="87"/>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36000" tIns="36000" rIns="36000" bIns="36000" anchor="ctr">
              <a:spAutoFit/>
            </a:bodyPr>
            <a:lstStyle/>
            <a:p>
              <a:endParaRPr lang="en-GB"/>
            </a:p>
          </p:txBody>
        </p:sp>
        <p:sp>
          <p:nvSpPr>
            <p:cNvPr id="74807" name="Freeform 13">
              <a:extLst>
                <a:ext uri="{FF2B5EF4-FFF2-40B4-BE49-F238E27FC236}">
                  <a16:creationId xmlns:a16="http://schemas.microsoft.com/office/drawing/2014/main" id="{E6BBBA87-C35C-F1AC-F574-FDBFD779B61A}"/>
                </a:ext>
              </a:extLst>
            </p:cNvPr>
            <p:cNvSpPr>
              <a:spLocks/>
            </p:cNvSpPr>
            <p:nvPr/>
          </p:nvSpPr>
          <p:spPr bwMode="auto">
            <a:xfrm>
              <a:off x="1476" y="2888"/>
              <a:ext cx="62" cy="133"/>
            </a:xfrm>
            <a:custGeom>
              <a:avLst/>
              <a:gdLst>
                <a:gd name="T0" fmla="*/ 92 w 42"/>
                <a:gd name="T1" fmla="*/ 0 h 90"/>
                <a:gd name="T2" fmla="*/ 0 w 42"/>
                <a:gd name="T3" fmla="*/ 197 h 90"/>
                <a:gd name="T4" fmla="*/ 0 60000 65536"/>
                <a:gd name="T5" fmla="*/ 0 60000 65536"/>
              </a:gdLst>
              <a:ahLst/>
              <a:cxnLst>
                <a:cxn ang="T4">
                  <a:pos x="T0" y="T1"/>
                </a:cxn>
                <a:cxn ang="T5">
                  <a:pos x="T2" y="T3"/>
                </a:cxn>
              </a:cxnLst>
              <a:rect l="0" t="0" r="r" b="b"/>
              <a:pathLst>
                <a:path w="42" h="90">
                  <a:moveTo>
                    <a:pt x="42" y="0"/>
                  </a:moveTo>
                  <a:lnTo>
                    <a:pt x="0" y="90"/>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36000" tIns="36000" rIns="36000" bIns="36000" anchor="ctr">
              <a:spAutoFit/>
            </a:bodyPr>
            <a:lstStyle/>
            <a:p>
              <a:endParaRPr lang="en-GB"/>
            </a:p>
          </p:txBody>
        </p:sp>
        <p:sp>
          <p:nvSpPr>
            <p:cNvPr id="74808" name="Oval 14">
              <a:extLst>
                <a:ext uri="{FF2B5EF4-FFF2-40B4-BE49-F238E27FC236}">
                  <a16:creationId xmlns:a16="http://schemas.microsoft.com/office/drawing/2014/main" id="{8FC7ED11-C993-349E-B48B-DC06EA1251B1}"/>
                </a:ext>
              </a:extLst>
            </p:cNvPr>
            <p:cNvSpPr>
              <a:spLocks noChangeArrowheads="1"/>
            </p:cNvSpPr>
            <p:nvPr/>
          </p:nvSpPr>
          <p:spPr bwMode="auto">
            <a:xfrm>
              <a:off x="1493" y="2649"/>
              <a:ext cx="93" cy="9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grpSp>
      <p:sp>
        <p:nvSpPr>
          <p:cNvPr id="74762" name="Text Box 15">
            <a:extLst>
              <a:ext uri="{FF2B5EF4-FFF2-40B4-BE49-F238E27FC236}">
                <a16:creationId xmlns:a16="http://schemas.microsoft.com/office/drawing/2014/main" id="{9480B8C5-C9BA-8F52-1C11-80CAD8ABAD2F}"/>
              </a:ext>
            </a:extLst>
          </p:cNvPr>
          <p:cNvSpPr txBox="1">
            <a:spLocks noChangeArrowheads="1"/>
          </p:cNvSpPr>
          <p:nvPr/>
        </p:nvSpPr>
        <p:spPr bwMode="auto">
          <a:xfrm>
            <a:off x="1543050" y="2190750"/>
            <a:ext cx="133032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Receptionist</a:t>
            </a:r>
          </a:p>
        </p:txBody>
      </p:sp>
      <p:cxnSp>
        <p:nvCxnSpPr>
          <p:cNvPr id="74763" name="AutoShape 16">
            <a:extLst>
              <a:ext uri="{FF2B5EF4-FFF2-40B4-BE49-F238E27FC236}">
                <a16:creationId xmlns:a16="http://schemas.microsoft.com/office/drawing/2014/main" id="{901BD61C-B65A-398D-207B-AF6DFF947663}"/>
              </a:ext>
            </a:extLst>
          </p:cNvPr>
          <p:cNvCxnSpPr>
            <a:cxnSpLocks noChangeShapeType="1"/>
            <a:stCxn id="74758" idx="2"/>
          </p:cNvCxnSpPr>
          <p:nvPr/>
        </p:nvCxnSpPr>
        <p:spPr bwMode="auto">
          <a:xfrm flipH="1">
            <a:off x="2590800" y="1504950"/>
            <a:ext cx="1057275" cy="33655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74764" name="AutoShape 17">
            <a:extLst>
              <a:ext uri="{FF2B5EF4-FFF2-40B4-BE49-F238E27FC236}">
                <a16:creationId xmlns:a16="http://schemas.microsoft.com/office/drawing/2014/main" id="{49F9910C-EBD8-879A-9C27-F8FCF33519FB}"/>
              </a:ext>
            </a:extLst>
          </p:cNvPr>
          <p:cNvCxnSpPr>
            <a:cxnSpLocks noChangeShapeType="1"/>
            <a:stCxn id="74759" idx="2"/>
          </p:cNvCxnSpPr>
          <p:nvPr/>
        </p:nvCxnSpPr>
        <p:spPr bwMode="auto">
          <a:xfrm flipH="1" flipV="1">
            <a:off x="2622550" y="1881188"/>
            <a:ext cx="1038225" cy="157162"/>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74765" name="AutoShape 18">
            <a:extLst>
              <a:ext uri="{FF2B5EF4-FFF2-40B4-BE49-F238E27FC236}">
                <a16:creationId xmlns:a16="http://schemas.microsoft.com/office/drawing/2014/main" id="{1B5AB24C-DDE2-C417-C75C-CFD7DC6AF6A3}"/>
              </a:ext>
            </a:extLst>
          </p:cNvPr>
          <p:cNvCxnSpPr>
            <a:cxnSpLocks noChangeShapeType="1"/>
            <a:stCxn id="74760" idx="2"/>
          </p:cNvCxnSpPr>
          <p:nvPr/>
        </p:nvCxnSpPr>
        <p:spPr bwMode="auto">
          <a:xfrm flipH="1" flipV="1">
            <a:off x="2620963" y="1903413"/>
            <a:ext cx="935037" cy="668337"/>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74766" name="Text Box 19">
            <a:extLst>
              <a:ext uri="{FF2B5EF4-FFF2-40B4-BE49-F238E27FC236}">
                <a16:creationId xmlns:a16="http://schemas.microsoft.com/office/drawing/2014/main" id="{D0FC8F2C-88BF-E231-7B21-1D0717792E0B}"/>
              </a:ext>
            </a:extLst>
          </p:cNvPr>
          <p:cNvSpPr txBox="1">
            <a:spLocks noChangeArrowheads="1"/>
          </p:cNvSpPr>
          <p:nvPr/>
        </p:nvSpPr>
        <p:spPr bwMode="auto">
          <a:xfrm>
            <a:off x="5753100" y="4718050"/>
            <a:ext cx="139382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Hotel system</a:t>
            </a:r>
          </a:p>
        </p:txBody>
      </p:sp>
      <p:sp>
        <p:nvSpPr>
          <p:cNvPr id="74767" name="Oval 20">
            <a:extLst>
              <a:ext uri="{FF2B5EF4-FFF2-40B4-BE49-F238E27FC236}">
                <a16:creationId xmlns:a16="http://schemas.microsoft.com/office/drawing/2014/main" id="{658B543B-C3BC-1B2D-8DED-14B2A5BF40BB}"/>
              </a:ext>
            </a:extLst>
          </p:cNvPr>
          <p:cNvSpPr>
            <a:spLocks noChangeArrowheads="1"/>
          </p:cNvSpPr>
          <p:nvPr/>
        </p:nvSpPr>
        <p:spPr bwMode="auto">
          <a:xfrm>
            <a:off x="4738688" y="5162550"/>
            <a:ext cx="1771650" cy="417513"/>
          </a:xfrm>
          <a:prstGeom prst="ellipse">
            <a:avLst/>
          </a:prstGeom>
          <a:solidFill>
            <a:schemeClr val="bg1"/>
          </a:solidFill>
          <a:ln w="28575">
            <a:solidFill>
              <a:schemeClr val="tx1"/>
            </a:solidFill>
            <a:round/>
            <a:headEnd/>
            <a:tailEnd/>
          </a:ln>
        </p:spPr>
        <p:txBody>
          <a:bodyPr lIns="0" tIns="0" rIns="0" bIns="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a:latin typeface="Arial" panose="020B0604020202020204" pitchFamily="34" charset="0"/>
              </a:rPr>
              <a:t>Booking</a:t>
            </a:r>
          </a:p>
        </p:txBody>
      </p:sp>
      <p:grpSp>
        <p:nvGrpSpPr>
          <p:cNvPr id="74768" name="Group 21">
            <a:extLst>
              <a:ext uri="{FF2B5EF4-FFF2-40B4-BE49-F238E27FC236}">
                <a16:creationId xmlns:a16="http://schemas.microsoft.com/office/drawing/2014/main" id="{01BCF82C-DB2B-C668-6D06-4525858C3379}"/>
              </a:ext>
            </a:extLst>
          </p:cNvPr>
          <p:cNvGrpSpPr>
            <a:grpSpLocks/>
          </p:cNvGrpSpPr>
          <p:nvPr/>
        </p:nvGrpSpPr>
        <p:grpSpPr bwMode="auto">
          <a:xfrm>
            <a:off x="4495800" y="5330825"/>
            <a:ext cx="280988" cy="590550"/>
            <a:chOff x="1449" y="2649"/>
            <a:chExt cx="177" cy="372"/>
          </a:xfrm>
        </p:grpSpPr>
        <p:sp>
          <p:nvSpPr>
            <p:cNvPr id="74799" name="Line 22">
              <a:extLst>
                <a:ext uri="{FF2B5EF4-FFF2-40B4-BE49-F238E27FC236}">
                  <a16:creationId xmlns:a16="http://schemas.microsoft.com/office/drawing/2014/main" id="{E2A4E938-767B-304C-6E68-044F7A50F3E1}"/>
                </a:ext>
              </a:extLst>
            </p:cNvPr>
            <p:cNvSpPr>
              <a:spLocks noChangeShapeType="1"/>
            </p:cNvSpPr>
            <p:nvPr/>
          </p:nvSpPr>
          <p:spPr bwMode="auto">
            <a:xfrm>
              <a:off x="1449" y="2791"/>
              <a:ext cx="17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36000" tIns="36000" rIns="36000" bIns="36000" anchor="ctr">
              <a:spAutoFit/>
            </a:bodyPr>
            <a:lstStyle/>
            <a:p>
              <a:endParaRPr lang="en-GB"/>
            </a:p>
          </p:txBody>
        </p:sp>
        <p:sp>
          <p:nvSpPr>
            <p:cNvPr id="74800" name="Line 23">
              <a:extLst>
                <a:ext uri="{FF2B5EF4-FFF2-40B4-BE49-F238E27FC236}">
                  <a16:creationId xmlns:a16="http://schemas.microsoft.com/office/drawing/2014/main" id="{C0E9C81E-C2B1-D01C-3839-7A14D3F584BB}"/>
                </a:ext>
              </a:extLst>
            </p:cNvPr>
            <p:cNvSpPr>
              <a:spLocks noChangeShapeType="1"/>
            </p:cNvSpPr>
            <p:nvPr/>
          </p:nvSpPr>
          <p:spPr bwMode="auto">
            <a:xfrm>
              <a:off x="1538" y="2736"/>
              <a:ext cx="0" cy="18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36000" tIns="36000" rIns="36000" bIns="36000" anchor="ctr">
              <a:spAutoFit/>
            </a:bodyPr>
            <a:lstStyle/>
            <a:p>
              <a:endParaRPr lang="en-GB"/>
            </a:p>
          </p:txBody>
        </p:sp>
        <p:sp>
          <p:nvSpPr>
            <p:cNvPr id="74801" name="Freeform 24">
              <a:extLst>
                <a:ext uri="{FF2B5EF4-FFF2-40B4-BE49-F238E27FC236}">
                  <a16:creationId xmlns:a16="http://schemas.microsoft.com/office/drawing/2014/main" id="{AA2633A5-4457-3BE0-A143-470E428A3170}"/>
                </a:ext>
              </a:extLst>
            </p:cNvPr>
            <p:cNvSpPr>
              <a:spLocks/>
            </p:cNvSpPr>
            <p:nvPr/>
          </p:nvSpPr>
          <p:spPr bwMode="auto">
            <a:xfrm>
              <a:off x="1542" y="2893"/>
              <a:ext cx="57" cy="128"/>
            </a:xfrm>
            <a:custGeom>
              <a:avLst/>
              <a:gdLst>
                <a:gd name="T0" fmla="*/ 0 w 39"/>
                <a:gd name="T1" fmla="*/ 0 h 87"/>
                <a:gd name="T2" fmla="*/ 83 w 39"/>
                <a:gd name="T3" fmla="*/ 188 h 87"/>
                <a:gd name="T4" fmla="*/ 0 60000 65536"/>
                <a:gd name="T5" fmla="*/ 0 60000 65536"/>
              </a:gdLst>
              <a:ahLst/>
              <a:cxnLst>
                <a:cxn ang="T4">
                  <a:pos x="T0" y="T1"/>
                </a:cxn>
                <a:cxn ang="T5">
                  <a:pos x="T2" y="T3"/>
                </a:cxn>
              </a:cxnLst>
              <a:rect l="0" t="0" r="r" b="b"/>
              <a:pathLst>
                <a:path w="39" h="87">
                  <a:moveTo>
                    <a:pt x="0" y="0"/>
                  </a:moveTo>
                  <a:lnTo>
                    <a:pt x="39" y="87"/>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36000" tIns="36000" rIns="36000" bIns="36000" anchor="ctr">
              <a:spAutoFit/>
            </a:bodyPr>
            <a:lstStyle/>
            <a:p>
              <a:endParaRPr lang="en-GB"/>
            </a:p>
          </p:txBody>
        </p:sp>
        <p:sp>
          <p:nvSpPr>
            <p:cNvPr id="74802" name="Freeform 25">
              <a:extLst>
                <a:ext uri="{FF2B5EF4-FFF2-40B4-BE49-F238E27FC236}">
                  <a16:creationId xmlns:a16="http://schemas.microsoft.com/office/drawing/2014/main" id="{DE6C7C5F-074D-E9BE-1457-85A9CF444521}"/>
                </a:ext>
              </a:extLst>
            </p:cNvPr>
            <p:cNvSpPr>
              <a:spLocks/>
            </p:cNvSpPr>
            <p:nvPr/>
          </p:nvSpPr>
          <p:spPr bwMode="auto">
            <a:xfrm>
              <a:off x="1476" y="2888"/>
              <a:ext cx="62" cy="133"/>
            </a:xfrm>
            <a:custGeom>
              <a:avLst/>
              <a:gdLst>
                <a:gd name="T0" fmla="*/ 92 w 42"/>
                <a:gd name="T1" fmla="*/ 0 h 90"/>
                <a:gd name="T2" fmla="*/ 0 w 42"/>
                <a:gd name="T3" fmla="*/ 197 h 90"/>
                <a:gd name="T4" fmla="*/ 0 60000 65536"/>
                <a:gd name="T5" fmla="*/ 0 60000 65536"/>
              </a:gdLst>
              <a:ahLst/>
              <a:cxnLst>
                <a:cxn ang="T4">
                  <a:pos x="T0" y="T1"/>
                </a:cxn>
                <a:cxn ang="T5">
                  <a:pos x="T2" y="T3"/>
                </a:cxn>
              </a:cxnLst>
              <a:rect l="0" t="0" r="r" b="b"/>
              <a:pathLst>
                <a:path w="42" h="90">
                  <a:moveTo>
                    <a:pt x="42" y="0"/>
                  </a:moveTo>
                  <a:lnTo>
                    <a:pt x="0" y="90"/>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36000" tIns="36000" rIns="36000" bIns="36000" anchor="ctr">
              <a:spAutoFit/>
            </a:bodyPr>
            <a:lstStyle/>
            <a:p>
              <a:endParaRPr lang="en-GB"/>
            </a:p>
          </p:txBody>
        </p:sp>
        <p:sp>
          <p:nvSpPr>
            <p:cNvPr id="74803" name="Oval 26">
              <a:extLst>
                <a:ext uri="{FF2B5EF4-FFF2-40B4-BE49-F238E27FC236}">
                  <a16:creationId xmlns:a16="http://schemas.microsoft.com/office/drawing/2014/main" id="{9F8D7D42-AF5C-1E88-ECC2-8FD50096CE84}"/>
                </a:ext>
              </a:extLst>
            </p:cNvPr>
            <p:cNvSpPr>
              <a:spLocks noChangeArrowheads="1"/>
            </p:cNvSpPr>
            <p:nvPr/>
          </p:nvSpPr>
          <p:spPr bwMode="auto">
            <a:xfrm>
              <a:off x="1493" y="2649"/>
              <a:ext cx="93" cy="9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grpSp>
      <p:sp>
        <p:nvSpPr>
          <p:cNvPr id="74769" name="Text Box 27">
            <a:extLst>
              <a:ext uri="{FF2B5EF4-FFF2-40B4-BE49-F238E27FC236}">
                <a16:creationId xmlns:a16="http://schemas.microsoft.com/office/drawing/2014/main" id="{DE752602-90D9-59B9-844D-22ACBE012CBB}"/>
              </a:ext>
            </a:extLst>
          </p:cNvPr>
          <p:cNvSpPr txBox="1">
            <a:spLocks noChangeArrowheads="1"/>
          </p:cNvSpPr>
          <p:nvPr/>
        </p:nvSpPr>
        <p:spPr bwMode="auto">
          <a:xfrm>
            <a:off x="5778500" y="2613025"/>
            <a:ext cx="927100" cy="6508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a:latin typeface="Arial" panose="020B0604020202020204" pitchFamily="34" charset="0"/>
              </a:rPr>
              <a:t>Account</a:t>
            </a:r>
          </a:p>
          <a:p>
            <a:pPr algn="ctr"/>
            <a:r>
              <a:rPr lang="en-US" altLang="en-US" sz="1800">
                <a:latin typeface="Arial" panose="020B0604020202020204" pitchFamily="34" charset="0"/>
              </a:rPr>
              <a:t>system</a:t>
            </a:r>
          </a:p>
        </p:txBody>
      </p:sp>
      <p:cxnSp>
        <p:nvCxnSpPr>
          <p:cNvPr id="74770" name="AutoShape 28">
            <a:extLst>
              <a:ext uri="{FF2B5EF4-FFF2-40B4-BE49-F238E27FC236}">
                <a16:creationId xmlns:a16="http://schemas.microsoft.com/office/drawing/2014/main" id="{A7A2A515-225B-973C-FFF8-BB2C5209CAE8}"/>
              </a:ext>
            </a:extLst>
          </p:cNvPr>
          <p:cNvCxnSpPr>
            <a:cxnSpLocks noChangeShapeType="1"/>
            <a:endCxn id="74773" idx="6"/>
          </p:cNvCxnSpPr>
          <p:nvPr/>
        </p:nvCxnSpPr>
        <p:spPr bwMode="auto">
          <a:xfrm flipH="1">
            <a:off x="4881563" y="2741613"/>
            <a:ext cx="882650" cy="439737"/>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74771" name="Text Box 29">
            <a:extLst>
              <a:ext uri="{FF2B5EF4-FFF2-40B4-BE49-F238E27FC236}">
                <a16:creationId xmlns:a16="http://schemas.microsoft.com/office/drawing/2014/main" id="{F852EA69-4B52-0A3D-4B2F-74EA66566577}"/>
              </a:ext>
            </a:extLst>
          </p:cNvPr>
          <p:cNvSpPr txBox="1">
            <a:spLocks noChangeArrowheads="1"/>
          </p:cNvSpPr>
          <p:nvPr/>
        </p:nvSpPr>
        <p:spPr bwMode="auto">
          <a:xfrm>
            <a:off x="1447800" y="635000"/>
            <a:ext cx="17399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UML use case</a:t>
            </a:r>
          </a:p>
          <a:p>
            <a:r>
              <a:rPr lang="en-US" altLang="en-US" sz="1800">
                <a:latin typeface="Arial" panose="020B0604020202020204" pitchFamily="34" charset="0"/>
              </a:rPr>
              <a:t>diagram:</a:t>
            </a:r>
          </a:p>
        </p:txBody>
      </p:sp>
      <p:sp>
        <p:nvSpPr>
          <p:cNvPr id="74772" name="Text Box 30">
            <a:extLst>
              <a:ext uri="{FF2B5EF4-FFF2-40B4-BE49-F238E27FC236}">
                <a16:creationId xmlns:a16="http://schemas.microsoft.com/office/drawing/2014/main" id="{06A02619-8F0A-7EA6-7392-AC5BFA7D2F88}"/>
              </a:ext>
            </a:extLst>
          </p:cNvPr>
          <p:cNvSpPr txBox="1">
            <a:spLocks noChangeArrowheads="1"/>
          </p:cNvSpPr>
          <p:nvPr/>
        </p:nvSpPr>
        <p:spPr bwMode="auto">
          <a:xfrm>
            <a:off x="6253163" y="5551488"/>
            <a:ext cx="39052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 . .</a:t>
            </a:r>
          </a:p>
        </p:txBody>
      </p:sp>
      <p:sp>
        <p:nvSpPr>
          <p:cNvPr id="74773" name="Oval 31">
            <a:extLst>
              <a:ext uri="{FF2B5EF4-FFF2-40B4-BE49-F238E27FC236}">
                <a16:creationId xmlns:a16="http://schemas.microsoft.com/office/drawing/2014/main" id="{4C9F8C60-6B03-CA43-C0B6-2E5E15E6E2AF}"/>
              </a:ext>
            </a:extLst>
          </p:cNvPr>
          <p:cNvSpPr>
            <a:spLocks noChangeArrowheads="1"/>
          </p:cNvSpPr>
          <p:nvPr/>
        </p:nvSpPr>
        <p:spPr bwMode="auto">
          <a:xfrm>
            <a:off x="3635375" y="2971800"/>
            <a:ext cx="1231900" cy="41751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Transfer</a:t>
            </a:r>
          </a:p>
        </p:txBody>
      </p:sp>
      <p:sp>
        <p:nvSpPr>
          <p:cNvPr id="74774" name="Text Box 32">
            <a:extLst>
              <a:ext uri="{FF2B5EF4-FFF2-40B4-BE49-F238E27FC236}">
                <a16:creationId xmlns:a16="http://schemas.microsoft.com/office/drawing/2014/main" id="{1FE44C26-73B7-F697-0DC0-726588F0100C}"/>
              </a:ext>
            </a:extLst>
          </p:cNvPr>
          <p:cNvSpPr txBox="1">
            <a:spLocks noChangeArrowheads="1"/>
          </p:cNvSpPr>
          <p:nvPr/>
        </p:nvSpPr>
        <p:spPr bwMode="auto">
          <a:xfrm>
            <a:off x="1838325" y="3081338"/>
            <a:ext cx="58102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solidFill>
                  <a:srgbClr val="FF00FF"/>
                </a:solidFill>
                <a:latin typeface="Arial" panose="020B0604020202020204" pitchFamily="34" charset="0"/>
              </a:rPr>
              <a:t>actor</a:t>
            </a:r>
            <a:endParaRPr lang="en-US" altLang="en-US" sz="1800">
              <a:latin typeface="Arial" panose="020B0604020202020204" pitchFamily="34" charset="0"/>
            </a:endParaRPr>
          </a:p>
        </p:txBody>
      </p:sp>
      <p:sp>
        <p:nvSpPr>
          <p:cNvPr id="74775" name="Freeform 33">
            <a:extLst>
              <a:ext uri="{FF2B5EF4-FFF2-40B4-BE49-F238E27FC236}">
                <a16:creationId xmlns:a16="http://schemas.microsoft.com/office/drawing/2014/main" id="{127FC703-EBE6-3A6D-E545-DB839955921E}"/>
              </a:ext>
            </a:extLst>
          </p:cNvPr>
          <p:cNvSpPr>
            <a:spLocks/>
          </p:cNvSpPr>
          <p:nvPr/>
        </p:nvSpPr>
        <p:spPr bwMode="auto">
          <a:xfrm>
            <a:off x="1644650" y="2508250"/>
            <a:ext cx="228600" cy="762000"/>
          </a:xfrm>
          <a:custGeom>
            <a:avLst/>
            <a:gdLst>
              <a:gd name="T0" fmla="*/ 151209375 w 144"/>
              <a:gd name="T1" fmla="*/ 1209675000 h 480"/>
              <a:gd name="T2" fmla="*/ 362902500 w 144"/>
              <a:gd name="T3" fmla="*/ 0 h 480"/>
              <a:gd name="T4" fmla="*/ 0 60000 65536"/>
              <a:gd name="T5" fmla="*/ 0 60000 65536"/>
            </a:gdLst>
            <a:ahLst/>
            <a:cxnLst>
              <a:cxn ang="T4">
                <a:pos x="T0" y="T1"/>
              </a:cxn>
              <a:cxn ang="T5">
                <a:pos x="T2" y="T3"/>
              </a:cxn>
            </a:cxnLst>
            <a:rect l="0" t="0" r="r" b="b"/>
            <a:pathLst>
              <a:path w="144" h="480">
                <a:moveTo>
                  <a:pt x="60" y="480"/>
                </a:moveTo>
                <a:cubicBezTo>
                  <a:pt x="0" y="276"/>
                  <a:pt x="24" y="144"/>
                  <a:pt x="144" y="0"/>
                </a:cubicBezTo>
              </a:path>
            </a:pathLst>
          </a:custGeom>
          <a:noFill/>
          <a:ln w="28575" cap="flat" cmpd="sng">
            <a:solidFill>
              <a:srgbClr val="FF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p>
            <a:endParaRPr lang="en-GB"/>
          </a:p>
        </p:txBody>
      </p:sp>
      <p:sp>
        <p:nvSpPr>
          <p:cNvPr id="74776" name="Text Box 34">
            <a:extLst>
              <a:ext uri="{FF2B5EF4-FFF2-40B4-BE49-F238E27FC236}">
                <a16:creationId xmlns:a16="http://schemas.microsoft.com/office/drawing/2014/main" id="{CDFDE7BE-D660-12DD-879E-9DA5FDB9A39A}"/>
              </a:ext>
            </a:extLst>
          </p:cNvPr>
          <p:cNvSpPr txBox="1">
            <a:spLocks noChangeArrowheads="1"/>
          </p:cNvSpPr>
          <p:nvPr/>
        </p:nvSpPr>
        <p:spPr bwMode="auto">
          <a:xfrm>
            <a:off x="5811838" y="1600200"/>
            <a:ext cx="58102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solidFill>
                  <a:srgbClr val="FF00FF"/>
                </a:solidFill>
                <a:latin typeface="Arial" panose="020B0604020202020204" pitchFamily="34" charset="0"/>
              </a:rPr>
              <a:t>actor</a:t>
            </a:r>
            <a:endParaRPr lang="en-US" altLang="en-US" sz="1800">
              <a:latin typeface="Arial" panose="020B0604020202020204" pitchFamily="34" charset="0"/>
            </a:endParaRPr>
          </a:p>
        </p:txBody>
      </p:sp>
      <p:sp>
        <p:nvSpPr>
          <p:cNvPr id="74777" name="Freeform 35">
            <a:extLst>
              <a:ext uri="{FF2B5EF4-FFF2-40B4-BE49-F238E27FC236}">
                <a16:creationId xmlns:a16="http://schemas.microsoft.com/office/drawing/2014/main" id="{72E7E350-A253-96CB-B288-8D9535459F1E}"/>
              </a:ext>
            </a:extLst>
          </p:cNvPr>
          <p:cNvSpPr>
            <a:spLocks/>
          </p:cNvSpPr>
          <p:nvPr/>
        </p:nvSpPr>
        <p:spPr bwMode="auto">
          <a:xfrm flipH="1" flipV="1">
            <a:off x="6323013" y="1770063"/>
            <a:ext cx="228600" cy="762000"/>
          </a:xfrm>
          <a:custGeom>
            <a:avLst/>
            <a:gdLst>
              <a:gd name="T0" fmla="*/ 151209375 w 144"/>
              <a:gd name="T1" fmla="*/ 1209675000 h 480"/>
              <a:gd name="T2" fmla="*/ 362902500 w 144"/>
              <a:gd name="T3" fmla="*/ 0 h 480"/>
              <a:gd name="T4" fmla="*/ 0 60000 65536"/>
              <a:gd name="T5" fmla="*/ 0 60000 65536"/>
            </a:gdLst>
            <a:ahLst/>
            <a:cxnLst>
              <a:cxn ang="T4">
                <a:pos x="T0" y="T1"/>
              </a:cxn>
              <a:cxn ang="T5">
                <a:pos x="T2" y="T3"/>
              </a:cxn>
            </a:cxnLst>
            <a:rect l="0" t="0" r="r" b="b"/>
            <a:pathLst>
              <a:path w="144" h="480">
                <a:moveTo>
                  <a:pt x="60" y="480"/>
                </a:moveTo>
                <a:cubicBezTo>
                  <a:pt x="0" y="276"/>
                  <a:pt x="24" y="144"/>
                  <a:pt x="144" y="0"/>
                </a:cubicBezTo>
              </a:path>
            </a:pathLst>
          </a:custGeom>
          <a:noFill/>
          <a:ln w="28575" cap="flat" cmpd="sng">
            <a:solidFill>
              <a:srgbClr val="FF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p>
            <a:endParaRPr lang="en-GB"/>
          </a:p>
        </p:txBody>
      </p:sp>
      <p:sp>
        <p:nvSpPr>
          <p:cNvPr id="74778" name="Text Box 36">
            <a:extLst>
              <a:ext uri="{FF2B5EF4-FFF2-40B4-BE49-F238E27FC236}">
                <a16:creationId xmlns:a16="http://schemas.microsoft.com/office/drawing/2014/main" id="{90B4BB14-008D-C8DB-21A3-FD90B18E7F81}"/>
              </a:ext>
            </a:extLst>
          </p:cNvPr>
          <p:cNvSpPr txBox="1">
            <a:spLocks noChangeArrowheads="1"/>
          </p:cNvSpPr>
          <p:nvPr/>
        </p:nvSpPr>
        <p:spPr bwMode="auto">
          <a:xfrm>
            <a:off x="4648200" y="3937000"/>
            <a:ext cx="37290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Task descriptions. Split </a:t>
            </a:r>
            <a:r>
              <a:rPr lang="en-US" altLang="en-US" sz="1800" b="1" i="1">
                <a:solidFill>
                  <a:srgbClr val="7E0401"/>
                </a:solidFill>
                <a:latin typeface="Arial" panose="020B0604020202020204" pitchFamily="34" charset="0"/>
              </a:rPr>
              <a:t>postponed</a:t>
            </a:r>
            <a:r>
              <a:rPr lang="en-US" altLang="en-US" sz="1800">
                <a:latin typeface="Arial" panose="020B0604020202020204" pitchFamily="34" charset="0"/>
              </a:rPr>
              <a:t>:</a:t>
            </a:r>
          </a:p>
        </p:txBody>
      </p:sp>
      <p:sp>
        <p:nvSpPr>
          <p:cNvPr id="74779" name="Text Box 37">
            <a:extLst>
              <a:ext uri="{FF2B5EF4-FFF2-40B4-BE49-F238E27FC236}">
                <a16:creationId xmlns:a16="http://schemas.microsoft.com/office/drawing/2014/main" id="{9181EAB2-76BF-FB9B-319B-A58C79263FB6}"/>
              </a:ext>
            </a:extLst>
          </p:cNvPr>
          <p:cNvSpPr txBox="1">
            <a:spLocks noChangeArrowheads="1"/>
          </p:cNvSpPr>
          <p:nvPr/>
        </p:nvSpPr>
        <p:spPr bwMode="auto">
          <a:xfrm>
            <a:off x="7700963" y="5248275"/>
            <a:ext cx="1239837" cy="6508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a:latin typeface="Arial" panose="020B0604020202020204" pitchFamily="34" charset="0"/>
              </a:rPr>
              <a:t>Account</a:t>
            </a:r>
          </a:p>
          <a:p>
            <a:pPr algn="ctr"/>
            <a:r>
              <a:rPr lang="en-US" altLang="en-US" sz="1800">
                <a:latin typeface="Arial" panose="020B0604020202020204" pitchFamily="34" charset="0"/>
              </a:rPr>
              <a:t>system</a:t>
            </a:r>
          </a:p>
        </p:txBody>
      </p:sp>
      <p:sp>
        <p:nvSpPr>
          <p:cNvPr id="74780" name="Oval 38">
            <a:extLst>
              <a:ext uri="{FF2B5EF4-FFF2-40B4-BE49-F238E27FC236}">
                <a16:creationId xmlns:a16="http://schemas.microsoft.com/office/drawing/2014/main" id="{520176AC-3052-E404-0D19-B7631E7AB41E}"/>
              </a:ext>
            </a:extLst>
          </p:cNvPr>
          <p:cNvSpPr>
            <a:spLocks noChangeArrowheads="1"/>
          </p:cNvSpPr>
          <p:nvPr/>
        </p:nvSpPr>
        <p:spPr bwMode="auto">
          <a:xfrm>
            <a:off x="6681788" y="5341938"/>
            <a:ext cx="1231900" cy="417512"/>
          </a:xfrm>
          <a:prstGeom prst="ellipse">
            <a:avLst/>
          </a:prstGeom>
          <a:solidFill>
            <a:schemeClr val="bg1"/>
          </a:solidFill>
          <a:ln w="28575">
            <a:solidFill>
              <a:schemeClr val="tx1"/>
            </a:solidFill>
            <a:round/>
            <a:headEnd/>
            <a:tailEnd/>
          </a:ln>
        </p:spPr>
        <p:txBody>
          <a:bodyPr wrap="none" lIns="0" tIns="0" rIns="0" bIns="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Transfer</a:t>
            </a:r>
          </a:p>
        </p:txBody>
      </p:sp>
      <p:sp>
        <p:nvSpPr>
          <p:cNvPr id="74781" name="Text Box 39">
            <a:extLst>
              <a:ext uri="{FF2B5EF4-FFF2-40B4-BE49-F238E27FC236}">
                <a16:creationId xmlns:a16="http://schemas.microsoft.com/office/drawing/2014/main" id="{C2EADB89-8B85-FDEF-F4A3-161C42BE3D80}"/>
              </a:ext>
            </a:extLst>
          </p:cNvPr>
          <p:cNvSpPr txBox="1">
            <a:spLocks noChangeArrowheads="1"/>
          </p:cNvSpPr>
          <p:nvPr/>
        </p:nvSpPr>
        <p:spPr bwMode="auto">
          <a:xfrm>
            <a:off x="609600" y="3937000"/>
            <a:ext cx="3414713"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Human and computer separated:</a:t>
            </a:r>
          </a:p>
        </p:txBody>
      </p:sp>
      <p:sp>
        <p:nvSpPr>
          <p:cNvPr id="74782" name="Rectangle 40">
            <a:extLst>
              <a:ext uri="{FF2B5EF4-FFF2-40B4-BE49-F238E27FC236}">
                <a16:creationId xmlns:a16="http://schemas.microsoft.com/office/drawing/2014/main" id="{48DFC913-B565-CEF8-886E-4A42F926A443}"/>
              </a:ext>
            </a:extLst>
          </p:cNvPr>
          <p:cNvSpPr>
            <a:spLocks noChangeArrowheads="1"/>
          </p:cNvSpPr>
          <p:nvPr/>
        </p:nvSpPr>
        <p:spPr bwMode="auto">
          <a:xfrm>
            <a:off x="1804988" y="4616450"/>
            <a:ext cx="1763712" cy="14795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sp>
        <p:nvSpPr>
          <p:cNvPr id="74783" name="Text Box 41">
            <a:extLst>
              <a:ext uri="{FF2B5EF4-FFF2-40B4-BE49-F238E27FC236}">
                <a16:creationId xmlns:a16="http://schemas.microsoft.com/office/drawing/2014/main" id="{503909C9-D2A6-D3A8-FAE3-6B6A28CDB4A5}"/>
              </a:ext>
            </a:extLst>
          </p:cNvPr>
          <p:cNvSpPr txBox="1">
            <a:spLocks noChangeArrowheads="1"/>
          </p:cNvSpPr>
          <p:nvPr/>
        </p:nvSpPr>
        <p:spPr bwMode="auto">
          <a:xfrm>
            <a:off x="2019300" y="4724400"/>
            <a:ext cx="139382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Hotel system</a:t>
            </a:r>
          </a:p>
        </p:txBody>
      </p:sp>
      <p:grpSp>
        <p:nvGrpSpPr>
          <p:cNvPr id="74784" name="Group 42">
            <a:extLst>
              <a:ext uri="{FF2B5EF4-FFF2-40B4-BE49-F238E27FC236}">
                <a16:creationId xmlns:a16="http://schemas.microsoft.com/office/drawing/2014/main" id="{8ECA4BE9-8B45-0514-5C76-9BBC6719F5EA}"/>
              </a:ext>
            </a:extLst>
          </p:cNvPr>
          <p:cNvGrpSpPr>
            <a:grpSpLocks/>
          </p:cNvGrpSpPr>
          <p:nvPr/>
        </p:nvGrpSpPr>
        <p:grpSpPr bwMode="auto">
          <a:xfrm>
            <a:off x="685800" y="5337175"/>
            <a:ext cx="280988" cy="590550"/>
            <a:chOff x="1449" y="2649"/>
            <a:chExt cx="177" cy="372"/>
          </a:xfrm>
        </p:grpSpPr>
        <p:sp>
          <p:nvSpPr>
            <p:cNvPr id="74794" name="Line 43">
              <a:extLst>
                <a:ext uri="{FF2B5EF4-FFF2-40B4-BE49-F238E27FC236}">
                  <a16:creationId xmlns:a16="http://schemas.microsoft.com/office/drawing/2014/main" id="{8D8C5B80-EB4D-E946-9C68-EB0C32055F98}"/>
                </a:ext>
              </a:extLst>
            </p:cNvPr>
            <p:cNvSpPr>
              <a:spLocks noChangeShapeType="1"/>
            </p:cNvSpPr>
            <p:nvPr/>
          </p:nvSpPr>
          <p:spPr bwMode="auto">
            <a:xfrm>
              <a:off x="1449" y="2791"/>
              <a:ext cx="17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36000" tIns="36000" rIns="36000" bIns="36000" anchor="ctr">
              <a:spAutoFit/>
            </a:bodyPr>
            <a:lstStyle/>
            <a:p>
              <a:endParaRPr lang="en-GB"/>
            </a:p>
          </p:txBody>
        </p:sp>
        <p:sp>
          <p:nvSpPr>
            <p:cNvPr id="74795" name="Line 44">
              <a:extLst>
                <a:ext uri="{FF2B5EF4-FFF2-40B4-BE49-F238E27FC236}">
                  <a16:creationId xmlns:a16="http://schemas.microsoft.com/office/drawing/2014/main" id="{FB5D814A-E73A-343F-1DE5-BB904BEBBB61}"/>
                </a:ext>
              </a:extLst>
            </p:cNvPr>
            <p:cNvSpPr>
              <a:spLocks noChangeShapeType="1"/>
            </p:cNvSpPr>
            <p:nvPr/>
          </p:nvSpPr>
          <p:spPr bwMode="auto">
            <a:xfrm>
              <a:off x="1538" y="2736"/>
              <a:ext cx="0" cy="18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lIns="36000" tIns="36000" rIns="36000" bIns="36000" anchor="ctr">
              <a:spAutoFit/>
            </a:bodyPr>
            <a:lstStyle/>
            <a:p>
              <a:endParaRPr lang="en-GB"/>
            </a:p>
          </p:txBody>
        </p:sp>
        <p:sp>
          <p:nvSpPr>
            <p:cNvPr id="74796" name="Freeform 45">
              <a:extLst>
                <a:ext uri="{FF2B5EF4-FFF2-40B4-BE49-F238E27FC236}">
                  <a16:creationId xmlns:a16="http://schemas.microsoft.com/office/drawing/2014/main" id="{A4E96A41-0647-6F3A-4098-2ABABAB7B746}"/>
                </a:ext>
              </a:extLst>
            </p:cNvPr>
            <p:cNvSpPr>
              <a:spLocks/>
            </p:cNvSpPr>
            <p:nvPr/>
          </p:nvSpPr>
          <p:spPr bwMode="auto">
            <a:xfrm>
              <a:off x="1542" y="2893"/>
              <a:ext cx="57" cy="128"/>
            </a:xfrm>
            <a:custGeom>
              <a:avLst/>
              <a:gdLst>
                <a:gd name="T0" fmla="*/ 0 w 39"/>
                <a:gd name="T1" fmla="*/ 0 h 87"/>
                <a:gd name="T2" fmla="*/ 83 w 39"/>
                <a:gd name="T3" fmla="*/ 188 h 87"/>
                <a:gd name="T4" fmla="*/ 0 60000 65536"/>
                <a:gd name="T5" fmla="*/ 0 60000 65536"/>
              </a:gdLst>
              <a:ahLst/>
              <a:cxnLst>
                <a:cxn ang="T4">
                  <a:pos x="T0" y="T1"/>
                </a:cxn>
                <a:cxn ang="T5">
                  <a:pos x="T2" y="T3"/>
                </a:cxn>
              </a:cxnLst>
              <a:rect l="0" t="0" r="r" b="b"/>
              <a:pathLst>
                <a:path w="39" h="87">
                  <a:moveTo>
                    <a:pt x="0" y="0"/>
                  </a:moveTo>
                  <a:lnTo>
                    <a:pt x="39" y="87"/>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36000" tIns="36000" rIns="36000" bIns="36000" anchor="ctr">
              <a:spAutoFit/>
            </a:bodyPr>
            <a:lstStyle/>
            <a:p>
              <a:endParaRPr lang="en-GB"/>
            </a:p>
          </p:txBody>
        </p:sp>
        <p:sp>
          <p:nvSpPr>
            <p:cNvPr id="74797" name="Freeform 46">
              <a:extLst>
                <a:ext uri="{FF2B5EF4-FFF2-40B4-BE49-F238E27FC236}">
                  <a16:creationId xmlns:a16="http://schemas.microsoft.com/office/drawing/2014/main" id="{691BE3CA-F48C-EC92-1A8F-BC356D4EC830}"/>
                </a:ext>
              </a:extLst>
            </p:cNvPr>
            <p:cNvSpPr>
              <a:spLocks/>
            </p:cNvSpPr>
            <p:nvPr/>
          </p:nvSpPr>
          <p:spPr bwMode="auto">
            <a:xfrm>
              <a:off x="1476" y="2888"/>
              <a:ext cx="62" cy="133"/>
            </a:xfrm>
            <a:custGeom>
              <a:avLst/>
              <a:gdLst>
                <a:gd name="T0" fmla="*/ 92 w 42"/>
                <a:gd name="T1" fmla="*/ 0 h 90"/>
                <a:gd name="T2" fmla="*/ 0 w 42"/>
                <a:gd name="T3" fmla="*/ 197 h 90"/>
                <a:gd name="T4" fmla="*/ 0 60000 65536"/>
                <a:gd name="T5" fmla="*/ 0 60000 65536"/>
              </a:gdLst>
              <a:ahLst/>
              <a:cxnLst>
                <a:cxn ang="T4">
                  <a:pos x="T0" y="T1"/>
                </a:cxn>
                <a:cxn ang="T5">
                  <a:pos x="T2" y="T3"/>
                </a:cxn>
              </a:cxnLst>
              <a:rect l="0" t="0" r="r" b="b"/>
              <a:pathLst>
                <a:path w="42" h="90">
                  <a:moveTo>
                    <a:pt x="42" y="0"/>
                  </a:moveTo>
                  <a:lnTo>
                    <a:pt x="0" y="90"/>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36000" tIns="36000" rIns="36000" bIns="36000" anchor="ctr">
              <a:spAutoFit/>
            </a:bodyPr>
            <a:lstStyle/>
            <a:p>
              <a:endParaRPr lang="en-GB"/>
            </a:p>
          </p:txBody>
        </p:sp>
        <p:sp>
          <p:nvSpPr>
            <p:cNvPr id="74798" name="Oval 47">
              <a:extLst>
                <a:ext uri="{FF2B5EF4-FFF2-40B4-BE49-F238E27FC236}">
                  <a16:creationId xmlns:a16="http://schemas.microsoft.com/office/drawing/2014/main" id="{AB4C0844-9E19-40B7-75CC-155CA8840DCD}"/>
                </a:ext>
              </a:extLst>
            </p:cNvPr>
            <p:cNvSpPr>
              <a:spLocks noChangeArrowheads="1"/>
            </p:cNvSpPr>
            <p:nvPr/>
          </p:nvSpPr>
          <p:spPr bwMode="auto">
            <a:xfrm>
              <a:off x="1493" y="2649"/>
              <a:ext cx="93" cy="9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grpSp>
      <p:sp>
        <p:nvSpPr>
          <p:cNvPr id="74785" name="Text Box 48">
            <a:extLst>
              <a:ext uri="{FF2B5EF4-FFF2-40B4-BE49-F238E27FC236}">
                <a16:creationId xmlns:a16="http://schemas.microsoft.com/office/drawing/2014/main" id="{01375067-753C-DE0C-A6F7-6C5EFB37FB06}"/>
              </a:ext>
            </a:extLst>
          </p:cNvPr>
          <p:cNvSpPr txBox="1">
            <a:spLocks noChangeArrowheads="1"/>
          </p:cNvSpPr>
          <p:nvPr/>
        </p:nvSpPr>
        <p:spPr bwMode="auto">
          <a:xfrm>
            <a:off x="2519363" y="5557838"/>
            <a:ext cx="39052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 . .</a:t>
            </a:r>
          </a:p>
        </p:txBody>
      </p:sp>
      <p:sp>
        <p:nvSpPr>
          <p:cNvPr id="74786" name="Line 49">
            <a:extLst>
              <a:ext uri="{FF2B5EF4-FFF2-40B4-BE49-F238E27FC236}">
                <a16:creationId xmlns:a16="http://schemas.microsoft.com/office/drawing/2014/main" id="{C134D13A-B685-2578-C693-D3BD4257A66C}"/>
              </a:ext>
            </a:extLst>
          </p:cNvPr>
          <p:cNvSpPr>
            <a:spLocks noChangeShapeType="1"/>
          </p:cNvSpPr>
          <p:nvPr/>
        </p:nvSpPr>
        <p:spPr bwMode="auto">
          <a:xfrm>
            <a:off x="546100" y="3810000"/>
            <a:ext cx="82931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36000" tIns="36000" rIns="36000" bIns="36000" anchor="ctr">
            <a:spAutoFit/>
          </a:bodyPr>
          <a:lstStyle/>
          <a:p>
            <a:endParaRPr lang="en-GB"/>
          </a:p>
        </p:txBody>
      </p:sp>
      <p:sp>
        <p:nvSpPr>
          <p:cNvPr id="74787" name="Freeform 50">
            <a:extLst>
              <a:ext uri="{FF2B5EF4-FFF2-40B4-BE49-F238E27FC236}">
                <a16:creationId xmlns:a16="http://schemas.microsoft.com/office/drawing/2014/main" id="{6B2B2C9A-6D27-F5EF-DDB8-3FD8AEDDADCD}"/>
              </a:ext>
            </a:extLst>
          </p:cNvPr>
          <p:cNvSpPr>
            <a:spLocks/>
          </p:cNvSpPr>
          <p:nvPr/>
        </p:nvSpPr>
        <p:spPr bwMode="auto">
          <a:xfrm>
            <a:off x="942975" y="5176838"/>
            <a:ext cx="642938" cy="433387"/>
          </a:xfrm>
          <a:custGeom>
            <a:avLst/>
            <a:gdLst>
              <a:gd name="T0" fmla="*/ 1020664869 w 405"/>
              <a:gd name="T1" fmla="*/ 22680586 h 273"/>
              <a:gd name="T2" fmla="*/ 1020664869 w 405"/>
              <a:gd name="T3" fmla="*/ 680441402 h 273"/>
              <a:gd name="T4" fmla="*/ 0 w 405"/>
              <a:gd name="T5" fmla="*/ 355340828 h 273"/>
              <a:gd name="T6" fmla="*/ 1020664869 w 405"/>
              <a:gd name="T7" fmla="*/ 22680586 h 2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05" h="273">
                <a:moveTo>
                  <a:pt x="405" y="9"/>
                </a:moveTo>
                <a:cubicBezTo>
                  <a:pt x="405" y="264"/>
                  <a:pt x="405" y="0"/>
                  <a:pt x="405" y="270"/>
                </a:cubicBezTo>
                <a:cubicBezTo>
                  <a:pt x="240" y="273"/>
                  <a:pt x="0" y="240"/>
                  <a:pt x="0" y="141"/>
                </a:cubicBezTo>
                <a:cubicBezTo>
                  <a:pt x="0" y="42"/>
                  <a:pt x="198" y="9"/>
                  <a:pt x="405" y="9"/>
                </a:cubicBezTo>
                <a:close/>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p>
            <a:endParaRPr lang="en-GB"/>
          </a:p>
        </p:txBody>
      </p:sp>
      <p:sp>
        <p:nvSpPr>
          <p:cNvPr id="74788" name="Freeform 51">
            <a:extLst>
              <a:ext uri="{FF2B5EF4-FFF2-40B4-BE49-F238E27FC236}">
                <a16:creationId xmlns:a16="http://schemas.microsoft.com/office/drawing/2014/main" id="{1682751F-A189-F6E7-4E2D-9C77E960AB4E}"/>
              </a:ext>
            </a:extLst>
          </p:cNvPr>
          <p:cNvSpPr>
            <a:spLocks/>
          </p:cNvSpPr>
          <p:nvPr/>
        </p:nvSpPr>
        <p:spPr bwMode="auto">
          <a:xfrm flipH="1">
            <a:off x="1985963" y="5181600"/>
            <a:ext cx="642937" cy="433388"/>
          </a:xfrm>
          <a:custGeom>
            <a:avLst/>
            <a:gdLst>
              <a:gd name="T0" fmla="*/ 1020661694 w 405"/>
              <a:gd name="T1" fmla="*/ 22682226 h 273"/>
              <a:gd name="T2" fmla="*/ 1020661694 w 405"/>
              <a:gd name="T3" fmla="*/ 680442973 h 273"/>
              <a:gd name="T4" fmla="*/ 0 w 405"/>
              <a:gd name="T5" fmla="*/ 355343235 h 273"/>
              <a:gd name="T6" fmla="*/ 1020661694 w 405"/>
              <a:gd name="T7" fmla="*/ 22682226 h 2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05" h="273">
                <a:moveTo>
                  <a:pt x="405" y="9"/>
                </a:moveTo>
                <a:cubicBezTo>
                  <a:pt x="405" y="264"/>
                  <a:pt x="405" y="0"/>
                  <a:pt x="405" y="270"/>
                </a:cubicBezTo>
                <a:cubicBezTo>
                  <a:pt x="240" y="273"/>
                  <a:pt x="0" y="240"/>
                  <a:pt x="0" y="141"/>
                </a:cubicBezTo>
                <a:cubicBezTo>
                  <a:pt x="0" y="42"/>
                  <a:pt x="198" y="9"/>
                  <a:pt x="405" y="9"/>
                </a:cubicBezTo>
                <a:close/>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36000" tIns="36000" rIns="36000" bIns="36000" anchor="ctr">
            <a:spAutoFit/>
          </a:bodyPr>
          <a:lstStyle/>
          <a:p>
            <a:endParaRPr lang="en-GB"/>
          </a:p>
        </p:txBody>
      </p:sp>
      <p:sp>
        <p:nvSpPr>
          <p:cNvPr id="74789" name="Rectangle 52">
            <a:extLst>
              <a:ext uri="{FF2B5EF4-FFF2-40B4-BE49-F238E27FC236}">
                <a16:creationId xmlns:a16="http://schemas.microsoft.com/office/drawing/2014/main" id="{66E13765-2F44-7516-F735-E1CD2A788407}"/>
              </a:ext>
            </a:extLst>
          </p:cNvPr>
          <p:cNvSpPr>
            <a:spLocks noChangeArrowheads="1"/>
          </p:cNvSpPr>
          <p:nvPr/>
        </p:nvSpPr>
        <p:spPr bwMode="auto">
          <a:xfrm>
            <a:off x="1185863" y="5299075"/>
            <a:ext cx="920750" cy="211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nchor="ctr">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sp>
        <p:nvSpPr>
          <p:cNvPr id="74790" name="Text Box 53">
            <a:extLst>
              <a:ext uri="{FF2B5EF4-FFF2-40B4-BE49-F238E27FC236}">
                <a16:creationId xmlns:a16="http://schemas.microsoft.com/office/drawing/2014/main" id="{E1FAD129-9C5B-3328-6824-68034B86E99F}"/>
              </a:ext>
            </a:extLst>
          </p:cNvPr>
          <p:cNvSpPr txBox="1">
            <a:spLocks noChangeArrowheads="1"/>
          </p:cNvSpPr>
          <p:nvPr/>
        </p:nvSpPr>
        <p:spPr bwMode="auto">
          <a:xfrm>
            <a:off x="1295400" y="5254625"/>
            <a:ext cx="825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GB" altLang="en-US" sz="1800" noProof="1">
                <a:latin typeface="Arial" panose="020B0604020202020204" pitchFamily="34" charset="0"/>
              </a:rPr>
              <a:t>Booking</a:t>
            </a:r>
          </a:p>
        </p:txBody>
      </p:sp>
      <p:sp>
        <p:nvSpPr>
          <p:cNvPr id="74791" name="Line 54">
            <a:extLst>
              <a:ext uri="{FF2B5EF4-FFF2-40B4-BE49-F238E27FC236}">
                <a16:creationId xmlns:a16="http://schemas.microsoft.com/office/drawing/2014/main" id="{A3DA7750-638A-6404-857F-895DECB9C31F}"/>
              </a:ext>
            </a:extLst>
          </p:cNvPr>
          <p:cNvSpPr>
            <a:spLocks noChangeShapeType="1"/>
          </p:cNvSpPr>
          <p:nvPr/>
        </p:nvSpPr>
        <p:spPr bwMode="auto">
          <a:xfrm>
            <a:off x="4267200" y="3810000"/>
            <a:ext cx="0" cy="2667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74792" name="Rectangle 55">
            <a:extLst>
              <a:ext uri="{FF2B5EF4-FFF2-40B4-BE49-F238E27FC236}">
                <a16:creationId xmlns:a16="http://schemas.microsoft.com/office/drawing/2014/main" id="{42F727D3-BBA7-167A-44F8-CF8D89CDEB60}"/>
              </a:ext>
            </a:extLst>
          </p:cNvPr>
          <p:cNvSpPr>
            <a:spLocks noChangeArrowheads="1"/>
          </p:cNvSpPr>
          <p:nvPr/>
        </p:nvSpPr>
        <p:spPr bwMode="auto">
          <a:xfrm>
            <a:off x="609600" y="62484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GB" altLang="en-US" sz="1200" noProof="1">
                <a:latin typeface="Times New Roman" panose="02020603050405020304" pitchFamily="18" charset="0"/>
              </a:rPr>
              <a:t>From: Soren Lauesen: Software Requirements</a:t>
            </a:r>
          </a:p>
          <a:p>
            <a:r>
              <a:rPr lang="en-GB" altLang="en-US" sz="1200" noProof="1">
                <a:latin typeface="Times New Roman" panose="02020603050405020304" pitchFamily="18" charset="0"/>
              </a:rPr>
              <a:t>© Pearson / Addison-Wesley 2002</a:t>
            </a:r>
          </a:p>
        </p:txBody>
      </p:sp>
      <p:sp>
        <p:nvSpPr>
          <p:cNvPr id="74793" name="Slide Number Placeholder 1">
            <a:extLst>
              <a:ext uri="{FF2B5EF4-FFF2-40B4-BE49-F238E27FC236}">
                <a16:creationId xmlns:a16="http://schemas.microsoft.com/office/drawing/2014/main" id="{489C277D-6053-D943-2694-BB6669C798A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6B7714C-EE91-48E7-9A53-CE4E26AD6730}" type="slidenum">
              <a:rPr lang="en-AU" altLang="en-US" sz="1400" smtClean="0">
                <a:latin typeface="Times New Roman" panose="02020603050405020304" pitchFamily="18" charset="0"/>
              </a:rPr>
              <a:pPr>
                <a:spcBef>
                  <a:spcPct val="0"/>
                </a:spcBef>
                <a:buSzTx/>
                <a:buFontTx/>
                <a:buNone/>
              </a:pPr>
              <a:t>37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BG"/>
          <p:cNvSpPr/>
          <p:nvPr/>
        </p:nvSpPr>
        <p:spPr>
          <a:xfrm>
            <a:off x="0" y="0"/>
            <a:ext cx="9144000" cy="6858000"/>
          </a:xfrm>
          <a:prstGeom prst="rect">
            <a:avLst/>
          </a:prstGeom>
          <a:solidFill>
            <a:srgbClr val="F5F7FA"/>
          </a:solidFill>
          <a:ln>
            <a:noFill/>
          </a:ln>
        </p:spPr>
        <p:txBody>
          <a:bodyPr/>
          <a:lstStyle/>
          <a:p>
            <a:endParaRPr sz="3200"/>
          </a:p>
        </p:txBody>
      </p:sp>
      <p:sp>
        <p:nvSpPr>
          <p:cNvPr id="2" name="Slide Number Placeholder 1">
            <a:extLst>
              <a:ext uri="{FF2B5EF4-FFF2-40B4-BE49-F238E27FC236}">
                <a16:creationId xmlns:a16="http://schemas.microsoft.com/office/drawing/2014/main" id="{0BF7E2AF-5FA7-5F10-EF26-7603640C4C84}"/>
              </a:ext>
            </a:extLst>
          </p:cNvPr>
          <p:cNvSpPr>
            <a:spLocks noGrp="1"/>
          </p:cNvSpPr>
          <p:nvPr>
            <p:ph type="sldNum" sz="quarter" idx="10"/>
          </p:nvPr>
        </p:nvSpPr>
        <p:spPr/>
        <p:txBody>
          <a:bodyPr/>
          <a:lstStyle/>
          <a:p>
            <a:pPr>
              <a:defRPr/>
            </a:pPr>
            <a:fld id="{FC279CBA-3DE2-4F3E-9DAD-F437429B7910}" type="slidenum">
              <a:rPr lang="en-AU" altLang="en-US" sz="1800" smtClean="0"/>
              <a:pPr>
                <a:defRPr/>
              </a:pPr>
              <a:t>38</a:t>
            </a:fld>
            <a:endParaRPr lang="en-AU" altLang="en-US" sz="1800"/>
          </a:p>
          <a:p>
            <a:pPr>
              <a:defRPr/>
            </a:pPr>
            <a:endParaRPr lang="en-AU" altLang="en-US" sz="1800"/>
          </a:p>
        </p:txBody>
      </p:sp>
      <p:sp>
        <p:nvSpPr>
          <p:cNvPr id="802" name="TitleBar"/>
          <p:cNvSpPr/>
          <p:nvPr/>
        </p:nvSpPr>
        <p:spPr>
          <a:xfrm>
            <a:off x="0" y="0"/>
            <a:ext cx="9144000" cy="635000"/>
          </a:xfrm>
          <a:prstGeom prst="rect">
            <a:avLst/>
          </a:prstGeom>
          <a:solidFill>
            <a:srgbClr val="000000"/>
          </a:solidFill>
          <a:ln>
            <a:noFill/>
          </a:ln>
        </p:spPr>
        <p:txBody>
          <a:bodyPr/>
          <a:lstStyle/>
          <a:p>
            <a:endParaRPr sz="3200"/>
          </a:p>
        </p:txBody>
      </p:sp>
      <p:sp>
        <p:nvSpPr>
          <p:cNvPr id="803" name="TitleTxt"/>
          <p:cNvSpPr/>
          <p:nvPr/>
        </p:nvSpPr>
        <p:spPr>
          <a:xfrm>
            <a:off x="127000" y="0"/>
            <a:ext cx="8890000" cy="635000"/>
          </a:xfrm>
          <a:prstGeom prst="rect">
            <a:avLst/>
          </a:prstGeom>
          <a:noFill/>
          <a:ln>
            <a:noFill/>
          </a:ln>
        </p:spPr>
        <p:txBody>
          <a:bodyPr vert="horz" wrap="square" anchor="ctr">
            <a:normAutofit/>
          </a:bodyPr>
          <a:lstStyle/>
          <a:p>
            <a:pPr algn="l">
              <a:spcBef>
                <a:spcPts val="0"/>
              </a:spcBef>
              <a:spcAft>
                <a:spcPts val="0"/>
              </a:spcAft>
              <a:buNone/>
            </a:pPr>
            <a:r>
              <a:rPr lang="en-AU" b="1" dirty="0">
                <a:solidFill>
                  <a:srgbClr val="FFFFFF"/>
                </a:solidFill>
              </a:rPr>
              <a:t>Use Cases vs. User Tasks  —  Why We Split the Diagram</a:t>
            </a:r>
          </a:p>
        </p:txBody>
      </p:sp>
      <p:sp>
        <p:nvSpPr>
          <p:cNvPr id="804" name="Stripe"/>
          <p:cNvSpPr/>
          <p:nvPr/>
        </p:nvSpPr>
        <p:spPr>
          <a:xfrm>
            <a:off x="0" y="635000"/>
            <a:ext cx="9144000" cy="76200"/>
          </a:xfrm>
          <a:prstGeom prst="rect">
            <a:avLst/>
          </a:prstGeom>
          <a:solidFill>
            <a:srgbClr val="00CC99"/>
          </a:solidFill>
          <a:ln>
            <a:noFill/>
          </a:ln>
        </p:spPr>
        <p:txBody>
          <a:bodyPr/>
          <a:lstStyle/>
          <a:p>
            <a:endParaRPr sz="3200"/>
          </a:p>
        </p:txBody>
      </p:sp>
      <p:sp>
        <p:nvSpPr>
          <p:cNvPr id="805" name="Q"/>
          <p:cNvSpPr/>
          <p:nvPr/>
        </p:nvSpPr>
        <p:spPr>
          <a:xfrm>
            <a:off x="254000" y="762000"/>
            <a:ext cx="8636000" cy="381000"/>
          </a:xfrm>
          <a:prstGeom prst="rect">
            <a:avLst/>
          </a:prstGeom>
          <a:noFill/>
          <a:ln>
            <a:noFill/>
          </a:ln>
        </p:spPr>
        <p:txBody>
          <a:bodyPr vert="horz" wrap="square" anchor="ctr">
            <a:noAutofit/>
          </a:bodyPr>
          <a:lstStyle/>
          <a:p>
            <a:pPr algn="l">
              <a:spcBef>
                <a:spcPts val="0"/>
              </a:spcBef>
              <a:spcAft>
                <a:spcPts val="0"/>
              </a:spcAft>
              <a:buNone/>
            </a:pPr>
            <a:r>
              <a:rPr lang="en-AU" sz="1600" dirty="0">
                <a:solidFill>
                  <a:srgbClr val="333333"/>
                </a:solidFill>
              </a:rPr>
              <a:t>The hotel system UML diagram has ONE actor (Receptionist) connected to 4 use cases. Why split it into TWO diagrams?</a:t>
            </a:r>
          </a:p>
        </p:txBody>
      </p:sp>
      <p:sp>
        <p:nvSpPr>
          <p:cNvPr id="810" name="PHdr"/>
          <p:cNvSpPr/>
          <p:nvPr/>
        </p:nvSpPr>
        <p:spPr>
          <a:xfrm>
            <a:off x="254000" y="1206500"/>
            <a:ext cx="8636000" cy="330200"/>
          </a:xfrm>
          <a:prstGeom prst="rect">
            <a:avLst/>
          </a:prstGeom>
          <a:solidFill>
            <a:srgbClr val="7A3800"/>
          </a:solidFill>
          <a:ln>
            <a:noFill/>
          </a:ln>
        </p:spPr>
        <p:txBody>
          <a:bodyPr vert="horz" wrap="square" anchor="ctr">
            <a:noAutofit/>
          </a:bodyPr>
          <a:lstStyle/>
          <a:p>
            <a:pPr algn="l">
              <a:spcBef>
                <a:spcPts val="0"/>
              </a:spcBef>
              <a:spcAft>
                <a:spcPts val="0"/>
              </a:spcAft>
              <a:buNone/>
            </a:pPr>
            <a:r>
              <a:rPr lang="en-AU" sz="1600" b="1" dirty="0">
                <a:solidFill>
                  <a:srgbClr val="FFFFFF"/>
                </a:solidFill>
              </a:rPr>
              <a:t>BEFORE  —  Combined diagram (the problem)</a:t>
            </a:r>
          </a:p>
        </p:txBody>
      </p:sp>
      <p:sp>
        <p:nvSpPr>
          <p:cNvPr id="811" name="SysBound"/>
          <p:cNvSpPr/>
          <p:nvPr/>
        </p:nvSpPr>
        <p:spPr>
          <a:xfrm>
            <a:off x="2540000" y="1625600"/>
            <a:ext cx="2540000" cy="1778000"/>
          </a:xfrm>
          <a:prstGeom prst="rect">
            <a:avLst/>
          </a:prstGeom>
          <a:noFill/>
          <a:ln w="12700">
            <a:solidFill>
              <a:srgbClr val="888888"/>
            </a:solidFill>
          </a:ln>
        </p:spPr>
        <p:txBody>
          <a:bodyPr/>
          <a:lstStyle/>
          <a:p>
            <a:endParaRPr sz="3200"/>
          </a:p>
        </p:txBody>
      </p:sp>
      <p:sp>
        <p:nvSpPr>
          <p:cNvPr id="812" name="SysLabel"/>
          <p:cNvSpPr/>
          <p:nvPr/>
        </p:nvSpPr>
        <p:spPr>
          <a:xfrm>
            <a:off x="2540000" y="1625600"/>
            <a:ext cx="2540000" cy="279400"/>
          </a:xfrm>
          <a:prstGeom prst="rect">
            <a:avLst/>
          </a:prstGeom>
          <a:noFill/>
          <a:ln>
            <a:noFill/>
          </a:ln>
        </p:spPr>
        <p:txBody>
          <a:bodyPr vert="horz" wrap="square" anchor="ctr">
            <a:noAutofit/>
          </a:bodyPr>
          <a:lstStyle/>
          <a:p>
            <a:pPr algn="ctr">
              <a:spcBef>
                <a:spcPts val="0"/>
              </a:spcBef>
              <a:spcAft>
                <a:spcPts val="0"/>
              </a:spcAft>
              <a:buNone/>
            </a:pPr>
            <a:r>
              <a:rPr lang="en-AU" sz="1400" b="1" dirty="0">
                <a:solidFill>
                  <a:srgbClr val="555555"/>
                </a:solidFill>
              </a:rPr>
              <a:t>Hotel System</a:t>
            </a:r>
          </a:p>
        </p:txBody>
      </p:sp>
      <p:sp>
        <p:nvSpPr>
          <p:cNvPr id="820" name="UC_Booking"/>
          <p:cNvSpPr/>
          <p:nvPr/>
        </p:nvSpPr>
        <p:spPr>
          <a:xfrm>
            <a:off x="2794000" y="1905000"/>
            <a:ext cx="2006600" cy="304800"/>
          </a:xfrm>
          <a:prstGeom prst="ellipse">
            <a:avLst/>
          </a:prstGeom>
          <a:solidFill>
            <a:srgbClr val="E8F4FF"/>
          </a:solidFill>
          <a:ln w="12700">
            <a:solidFill>
              <a:srgbClr val="4A90D9"/>
            </a:solidFill>
          </a:ln>
        </p:spPr>
        <p:txBody>
          <a:bodyPr/>
          <a:lstStyle/>
          <a:p>
            <a:endParaRPr sz="3200"/>
          </a:p>
        </p:txBody>
      </p:sp>
      <p:sp>
        <p:nvSpPr>
          <p:cNvPr id="830" name="UCLbl_Booking"/>
          <p:cNvSpPr/>
          <p:nvPr/>
        </p:nvSpPr>
        <p:spPr>
          <a:xfrm>
            <a:off x="2794000" y="1905000"/>
            <a:ext cx="2006600" cy="304800"/>
          </a:xfrm>
          <a:prstGeom prst="rect">
            <a:avLst/>
          </a:prstGeom>
          <a:noFill/>
          <a:ln>
            <a:noFill/>
          </a:ln>
        </p:spPr>
        <p:txBody>
          <a:bodyPr vert="horz" wrap="square" anchor="ctr">
            <a:noAutofit/>
          </a:bodyPr>
          <a:lstStyle/>
          <a:p>
            <a:pPr algn="ctr">
              <a:spcBef>
                <a:spcPts val="0"/>
              </a:spcBef>
              <a:spcAft>
                <a:spcPts val="0"/>
              </a:spcAft>
              <a:buNone/>
            </a:pPr>
            <a:r>
              <a:rPr lang="en-AU" sz="1600" dirty="0">
                <a:solidFill>
                  <a:srgbClr val="1A3A6B"/>
                </a:solidFill>
              </a:rPr>
              <a:t>Booking</a:t>
            </a:r>
          </a:p>
        </p:txBody>
      </p:sp>
      <p:sp>
        <p:nvSpPr>
          <p:cNvPr id="821" name="UC_Checkin"/>
          <p:cNvSpPr/>
          <p:nvPr/>
        </p:nvSpPr>
        <p:spPr>
          <a:xfrm>
            <a:off x="2794000" y="2260600"/>
            <a:ext cx="2006600" cy="304800"/>
          </a:xfrm>
          <a:prstGeom prst="ellipse">
            <a:avLst/>
          </a:prstGeom>
          <a:solidFill>
            <a:srgbClr val="E8F4FF"/>
          </a:solidFill>
          <a:ln w="12700">
            <a:solidFill>
              <a:srgbClr val="4A90D9"/>
            </a:solidFill>
          </a:ln>
        </p:spPr>
        <p:txBody>
          <a:bodyPr/>
          <a:lstStyle/>
          <a:p>
            <a:endParaRPr sz="3200"/>
          </a:p>
        </p:txBody>
      </p:sp>
      <p:sp>
        <p:nvSpPr>
          <p:cNvPr id="831" name="UCLbl_Checkin"/>
          <p:cNvSpPr/>
          <p:nvPr/>
        </p:nvSpPr>
        <p:spPr>
          <a:xfrm>
            <a:off x="2794000" y="2260600"/>
            <a:ext cx="2006600" cy="304800"/>
          </a:xfrm>
          <a:prstGeom prst="rect">
            <a:avLst/>
          </a:prstGeom>
          <a:noFill/>
          <a:ln>
            <a:noFill/>
          </a:ln>
        </p:spPr>
        <p:txBody>
          <a:bodyPr vert="horz" wrap="square" anchor="ctr">
            <a:noAutofit/>
          </a:bodyPr>
          <a:lstStyle/>
          <a:p>
            <a:pPr algn="ctr">
              <a:spcBef>
                <a:spcPts val="0"/>
              </a:spcBef>
              <a:spcAft>
                <a:spcPts val="0"/>
              </a:spcAft>
              <a:buNone/>
            </a:pPr>
            <a:r>
              <a:rPr lang="en-AU" sz="1600" dirty="0">
                <a:solidFill>
                  <a:srgbClr val="1A3A6B"/>
                </a:solidFill>
              </a:rPr>
              <a:t>Checkin</a:t>
            </a:r>
          </a:p>
        </p:txBody>
      </p:sp>
      <p:sp>
        <p:nvSpPr>
          <p:cNvPr id="822" name="UC_Checkout"/>
          <p:cNvSpPr/>
          <p:nvPr/>
        </p:nvSpPr>
        <p:spPr>
          <a:xfrm>
            <a:off x="2794000" y="2616200"/>
            <a:ext cx="2006600" cy="304800"/>
          </a:xfrm>
          <a:prstGeom prst="ellipse">
            <a:avLst/>
          </a:prstGeom>
          <a:solidFill>
            <a:srgbClr val="E8F4FF"/>
          </a:solidFill>
          <a:ln w="12700">
            <a:solidFill>
              <a:srgbClr val="4A90D9"/>
            </a:solidFill>
          </a:ln>
        </p:spPr>
        <p:txBody>
          <a:bodyPr/>
          <a:lstStyle/>
          <a:p>
            <a:endParaRPr sz="3200"/>
          </a:p>
        </p:txBody>
      </p:sp>
      <p:sp>
        <p:nvSpPr>
          <p:cNvPr id="832" name="UCLbl_Checkout"/>
          <p:cNvSpPr/>
          <p:nvPr/>
        </p:nvSpPr>
        <p:spPr>
          <a:xfrm>
            <a:off x="2794000" y="2616200"/>
            <a:ext cx="2006600" cy="304800"/>
          </a:xfrm>
          <a:prstGeom prst="rect">
            <a:avLst/>
          </a:prstGeom>
          <a:noFill/>
          <a:ln>
            <a:noFill/>
          </a:ln>
        </p:spPr>
        <p:txBody>
          <a:bodyPr vert="horz" wrap="square" anchor="ctr">
            <a:noAutofit/>
          </a:bodyPr>
          <a:lstStyle/>
          <a:p>
            <a:pPr algn="ctr">
              <a:spcBef>
                <a:spcPts val="0"/>
              </a:spcBef>
              <a:spcAft>
                <a:spcPts val="0"/>
              </a:spcAft>
              <a:buNone/>
            </a:pPr>
            <a:r>
              <a:rPr lang="en-AU" sz="1600" dirty="0">
                <a:solidFill>
                  <a:srgbClr val="1A3A6B"/>
                </a:solidFill>
              </a:rPr>
              <a:t>Checkout</a:t>
            </a:r>
          </a:p>
        </p:txBody>
      </p:sp>
      <p:sp>
        <p:nvSpPr>
          <p:cNvPr id="823" name="UC_Transfer"/>
          <p:cNvSpPr/>
          <p:nvPr/>
        </p:nvSpPr>
        <p:spPr>
          <a:xfrm>
            <a:off x="2794000" y="2971800"/>
            <a:ext cx="2006600" cy="304800"/>
          </a:xfrm>
          <a:prstGeom prst="ellipse">
            <a:avLst/>
          </a:prstGeom>
          <a:solidFill>
            <a:srgbClr val="E8F4FF"/>
          </a:solidFill>
          <a:ln w="12700">
            <a:solidFill>
              <a:srgbClr val="4A90D9"/>
            </a:solidFill>
          </a:ln>
        </p:spPr>
        <p:txBody>
          <a:bodyPr/>
          <a:lstStyle/>
          <a:p>
            <a:endParaRPr sz="3200"/>
          </a:p>
        </p:txBody>
      </p:sp>
      <p:sp>
        <p:nvSpPr>
          <p:cNvPr id="833" name="UCLbl_Transfer"/>
          <p:cNvSpPr/>
          <p:nvPr/>
        </p:nvSpPr>
        <p:spPr>
          <a:xfrm>
            <a:off x="2794000" y="2971800"/>
            <a:ext cx="2006600" cy="304800"/>
          </a:xfrm>
          <a:prstGeom prst="rect">
            <a:avLst/>
          </a:prstGeom>
          <a:noFill/>
          <a:ln>
            <a:noFill/>
          </a:ln>
        </p:spPr>
        <p:txBody>
          <a:bodyPr vert="horz" wrap="square" anchor="ctr">
            <a:noAutofit/>
          </a:bodyPr>
          <a:lstStyle/>
          <a:p>
            <a:pPr algn="ctr">
              <a:spcBef>
                <a:spcPts val="0"/>
              </a:spcBef>
              <a:spcAft>
                <a:spcPts val="0"/>
              </a:spcAft>
              <a:buNone/>
            </a:pPr>
            <a:r>
              <a:rPr lang="en-AU" sz="1600" dirty="0">
                <a:solidFill>
                  <a:srgbClr val="1A3A6B"/>
                </a:solidFill>
              </a:rPr>
              <a:t>Transfer</a:t>
            </a:r>
          </a:p>
        </p:txBody>
      </p:sp>
      <p:sp>
        <p:nvSpPr>
          <p:cNvPr id="840" name="RecHead"/>
          <p:cNvSpPr/>
          <p:nvPr/>
        </p:nvSpPr>
        <p:spPr>
          <a:xfrm>
            <a:off x="1524000" y="1841500"/>
            <a:ext cx="279400" cy="279400"/>
          </a:xfrm>
          <a:prstGeom prst="ellipse">
            <a:avLst/>
          </a:prstGeom>
          <a:solidFill>
            <a:srgbClr val="FFD700"/>
          </a:solidFill>
          <a:ln w="9525">
            <a:solidFill>
              <a:srgbClr val="AA7700"/>
            </a:solidFill>
          </a:ln>
        </p:spPr>
        <p:txBody>
          <a:bodyPr/>
          <a:lstStyle/>
          <a:p>
            <a:endParaRPr sz="3200"/>
          </a:p>
        </p:txBody>
      </p:sp>
      <p:sp>
        <p:nvSpPr>
          <p:cNvPr id="841" name="RecLbl"/>
          <p:cNvSpPr/>
          <p:nvPr/>
        </p:nvSpPr>
        <p:spPr>
          <a:xfrm>
            <a:off x="1143000" y="2133600"/>
            <a:ext cx="1016000" cy="254000"/>
          </a:xfrm>
          <a:prstGeom prst="rect">
            <a:avLst/>
          </a:prstGeom>
          <a:noFill/>
          <a:ln>
            <a:noFill/>
          </a:ln>
        </p:spPr>
        <p:txBody>
          <a:bodyPr vert="horz" wrap="square" anchor="ctr">
            <a:noAutofit/>
          </a:bodyPr>
          <a:lstStyle/>
          <a:p>
            <a:pPr algn="ctr">
              <a:spcBef>
                <a:spcPts val="0"/>
              </a:spcBef>
              <a:spcAft>
                <a:spcPts val="0"/>
              </a:spcAft>
              <a:buNone/>
            </a:pPr>
            <a:r>
              <a:rPr lang="en-AU" sz="1400" dirty="0">
                <a:solidFill>
                  <a:srgbClr val="333333"/>
                </a:solidFill>
              </a:rPr>
              <a:t>Receptionist</a:t>
            </a:r>
          </a:p>
        </p:txBody>
      </p:sp>
      <p:sp>
        <p:nvSpPr>
          <p:cNvPr id="842" name="RecRole"/>
          <p:cNvSpPr/>
          <p:nvPr/>
        </p:nvSpPr>
        <p:spPr>
          <a:xfrm>
            <a:off x="1143000" y="2362200"/>
            <a:ext cx="1016000" cy="228600"/>
          </a:xfrm>
          <a:prstGeom prst="rect">
            <a:avLst/>
          </a:prstGeom>
          <a:noFill/>
          <a:ln>
            <a:noFill/>
          </a:ln>
        </p:spPr>
        <p:txBody>
          <a:bodyPr vert="horz" wrap="square" anchor="ctr">
            <a:noAutofit/>
          </a:bodyPr>
          <a:lstStyle/>
          <a:p>
            <a:pPr algn="ctr">
              <a:spcBef>
                <a:spcPts val="0"/>
              </a:spcBef>
              <a:spcAft>
                <a:spcPts val="0"/>
              </a:spcAft>
              <a:buNone/>
            </a:pPr>
            <a:r>
              <a:rPr lang="en-AU" sz="1100" i="1" dirty="0">
                <a:solidFill>
                  <a:srgbClr val="AA5500"/>
                </a:solidFill>
              </a:rPr>
              <a:t>(Human)</a:t>
            </a:r>
          </a:p>
        </p:txBody>
      </p:sp>
      <p:sp>
        <p:nvSpPr>
          <p:cNvPr id="843" name="AccBox"/>
          <p:cNvSpPr/>
          <p:nvPr/>
        </p:nvSpPr>
        <p:spPr>
          <a:xfrm>
            <a:off x="5397500" y="1968500"/>
            <a:ext cx="635000" cy="508000"/>
          </a:xfrm>
          <a:prstGeom prst="rect">
            <a:avLst/>
          </a:prstGeom>
          <a:solidFill>
            <a:srgbClr val="D0E8FF"/>
          </a:solidFill>
          <a:ln w="9525">
            <a:solidFill>
              <a:srgbClr val="4A90D9"/>
            </a:solidFill>
          </a:ln>
        </p:spPr>
        <p:txBody>
          <a:bodyPr/>
          <a:lstStyle/>
          <a:p>
            <a:endParaRPr sz="3200"/>
          </a:p>
        </p:txBody>
      </p:sp>
      <p:sp>
        <p:nvSpPr>
          <p:cNvPr id="844" name="AccLbl"/>
          <p:cNvSpPr/>
          <p:nvPr/>
        </p:nvSpPr>
        <p:spPr>
          <a:xfrm>
            <a:off x="5207000" y="2501900"/>
            <a:ext cx="1016000" cy="254000"/>
          </a:xfrm>
          <a:prstGeom prst="rect">
            <a:avLst/>
          </a:prstGeom>
          <a:noFill/>
          <a:ln>
            <a:noFill/>
          </a:ln>
        </p:spPr>
        <p:txBody>
          <a:bodyPr vert="horz" wrap="square" anchor="ctr">
            <a:noAutofit/>
          </a:bodyPr>
          <a:lstStyle/>
          <a:p>
            <a:pPr algn="ctr">
              <a:spcBef>
                <a:spcPts val="0"/>
              </a:spcBef>
              <a:spcAft>
                <a:spcPts val="0"/>
              </a:spcAft>
              <a:buNone/>
            </a:pPr>
            <a:r>
              <a:rPr lang="en-AU" sz="1400" dirty="0">
                <a:solidFill>
                  <a:srgbClr val="1A3A6B"/>
                </a:solidFill>
              </a:rPr>
              <a:t>Account System</a:t>
            </a:r>
          </a:p>
        </p:txBody>
      </p:sp>
      <p:sp>
        <p:nvSpPr>
          <p:cNvPr id="845" name="AccRole"/>
          <p:cNvSpPr/>
          <p:nvPr/>
        </p:nvSpPr>
        <p:spPr>
          <a:xfrm>
            <a:off x="5270500" y="2730500"/>
            <a:ext cx="914400" cy="228600"/>
          </a:xfrm>
          <a:prstGeom prst="rect">
            <a:avLst/>
          </a:prstGeom>
          <a:noFill/>
          <a:ln>
            <a:noFill/>
          </a:ln>
        </p:spPr>
        <p:txBody>
          <a:bodyPr vert="horz" wrap="square" anchor="ctr">
            <a:noAutofit/>
          </a:bodyPr>
          <a:lstStyle/>
          <a:p>
            <a:pPr algn="ctr">
              <a:spcBef>
                <a:spcPts val="0"/>
              </a:spcBef>
              <a:spcAft>
                <a:spcPts val="0"/>
              </a:spcAft>
              <a:buNone/>
            </a:pPr>
            <a:r>
              <a:rPr lang="en-AU" sz="1100" i="1" dirty="0">
                <a:solidFill>
                  <a:srgbClr val="1A3A6B"/>
                </a:solidFill>
              </a:rPr>
              <a:t>(Computer)</a:t>
            </a:r>
          </a:p>
        </p:txBody>
      </p:sp>
      <p:cxnSp>
        <p:nvCxnSpPr>
          <p:cNvPr id="850" name="ArrL0"/>
          <p:cNvCxnSpPr/>
          <p:nvPr/>
        </p:nvCxnSpPr>
        <p:spPr>
          <a:xfrm>
            <a:off x="1803400" y="2044700"/>
            <a:ext cx="990600" cy="12700"/>
          </a:xfrm>
          <a:prstGeom prst="line">
            <a:avLst/>
          </a:prstGeom>
          <a:ln w="15875">
            <a:solidFill>
              <a:srgbClr val="AA7700"/>
            </a:solidFill>
            <a:headEnd type="none"/>
            <a:tailEnd type="arrow" w="med" len="med"/>
          </a:ln>
        </p:spPr>
      </p:cxnSp>
      <p:cxnSp>
        <p:nvCxnSpPr>
          <p:cNvPr id="851" name="ArrL1"/>
          <p:cNvCxnSpPr/>
          <p:nvPr/>
        </p:nvCxnSpPr>
        <p:spPr>
          <a:xfrm>
            <a:off x="1803400" y="2400300"/>
            <a:ext cx="990600" cy="12700"/>
          </a:xfrm>
          <a:prstGeom prst="line">
            <a:avLst/>
          </a:prstGeom>
          <a:ln w="15875">
            <a:solidFill>
              <a:srgbClr val="AA7700"/>
            </a:solidFill>
            <a:headEnd type="none"/>
            <a:tailEnd type="arrow" w="med" len="med"/>
          </a:ln>
        </p:spPr>
      </p:cxnSp>
      <p:cxnSp>
        <p:nvCxnSpPr>
          <p:cNvPr id="852" name="ArrL2"/>
          <p:cNvCxnSpPr/>
          <p:nvPr/>
        </p:nvCxnSpPr>
        <p:spPr>
          <a:xfrm>
            <a:off x="1803400" y="2755900"/>
            <a:ext cx="990600" cy="12700"/>
          </a:xfrm>
          <a:prstGeom prst="line">
            <a:avLst/>
          </a:prstGeom>
          <a:ln w="15875">
            <a:solidFill>
              <a:srgbClr val="AA7700"/>
            </a:solidFill>
            <a:headEnd type="none"/>
            <a:tailEnd type="arrow" w="med" len="med"/>
          </a:ln>
        </p:spPr>
      </p:cxnSp>
      <p:cxnSp>
        <p:nvCxnSpPr>
          <p:cNvPr id="853" name="ArrL3"/>
          <p:cNvCxnSpPr/>
          <p:nvPr/>
        </p:nvCxnSpPr>
        <p:spPr>
          <a:xfrm>
            <a:off x="1803400" y="3111500"/>
            <a:ext cx="990600" cy="12700"/>
          </a:xfrm>
          <a:prstGeom prst="line">
            <a:avLst/>
          </a:prstGeom>
          <a:ln w="15875">
            <a:solidFill>
              <a:srgbClr val="AA7700"/>
            </a:solidFill>
            <a:headEnd type="none"/>
            <a:tailEnd type="arrow" w="med" len="med"/>
          </a:ln>
        </p:spPr>
      </p:cxnSp>
      <p:cxnSp>
        <p:nvCxnSpPr>
          <p:cNvPr id="860" name="ArrR1"/>
          <p:cNvCxnSpPr/>
          <p:nvPr/>
        </p:nvCxnSpPr>
        <p:spPr>
          <a:xfrm>
            <a:off x="4800600" y="2057400"/>
            <a:ext cx="596900" cy="76200"/>
          </a:xfrm>
          <a:prstGeom prst="line">
            <a:avLst/>
          </a:prstGeom>
          <a:ln w="15875">
            <a:solidFill>
              <a:srgbClr val="4A90D9"/>
            </a:solidFill>
            <a:headEnd type="none"/>
            <a:tailEnd type="arrow" w="med" len="med"/>
          </a:ln>
        </p:spPr>
      </p:cxnSp>
      <p:cxnSp>
        <p:nvCxnSpPr>
          <p:cNvPr id="861" name="ArrR2"/>
          <p:cNvCxnSpPr/>
          <p:nvPr/>
        </p:nvCxnSpPr>
        <p:spPr>
          <a:xfrm flipV="1">
            <a:off x="4800600" y="2260600"/>
            <a:ext cx="596900" cy="508000"/>
          </a:xfrm>
          <a:prstGeom prst="line">
            <a:avLst/>
          </a:prstGeom>
          <a:ln w="15875">
            <a:solidFill>
              <a:srgbClr val="4A90D9"/>
            </a:solidFill>
            <a:headEnd type="none"/>
            <a:tailEnd type="arrow" w="med" len="med"/>
          </a:ln>
        </p:spPr>
      </p:cxnSp>
      <p:sp>
        <p:nvSpPr>
          <p:cNvPr id="865" name="ProbBox"/>
          <p:cNvSpPr/>
          <p:nvPr/>
        </p:nvSpPr>
        <p:spPr>
          <a:xfrm>
            <a:off x="6223000" y="1651000"/>
            <a:ext cx="2540000" cy="1016000"/>
          </a:xfrm>
          <a:prstGeom prst="roundRect">
            <a:avLst/>
          </a:prstGeom>
          <a:solidFill>
            <a:srgbClr val="FFF3CD"/>
          </a:solidFill>
          <a:ln w="15875">
            <a:solidFill>
              <a:srgbClr val="E8A000"/>
            </a:solidFill>
          </a:ln>
        </p:spPr>
        <p:txBody>
          <a:bodyPr/>
          <a:lstStyle/>
          <a:p>
            <a:endParaRPr sz="3200"/>
          </a:p>
        </p:txBody>
      </p:sp>
      <p:sp>
        <p:nvSpPr>
          <p:cNvPr id="866" name="ProbTxt"/>
          <p:cNvSpPr/>
          <p:nvPr/>
        </p:nvSpPr>
        <p:spPr>
          <a:xfrm>
            <a:off x="6286500" y="1651000"/>
            <a:ext cx="2413000" cy="1016000"/>
          </a:xfrm>
          <a:prstGeom prst="rect">
            <a:avLst/>
          </a:prstGeom>
          <a:noFill/>
          <a:ln>
            <a:noFill/>
          </a:ln>
        </p:spPr>
        <p:txBody>
          <a:bodyPr vert="horz" wrap="square" anchor="ctr">
            <a:normAutofit/>
          </a:bodyPr>
          <a:lstStyle/>
          <a:p>
            <a:pPr algn="l">
              <a:spcBef>
                <a:spcPts val="0"/>
              </a:spcBef>
              <a:spcAft>
                <a:spcPts val="0"/>
              </a:spcAft>
              <a:buNone/>
            </a:pPr>
            <a:r>
              <a:rPr lang="en-AU" sz="1600" b="1" dirty="0">
                <a:solidFill>
                  <a:srgbClr val="7A3800"/>
                </a:solidFill>
              </a:rPr>
              <a:t>⚠  Problem</a:t>
            </a:r>
          </a:p>
          <a:p>
            <a:pPr algn="l">
              <a:spcBef>
                <a:spcPts val="0"/>
              </a:spcBef>
              <a:spcAft>
                <a:spcPts val="0"/>
              </a:spcAft>
              <a:buNone/>
            </a:pPr>
            <a:r>
              <a:rPr lang="en-AU" sz="1400" dirty="0">
                <a:solidFill>
                  <a:srgbClr val="555555"/>
                </a:solidFill>
              </a:rPr>
              <a:t>Mixes what the human does</a:t>
            </a:r>
          </a:p>
          <a:p>
            <a:pPr algn="l">
              <a:spcBef>
                <a:spcPts val="0"/>
              </a:spcBef>
              <a:spcAft>
                <a:spcPts val="0"/>
              </a:spcAft>
              <a:buNone/>
            </a:pPr>
            <a:r>
              <a:rPr lang="en-AU" sz="1400" dirty="0">
                <a:solidFill>
                  <a:srgbClr val="555555"/>
                </a:solidFill>
              </a:rPr>
              <a:t>with what the computer does.</a:t>
            </a:r>
          </a:p>
          <a:p>
            <a:pPr algn="l">
              <a:spcBef>
                <a:spcPts val="0"/>
              </a:spcBef>
              <a:spcAft>
                <a:spcPts val="0"/>
              </a:spcAft>
              <a:buNone/>
            </a:pPr>
            <a:r>
              <a:rPr lang="en-AU" sz="1400" dirty="0">
                <a:solidFill>
                  <a:srgbClr val="7A3800"/>
                </a:solidFill>
              </a:rPr>
              <a:t>Hard to assign responsibilities!</a:t>
            </a:r>
          </a:p>
        </p:txBody>
      </p:sp>
      <p:sp>
        <p:nvSpPr>
          <p:cNvPr id="870" name="Divider"/>
          <p:cNvSpPr/>
          <p:nvPr/>
        </p:nvSpPr>
        <p:spPr>
          <a:xfrm>
            <a:off x="254000" y="3738116"/>
            <a:ext cx="8636000" cy="25400"/>
          </a:xfrm>
          <a:prstGeom prst="rect">
            <a:avLst/>
          </a:prstGeom>
          <a:solidFill>
            <a:srgbClr val="AAAAAA"/>
          </a:solidFill>
          <a:ln>
            <a:noFill/>
          </a:ln>
        </p:spPr>
        <p:txBody>
          <a:bodyPr/>
          <a:lstStyle/>
          <a:p>
            <a:endParaRPr sz="3200"/>
          </a:p>
        </p:txBody>
      </p:sp>
      <p:sp>
        <p:nvSpPr>
          <p:cNvPr id="871" name="SplitLabel"/>
          <p:cNvSpPr/>
          <p:nvPr/>
        </p:nvSpPr>
        <p:spPr>
          <a:xfrm>
            <a:off x="3556439" y="3466872"/>
            <a:ext cx="2032000" cy="330200"/>
          </a:xfrm>
          <a:prstGeom prst="rect">
            <a:avLst/>
          </a:prstGeom>
          <a:solidFill>
            <a:srgbClr val="00CC99"/>
          </a:solidFill>
          <a:ln>
            <a:noFill/>
          </a:ln>
        </p:spPr>
        <p:txBody>
          <a:bodyPr vert="horz" wrap="square" anchor="ctr">
            <a:noAutofit/>
          </a:bodyPr>
          <a:lstStyle/>
          <a:p>
            <a:pPr algn="ctr">
              <a:spcBef>
                <a:spcPts val="0"/>
              </a:spcBef>
              <a:spcAft>
                <a:spcPts val="0"/>
              </a:spcAft>
              <a:buNone/>
            </a:pPr>
            <a:r>
              <a:rPr lang="en-AU" sz="1600" b="1" dirty="0">
                <a:solidFill>
                  <a:srgbClr val="FFFFFF"/>
                </a:solidFill>
              </a:rPr>
              <a:t>✂  Split the diagram!</a:t>
            </a:r>
          </a:p>
        </p:txBody>
      </p:sp>
      <p:sp>
        <p:nvSpPr>
          <p:cNvPr id="880" name="SHdr"/>
          <p:cNvSpPr/>
          <p:nvPr/>
        </p:nvSpPr>
        <p:spPr>
          <a:xfrm>
            <a:off x="254000" y="3801616"/>
            <a:ext cx="8636000" cy="279400"/>
          </a:xfrm>
          <a:prstGeom prst="rect">
            <a:avLst/>
          </a:prstGeom>
          <a:solidFill>
            <a:srgbClr val="1A5C46"/>
          </a:solidFill>
          <a:ln>
            <a:noFill/>
          </a:ln>
        </p:spPr>
        <p:txBody>
          <a:bodyPr vert="horz" wrap="square" anchor="ctr">
            <a:noAutofit/>
          </a:bodyPr>
          <a:lstStyle/>
          <a:p>
            <a:pPr algn="l">
              <a:spcBef>
                <a:spcPts val="0"/>
              </a:spcBef>
              <a:spcAft>
                <a:spcPts val="0"/>
              </a:spcAft>
              <a:buNone/>
            </a:pPr>
            <a:r>
              <a:rPr lang="en-AU" sz="1600" b="1" dirty="0">
                <a:solidFill>
                  <a:srgbClr val="FFFFFF"/>
                </a:solidFill>
              </a:rPr>
              <a:t>AFTER  —  Two focused diagrams (the solution)</a:t>
            </a:r>
          </a:p>
        </p:txBody>
      </p:sp>
      <p:sp>
        <p:nvSpPr>
          <p:cNvPr id="881" name="UTBound"/>
          <p:cNvSpPr/>
          <p:nvPr/>
        </p:nvSpPr>
        <p:spPr>
          <a:xfrm>
            <a:off x="381000" y="4157216"/>
            <a:ext cx="2540000" cy="1778000"/>
          </a:xfrm>
          <a:prstGeom prst="roundRect">
            <a:avLst/>
          </a:prstGeom>
          <a:noFill/>
          <a:ln w="15875">
            <a:solidFill>
              <a:srgbClr val="AA7700"/>
            </a:solidFill>
          </a:ln>
        </p:spPr>
        <p:txBody>
          <a:bodyPr/>
          <a:lstStyle/>
          <a:p>
            <a:endParaRPr sz="3200"/>
          </a:p>
        </p:txBody>
      </p:sp>
      <p:sp>
        <p:nvSpPr>
          <p:cNvPr id="882" name="UTHdr"/>
          <p:cNvSpPr/>
          <p:nvPr/>
        </p:nvSpPr>
        <p:spPr>
          <a:xfrm>
            <a:off x="381000" y="4157216"/>
            <a:ext cx="2540000" cy="279400"/>
          </a:xfrm>
          <a:prstGeom prst="rect">
            <a:avLst/>
          </a:prstGeom>
          <a:solidFill>
            <a:srgbClr val="FFF3CD"/>
          </a:solidFill>
          <a:ln>
            <a:noFill/>
          </a:ln>
        </p:spPr>
        <p:txBody>
          <a:bodyPr vert="horz" wrap="square" anchor="ctr">
            <a:noAutofit/>
          </a:bodyPr>
          <a:lstStyle/>
          <a:p>
            <a:pPr algn="ctr">
              <a:spcBef>
                <a:spcPts val="0"/>
              </a:spcBef>
              <a:spcAft>
                <a:spcPts val="0"/>
              </a:spcAft>
              <a:buNone/>
            </a:pPr>
            <a:r>
              <a:rPr lang="en-AU" sz="1400" b="1" dirty="0">
                <a:solidFill>
                  <a:srgbClr val="7A3800"/>
                </a:solidFill>
              </a:rPr>
              <a:t>User Task Diagram</a:t>
            </a:r>
          </a:p>
        </p:txBody>
      </p:sp>
      <p:sp>
        <p:nvSpPr>
          <p:cNvPr id="883" name="UTActor"/>
          <p:cNvSpPr/>
          <p:nvPr/>
        </p:nvSpPr>
        <p:spPr>
          <a:xfrm>
            <a:off x="571500" y="4512816"/>
            <a:ext cx="228600" cy="228600"/>
          </a:xfrm>
          <a:prstGeom prst="ellipse">
            <a:avLst/>
          </a:prstGeom>
          <a:solidFill>
            <a:srgbClr val="FFD700"/>
          </a:solidFill>
          <a:ln w="9525">
            <a:solidFill>
              <a:srgbClr val="AA7700"/>
            </a:solidFill>
          </a:ln>
        </p:spPr>
        <p:txBody>
          <a:bodyPr/>
          <a:lstStyle/>
          <a:p>
            <a:endParaRPr sz="3200"/>
          </a:p>
        </p:txBody>
      </p:sp>
      <p:sp>
        <p:nvSpPr>
          <p:cNvPr id="884" name="UTActLbl"/>
          <p:cNvSpPr/>
          <p:nvPr/>
        </p:nvSpPr>
        <p:spPr>
          <a:xfrm>
            <a:off x="431800" y="4754116"/>
            <a:ext cx="533400" cy="228600"/>
          </a:xfrm>
          <a:prstGeom prst="rect">
            <a:avLst/>
          </a:prstGeom>
          <a:noFill/>
          <a:ln>
            <a:noFill/>
          </a:ln>
        </p:spPr>
        <p:txBody>
          <a:bodyPr vert="horz" wrap="square" anchor="ctr">
            <a:noAutofit/>
          </a:bodyPr>
          <a:lstStyle/>
          <a:p>
            <a:pPr algn="ctr">
              <a:spcBef>
                <a:spcPts val="0"/>
              </a:spcBef>
              <a:spcAft>
                <a:spcPts val="0"/>
              </a:spcAft>
              <a:buNone/>
            </a:pPr>
            <a:r>
              <a:rPr lang="en-AU" sz="800" dirty="0">
                <a:solidFill>
                  <a:srgbClr val="333333"/>
                </a:solidFill>
              </a:rPr>
              <a:t>Receptionist</a:t>
            </a:r>
          </a:p>
        </p:txBody>
      </p:sp>
      <p:sp>
        <p:nvSpPr>
          <p:cNvPr id="890" name="UT_Booking"/>
          <p:cNvSpPr/>
          <p:nvPr/>
        </p:nvSpPr>
        <p:spPr>
          <a:xfrm>
            <a:off x="1371600" y="4411216"/>
            <a:ext cx="1422400" cy="330200"/>
          </a:xfrm>
          <a:prstGeom prst="ellipse">
            <a:avLst/>
          </a:prstGeom>
          <a:solidFill>
            <a:srgbClr val="FFF8E1"/>
          </a:solidFill>
          <a:ln w="9525">
            <a:solidFill>
              <a:srgbClr val="AA7700"/>
            </a:solidFill>
          </a:ln>
        </p:spPr>
        <p:txBody>
          <a:bodyPr/>
          <a:lstStyle/>
          <a:p>
            <a:endParaRPr sz="3200"/>
          </a:p>
        </p:txBody>
      </p:sp>
      <p:sp>
        <p:nvSpPr>
          <p:cNvPr id="893" name="UTLbl_Booking"/>
          <p:cNvSpPr/>
          <p:nvPr/>
        </p:nvSpPr>
        <p:spPr>
          <a:xfrm>
            <a:off x="1371600" y="4411216"/>
            <a:ext cx="1422400" cy="330200"/>
          </a:xfrm>
          <a:prstGeom prst="rect">
            <a:avLst/>
          </a:prstGeom>
          <a:noFill/>
          <a:ln>
            <a:noFill/>
          </a:ln>
        </p:spPr>
        <p:txBody>
          <a:bodyPr vert="horz" wrap="square" anchor="ctr">
            <a:normAutofit/>
          </a:bodyPr>
          <a:lstStyle/>
          <a:p>
            <a:pPr algn="ctr">
              <a:spcBef>
                <a:spcPts val="0"/>
              </a:spcBef>
              <a:spcAft>
                <a:spcPts val="0"/>
              </a:spcAft>
              <a:buNone/>
            </a:pPr>
            <a:r>
              <a:rPr lang="en-AU" sz="1400" dirty="0">
                <a:solidFill>
                  <a:srgbClr val="7A3800"/>
                </a:solidFill>
              </a:rPr>
              <a:t>Booking</a:t>
            </a:r>
          </a:p>
        </p:txBody>
      </p:sp>
      <p:cxnSp>
        <p:nvCxnSpPr>
          <p:cNvPr id="896" name="UTArr0"/>
          <p:cNvCxnSpPr/>
          <p:nvPr/>
        </p:nvCxnSpPr>
        <p:spPr>
          <a:xfrm flipV="1">
            <a:off x="800100" y="4576316"/>
            <a:ext cx="571500" cy="50800"/>
          </a:xfrm>
          <a:prstGeom prst="line">
            <a:avLst/>
          </a:prstGeom>
          <a:ln w="12700">
            <a:solidFill>
              <a:srgbClr val="AA7700"/>
            </a:solidFill>
            <a:headEnd type="none"/>
            <a:tailEnd type="arrow" w="med" len="med"/>
          </a:ln>
        </p:spPr>
      </p:cxnSp>
      <p:sp>
        <p:nvSpPr>
          <p:cNvPr id="891" name="UT_Checkin"/>
          <p:cNvSpPr/>
          <p:nvPr/>
        </p:nvSpPr>
        <p:spPr>
          <a:xfrm>
            <a:off x="1371600" y="4843016"/>
            <a:ext cx="1422400" cy="330200"/>
          </a:xfrm>
          <a:prstGeom prst="ellipse">
            <a:avLst/>
          </a:prstGeom>
          <a:solidFill>
            <a:srgbClr val="FFF8E1"/>
          </a:solidFill>
          <a:ln w="9525">
            <a:solidFill>
              <a:srgbClr val="AA7700"/>
            </a:solidFill>
          </a:ln>
        </p:spPr>
        <p:txBody>
          <a:bodyPr/>
          <a:lstStyle/>
          <a:p>
            <a:endParaRPr sz="3200"/>
          </a:p>
        </p:txBody>
      </p:sp>
      <p:sp>
        <p:nvSpPr>
          <p:cNvPr id="894" name="UTLbl_Checkin"/>
          <p:cNvSpPr/>
          <p:nvPr/>
        </p:nvSpPr>
        <p:spPr>
          <a:xfrm>
            <a:off x="1371600" y="4843016"/>
            <a:ext cx="1422400" cy="330200"/>
          </a:xfrm>
          <a:prstGeom prst="rect">
            <a:avLst/>
          </a:prstGeom>
          <a:noFill/>
          <a:ln>
            <a:noFill/>
          </a:ln>
        </p:spPr>
        <p:txBody>
          <a:bodyPr vert="horz" wrap="square" anchor="ctr">
            <a:normAutofit/>
          </a:bodyPr>
          <a:lstStyle/>
          <a:p>
            <a:pPr algn="ctr">
              <a:spcBef>
                <a:spcPts val="0"/>
              </a:spcBef>
              <a:spcAft>
                <a:spcPts val="0"/>
              </a:spcAft>
              <a:buNone/>
            </a:pPr>
            <a:r>
              <a:rPr lang="en-AU" sz="1400" dirty="0">
                <a:solidFill>
                  <a:srgbClr val="7A3800"/>
                </a:solidFill>
              </a:rPr>
              <a:t>Checkin</a:t>
            </a:r>
          </a:p>
        </p:txBody>
      </p:sp>
      <p:cxnSp>
        <p:nvCxnSpPr>
          <p:cNvPr id="897" name="UTArr1"/>
          <p:cNvCxnSpPr/>
          <p:nvPr/>
        </p:nvCxnSpPr>
        <p:spPr>
          <a:xfrm flipV="1">
            <a:off x="800100" y="5008116"/>
            <a:ext cx="571500" cy="50800"/>
          </a:xfrm>
          <a:prstGeom prst="line">
            <a:avLst/>
          </a:prstGeom>
          <a:ln w="12700">
            <a:solidFill>
              <a:srgbClr val="AA7700"/>
            </a:solidFill>
            <a:headEnd type="none"/>
            <a:tailEnd type="arrow" w="med" len="med"/>
          </a:ln>
        </p:spPr>
      </p:cxnSp>
      <p:sp>
        <p:nvSpPr>
          <p:cNvPr id="892" name="UT_Checkout"/>
          <p:cNvSpPr/>
          <p:nvPr/>
        </p:nvSpPr>
        <p:spPr>
          <a:xfrm>
            <a:off x="1371600" y="5274816"/>
            <a:ext cx="1422400" cy="330200"/>
          </a:xfrm>
          <a:prstGeom prst="ellipse">
            <a:avLst/>
          </a:prstGeom>
          <a:solidFill>
            <a:srgbClr val="FFF8E1"/>
          </a:solidFill>
          <a:ln w="9525">
            <a:solidFill>
              <a:srgbClr val="AA7700"/>
            </a:solidFill>
          </a:ln>
        </p:spPr>
        <p:txBody>
          <a:bodyPr/>
          <a:lstStyle/>
          <a:p>
            <a:endParaRPr sz="3200"/>
          </a:p>
        </p:txBody>
      </p:sp>
      <p:sp>
        <p:nvSpPr>
          <p:cNvPr id="895" name="UTLbl_Checkout"/>
          <p:cNvSpPr/>
          <p:nvPr/>
        </p:nvSpPr>
        <p:spPr>
          <a:xfrm>
            <a:off x="1371600" y="5274816"/>
            <a:ext cx="1422400" cy="330200"/>
          </a:xfrm>
          <a:prstGeom prst="rect">
            <a:avLst/>
          </a:prstGeom>
          <a:noFill/>
          <a:ln>
            <a:noFill/>
          </a:ln>
        </p:spPr>
        <p:txBody>
          <a:bodyPr vert="horz" wrap="square" anchor="ctr">
            <a:normAutofit/>
          </a:bodyPr>
          <a:lstStyle/>
          <a:p>
            <a:pPr algn="ctr">
              <a:spcBef>
                <a:spcPts val="0"/>
              </a:spcBef>
              <a:spcAft>
                <a:spcPts val="0"/>
              </a:spcAft>
              <a:buNone/>
            </a:pPr>
            <a:r>
              <a:rPr lang="en-AU" sz="1400" dirty="0">
                <a:solidFill>
                  <a:srgbClr val="7A3800"/>
                </a:solidFill>
              </a:rPr>
              <a:t>Checkout</a:t>
            </a:r>
          </a:p>
        </p:txBody>
      </p:sp>
      <p:cxnSp>
        <p:nvCxnSpPr>
          <p:cNvPr id="898" name="UTArr2"/>
          <p:cNvCxnSpPr/>
          <p:nvPr/>
        </p:nvCxnSpPr>
        <p:spPr>
          <a:xfrm flipV="1">
            <a:off x="800100" y="5439916"/>
            <a:ext cx="571500" cy="50800"/>
          </a:xfrm>
          <a:prstGeom prst="line">
            <a:avLst/>
          </a:prstGeom>
          <a:ln w="12700">
            <a:solidFill>
              <a:srgbClr val="AA7700"/>
            </a:solidFill>
            <a:headEnd type="none"/>
            <a:tailEnd type="arrow" w="med" len="med"/>
          </a:ln>
        </p:spPr>
      </p:cxnSp>
      <p:sp>
        <p:nvSpPr>
          <p:cNvPr id="900" name="UTNote"/>
          <p:cNvSpPr/>
          <p:nvPr/>
        </p:nvSpPr>
        <p:spPr>
          <a:xfrm>
            <a:off x="381000" y="5706616"/>
            <a:ext cx="2540000" cy="203200"/>
          </a:xfrm>
          <a:prstGeom prst="rect">
            <a:avLst/>
          </a:prstGeom>
          <a:noFill/>
          <a:ln>
            <a:noFill/>
          </a:ln>
        </p:spPr>
        <p:txBody>
          <a:bodyPr vert="horz" wrap="square" anchor="ctr">
            <a:noAutofit/>
          </a:bodyPr>
          <a:lstStyle/>
          <a:p>
            <a:pPr algn="ctr">
              <a:spcBef>
                <a:spcPts val="0"/>
              </a:spcBef>
              <a:spcAft>
                <a:spcPts val="0"/>
              </a:spcAft>
              <a:buNone/>
            </a:pPr>
            <a:r>
              <a:rPr lang="en-AU" sz="1050" i="1" dirty="0">
                <a:solidFill>
                  <a:srgbClr val="AA5500"/>
                </a:solidFill>
              </a:rPr>
              <a:t>📋  Human steps only — no system internals</a:t>
            </a:r>
          </a:p>
        </p:txBody>
      </p:sp>
      <p:sp>
        <p:nvSpPr>
          <p:cNvPr id="901" name="UCBound"/>
          <p:cNvSpPr/>
          <p:nvPr/>
        </p:nvSpPr>
        <p:spPr>
          <a:xfrm>
            <a:off x="3111500" y="4157216"/>
            <a:ext cx="2794000" cy="1778000"/>
          </a:xfrm>
          <a:prstGeom prst="roundRect">
            <a:avLst/>
          </a:prstGeom>
          <a:noFill/>
          <a:ln w="15875">
            <a:solidFill>
              <a:srgbClr val="4A90D9"/>
            </a:solidFill>
          </a:ln>
        </p:spPr>
        <p:txBody>
          <a:bodyPr/>
          <a:lstStyle/>
          <a:p>
            <a:endParaRPr sz="3200"/>
          </a:p>
        </p:txBody>
      </p:sp>
      <p:sp>
        <p:nvSpPr>
          <p:cNvPr id="902" name="UCHdr"/>
          <p:cNvSpPr/>
          <p:nvPr/>
        </p:nvSpPr>
        <p:spPr>
          <a:xfrm>
            <a:off x="3111500" y="4157216"/>
            <a:ext cx="2794000" cy="279400"/>
          </a:xfrm>
          <a:prstGeom prst="rect">
            <a:avLst/>
          </a:prstGeom>
          <a:solidFill>
            <a:srgbClr val="E8F4FF"/>
          </a:solidFill>
          <a:ln>
            <a:noFill/>
          </a:ln>
        </p:spPr>
        <p:txBody>
          <a:bodyPr vert="horz" wrap="square" anchor="ctr">
            <a:noAutofit/>
          </a:bodyPr>
          <a:lstStyle/>
          <a:p>
            <a:pPr algn="ctr">
              <a:spcBef>
                <a:spcPts val="0"/>
              </a:spcBef>
              <a:spcAft>
                <a:spcPts val="0"/>
              </a:spcAft>
              <a:buNone/>
            </a:pPr>
            <a:r>
              <a:rPr lang="en-AU" sz="1400" b="1" dirty="0">
                <a:solidFill>
                  <a:srgbClr val="1A3A6B"/>
                </a:solidFill>
              </a:rPr>
              <a:t>Use Case Diagram (System)</a:t>
            </a:r>
          </a:p>
        </p:txBody>
      </p:sp>
      <p:sp>
        <p:nvSpPr>
          <p:cNvPr id="903" name="UCActor"/>
          <p:cNvSpPr/>
          <p:nvPr/>
        </p:nvSpPr>
        <p:spPr>
          <a:xfrm>
            <a:off x="3327400" y="4512816"/>
            <a:ext cx="228600" cy="228600"/>
          </a:xfrm>
          <a:prstGeom prst="rect">
            <a:avLst/>
          </a:prstGeom>
          <a:solidFill>
            <a:srgbClr val="D0E8FF"/>
          </a:solidFill>
          <a:ln w="9525">
            <a:solidFill>
              <a:srgbClr val="4A90D9"/>
            </a:solidFill>
          </a:ln>
        </p:spPr>
        <p:txBody>
          <a:bodyPr/>
          <a:lstStyle/>
          <a:p>
            <a:endParaRPr sz="3200"/>
          </a:p>
        </p:txBody>
      </p:sp>
      <p:sp>
        <p:nvSpPr>
          <p:cNvPr id="904" name="UCActLbl"/>
          <p:cNvSpPr/>
          <p:nvPr/>
        </p:nvSpPr>
        <p:spPr>
          <a:xfrm>
            <a:off x="3175000" y="4766816"/>
            <a:ext cx="558800" cy="228600"/>
          </a:xfrm>
          <a:prstGeom prst="rect">
            <a:avLst/>
          </a:prstGeom>
          <a:noFill/>
          <a:ln>
            <a:noFill/>
          </a:ln>
        </p:spPr>
        <p:txBody>
          <a:bodyPr vert="horz" wrap="square" anchor="ctr">
            <a:noAutofit/>
          </a:bodyPr>
          <a:lstStyle/>
          <a:p>
            <a:pPr algn="ctr">
              <a:spcBef>
                <a:spcPts val="0"/>
              </a:spcBef>
              <a:spcAft>
                <a:spcPts val="0"/>
              </a:spcAft>
              <a:buNone/>
            </a:pPr>
            <a:r>
              <a:rPr lang="en-AU" sz="800" dirty="0">
                <a:solidFill>
                  <a:srgbClr val="1A3A6B"/>
                </a:solidFill>
              </a:rPr>
              <a:t>Account Sys.</a:t>
            </a:r>
          </a:p>
        </p:txBody>
      </p:sp>
      <p:sp>
        <p:nvSpPr>
          <p:cNvPr id="910" name="UCS_Booking"/>
          <p:cNvSpPr/>
          <p:nvPr/>
        </p:nvSpPr>
        <p:spPr>
          <a:xfrm>
            <a:off x="4127500" y="4411216"/>
            <a:ext cx="1625600" cy="330200"/>
          </a:xfrm>
          <a:prstGeom prst="ellipse">
            <a:avLst/>
          </a:prstGeom>
          <a:solidFill>
            <a:srgbClr val="E8F4FF"/>
          </a:solidFill>
          <a:ln w="9525">
            <a:solidFill>
              <a:srgbClr val="4A90D9"/>
            </a:solidFill>
          </a:ln>
        </p:spPr>
        <p:txBody>
          <a:bodyPr/>
          <a:lstStyle/>
          <a:p>
            <a:endParaRPr sz="3200"/>
          </a:p>
        </p:txBody>
      </p:sp>
      <p:sp>
        <p:nvSpPr>
          <p:cNvPr id="913" name="UCSLbl_Booking"/>
          <p:cNvSpPr/>
          <p:nvPr/>
        </p:nvSpPr>
        <p:spPr>
          <a:xfrm>
            <a:off x="4127500" y="4411216"/>
            <a:ext cx="1625600" cy="330200"/>
          </a:xfrm>
          <a:prstGeom prst="rect">
            <a:avLst/>
          </a:prstGeom>
          <a:noFill/>
          <a:ln>
            <a:noFill/>
          </a:ln>
        </p:spPr>
        <p:txBody>
          <a:bodyPr vert="horz" wrap="square" anchor="ctr">
            <a:normAutofit/>
          </a:bodyPr>
          <a:lstStyle/>
          <a:p>
            <a:pPr algn="ctr">
              <a:spcBef>
                <a:spcPts val="0"/>
              </a:spcBef>
              <a:spcAft>
                <a:spcPts val="0"/>
              </a:spcAft>
              <a:buNone/>
            </a:pPr>
            <a:r>
              <a:rPr lang="en-AU" sz="1400" dirty="0">
                <a:solidFill>
                  <a:srgbClr val="1A3A6B"/>
                </a:solidFill>
              </a:rPr>
              <a:t>Booking</a:t>
            </a:r>
          </a:p>
        </p:txBody>
      </p:sp>
      <p:cxnSp>
        <p:nvCxnSpPr>
          <p:cNvPr id="916" name="UCSArr0"/>
          <p:cNvCxnSpPr/>
          <p:nvPr/>
        </p:nvCxnSpPr>
        <p:spPr>
          <a:xfrm flipV="1">
            <a:off x="3556000" y="4576316"/>
            <a:ext cx="571500" cy="50800"/>
          </a:xfrm>
          <a:prstGeom prst="line">
            <a:avLst/>
          </a:prstGeom>
          <a:ln w="12700">
            <a:solidFill>
              <a:srgbClr val="4A90D9"/>
            </a:solidFill>
            <a:headEnd type="none"/>
            <a:tailEnd type="arrow" w="med" len="med"/>
          </a:ln>
        </p:spPr>
      </p:cxnSp>
      <p:sp>
        <p:nvSpPr>
          <p:cNvPr id="911" name="UCS_Transfer"/>
          <p:cNvSpPr/>
          <p:nvPr/>
        </p:nvSpPr>
        <p:spPr>
          <a:xfrm>
            <a:off x="4127500" y="4843016"/>
            <a:ext cx="1625600" cy="330200"/>
          </a:xfrm>
          <a:prstGeom prst="ellipse">
            <a:avLst/>
          </a:prstGeom>
          <a:solidFill>
            <a:srgbClr val="E8F4FF"/>
          </a:solidFill>
          <a:ln w="9525">
            <a:solidFill>
              <a:srgbClr val="4A90D9"/>
            </a:solidFill>
          </a:ln>
        </p:spPr>
        <p:txBody>
          <a:bodyPr/>
          <a:lstStyle/>
          <a:p>
            <a:endParaRPr sz="3200"/>
          </a:p>
        </p:txBody>
      </p:sp>
      <p:sp>
        <p:nvSpPr>
          <p:cNvPr id="914" name="UCSLbl_Transfer"/>
          <p:cNvSpPr/>
          <p:nvPr/>
        </p:nvSpPr>
        <p:spPr>
          <a:xfrm>
            <a:off x="4127500" y="4843016"/>
            <a:ext cx="1625600" cy="330200"/>
          </a:xfrm>
          <a:prstGeom prst="rect">
            <a:avLst/>
          </a:prstGeom>
          <a:noFill/>
          <a:ln>
            <a:noFill/>
          </a:ln>
        </p:spPr>
        <p:txBody>
          <a:bodyPr vert="horz" wrap="square" anchor="ctr">
            <a:normAutofit/>
          </a:bodyPr>
          <a:lstStyle/>
          <a:p>
            <a:pPr algn="ctr">
              <a:spcBef>
                <a:spcPts val="0"/>
              </a:spcBef>
              <a:spcAft>
                <a:spcPts val="0"/>
              </a:spcAft>
              <a:buNone/>
            </a:pPr>
            <a:r>
              <a:rPr lang="en-AU" sz="1400" dirty="0">
                <a:solidFill>
                  <a:srgbClr val="1A3A6B"/>
                </a:solidFill>
              </a:rPr>
              <a:t>Transfer</a:t>
            </a:r>
          </a:p>
        </p:txBody>
      </p:sp>
      <p:cxnSp>
        <p:nvCxnSpPr>
          <p:cNvPr id="917" name="UCSArr1"/>
          <p:cNvCxnSpPr/>
          <p:nvPr/>
        </p:nvCxnSpPr>
        <p:spPr>
          <a:xfrm flipV="1">
            <a:off x="3556000" y="5008116"/>
            <a:ext cx="571500" cy="50800"/>
          </a:xfrm>
          <a:prstGeom prst="line">
            <a:avLst/>
          </a:prstGeom>
          <a:ln w="12700">
            <a:solidFill>
              <a:srgbClr val="4A90D9"/>
            </a:solidFill>
            <a:headEnd type="none"/>
            <a:tailEnd type="arrow" w="med" len="med"/>
          </a:ln>
        </p:spPr>
      </p:cxnSp>
      <p:sp>
        <p:nvSpPr>
          <p:cNvPr id="912" name="UCS_Checkout"/>
          <p:cNvSpPr/>
          <p:nvPr/>
        </p:nvSpPr>
        <p:spPr>
          <a:xfrm>
            <a:off x="4127500" y="5274816"/>
            <a:ext cx="1625600" cy="330200"/>
          </a:xfrm>
          <a:prstGeom prst="ellipse">
            <a:avLst/>
          </a:prstGeom>
          <a:solidFill>
            <a:srgbClr val="E8F4FF"/>
          </a:solidFill>
          <a:ln w="9525">
            <a:solidFill>
              <a:srgbClr val="4A90D9"/>
            </a:solidFill>
          </a:ln>
        </p:spPr>
        <p:txBody>
          <a:bodyPr/>
          <a:lstStyle/>
          <a:p>
            <a:endParaRPr sz="3200"/>
          </a:p>
        </p:txBody>
      </p:sp>
      <p:sp>
        <p:nvSpPr>
          <p:cNvPr id="915" name="UCSLbl_Checkout"/>
          <p:cNvSpPr/>
          <p:nvPr/>
        </p:nvSpPr>
        <p:spPr>
          <a:xfrm>
            <a:off x="4127500" y="5274816"/>
            <a:ext cx="1625600" cy="330200"/>
          </a:xfrm>
          <a:prstGeom prst="rect">
            <a:avLst/>
          </a:prstGeom>
          <a:noFill/>
          <a:ln>
            <a:noFill/>
          </a:ln>
        </p:spPr>
        <p:txBody>
          <a:bodyPr vert="horz" wrap="square" anchor="ctr">
            <a:normAutofit/>
          </a:bodyPr>
          <a:lstStyle/>
          <a:p>
            <a:pPr algn="ctr">
              <a:spcBef>
                <a:spcPts val="0"/>
              </a:spcBef>
              <a:spcAft>
                <a:spcPts val="0"/>
              </a:spcAft>
              <a:buNone/>
            </a:pPr>
            <a:r>
              <a:rPr lang="en-AU" sz="1400" dirty="0">
                <a:solidFill>
                  <a:srgbClr val="1A3A6B"/>
                </a:solidFill>
              </a:rPr>
              <a:t>Checkout</a:t>
            </a:r>
          </a:p>
        </p:txBody>
      </p:sp>
      <p:cxnSp>
        <p:nvCxnSpPr>
          <p:cNvPr id="918" name="UCSArr2"/>
          <p:cNvCxnSpPr/>
          <p:nvPr/>
        </p:nvCxnSpPr>
        <p:spPr>
          <a:xfrm flipV="1">
            <a:off x="3556000" y="5439916"/>
            <a:ext cx="571500" cy="50800"/>
          </a:xfrm>
          <a:prstGeom prst="line">
            <a:avLst/>
          </a:prstGeom>
          <a:ln w="12700">
            <a:solidFill>
              <a:srgbClr val="4A90D9"/>
            </a:solidFill>
            <a:headEnd type="none"/>
            <a:tailEnd type="arrow" w="med" len="med"/>
          </a:ln>
        </p:spPr>
      </p:cxnSp>
      <p:sp>
        <p:nvSpPr>
          <p:cNvPr id="920" name="UCNote"/>
          <p:cNvSpPr/>
          <p:nvPr/>
        </p:nvSpPr>
        <p:spPr>
          <a:xfrm>
            <a:off x="3111500" y="5706616"/>
            <a:ext cx="2794000" cy="203200"/>
          </a:xfrm>
          <a:prstGeom prst="rect">
            <a:avLst/>
          </a:prstGeom>
          <a:noFill/>
          <a:ln>
            <a:noFill/>
          </a:ln>
        </p:spPr>
        <p:txBody>
          <a:bodyPr vert="horz" wrap="square" anchor="ctr">
            <a:noAutofit/>
          </a:bodyPr>
          <a:lstStyle/>
          <a:p>
            <a:pPr algn="ctr">
              <a:spcBef>
                <a:spcPts val="0"/>
              </a:spcBef>
              <a:spcAft>
                <a:spcPts val="0"/>
              </a:spcAft>
              <a:buNone/>
            </a:pPr>
            <a:r>
              <a:rPr lang="en-AU" sz="1050" i="1" dirty="0">
                <a:solidFill>
                  <a:srgbClr val="1A3A6B"/>
                </a:solidFill>
              </a:rPr>
              <a:t>💻  System interactions only — no human steps</a:t>
            </a:r>
          </a:p>
        </p:txBody>
      </p:sp>
      <p:sp>
        <p:nvSpPr>
          <p:cNvPr id="930" name="InsightBox"/>
          <p:cNvSpPr/>
          <p:nvPr/>
        </p:nvSpPr>
        <p:spPr>
          <a:xfrm>
            <a:off x="6159500" y="4157216"/>
            <a:ext cx="2730500" cy="1778000"/>
          </a:xfrm>
          <a:prstGeom prst="roundRect">
            <a:avLst/>
          </a:prstGeom>
          <a:solidFill>
            <a:srgbClr val="000000"/>
          </a:solidFill>
          <a:ln w="19050">
            <a:solidFill>
              <a:srgbClr val="00CC99"/>
            </a:solidFill>
          </a:ln>
        </p:spPr>
        <p:txBody>
          <a:bodyPr/>
          <a:lstStyle/>
          <a:p>
            <a:endParaRPr sz="3200"/>
          </a:p>
        </p:txBody>
      </p:sp>
      <p:sp>
        <p:nvSpPr>
          <p:cNvPr id="931" name="InsightTxt"/>
          <p:cNvSpPr/>
          <p:nvPr/>
        </p:nvSpPr>
        <p:spPr>
          <a:xfrm>
            <a:off x="6223000" y="4157216"/>
            <a:ext cx="2603500" cy="1778000"/>
          </a:xfrm>
          <a:prstGeom prst="rect">
            <a:avLst/>
          </a:prstGeom>
          <a:noFill/>
          <a:ln>
            <a:noFill/>
          </a:ln>
        </p:spPr>
        <p:txBody>
          <a:bodyPr vert="horz" wrap="square" anchor="ctr">
            <a:normAutofit fontScale="92500" lnSpcReduction="10000"/>
          </a:bodyPr>
          <a:lstStyle/>
          <a:p>
            <a:pPr algn="l">
              <a:spcBef>
                <a:spcPts val="0"/>
              </a:spcBef>
              <a:spcAft>
                <a:spcPts val="0"/>
              </a:spcAft>
              <a:buNone/>
            </a:pPr>
            <a:r>
              <a:rPr lang="en-AU" sz="1400" b="1" dirty="0">
                <a:solidFill>
                  <a:srgbClr val="00CC99"/>
                </a:solidFill>
              </a:rPr>
              <a:t>🔑  Key Concept</a:t>
            </a:r>
          </a:p>
          <a:p>
            <a:pPr algn="l">
              <a:spcBef>
                <a:spcPts val="0"/>
              </a:spcBef>
              <a:spcAft>
                <a:spcPts val="0"/>
              </a:spcAft>
              <a:buNone/>
            </a:pPr>
            <a:endParaRPr lang="en-AU" sz="1400" b="1" dirty="0">
              <a:solidFill>
                <a:srgbClr val="00CC99"/>
              </a:solidFill>
            </a:endParaRPr>
          </a:p>
          <a:p>
            <a:pPr algn="l">
              <a:spcBef>
                <a:spcPts val="0"/>
              </a:spcBef>
              <a:spcAft>
                <a:spcPts val="0"/>
              </a:spcAft>
              <a:buNone/>
            </a:pPr>
            <a:r>
              <a:rPr lang="en-AU" sz="1200" dirty="0">
                <a:solidFill>
                  <a:srgbClr val="FFFFFF"/>
                </a:solidFill>
              </a:rPr>
              <a:t>User Task = what the</a:t>
            </a:r>
          </a:p>
          <a:p>
            <a:pPr algn="l">
              <a:spcBef>
                <a:spcPts val="0"/>
              </a:spcBef>
              <a:spcAft>
                <a:spcPts val="0"/>
              </a:spcAft>
              <a:buNone/>
            </a:pPr>
            <a:r>
              <a:rPr lang="en-AU" sz="1200" dirty="0">
                <a:solidFill>
                  <a:srgbClr val="FFFFFF"/>
                </a:solidFill>
              </a:rPr>
              <a:t>human does step-by-step</a:t>
            </a:r>
          </a:p>
          <a:p>
            <a:pPr algn="l">
              <a:spcBef>
                <a:spcPts val="0"/>
              </a:spcBef>
              <a:spcAft>
                <a:spcPts val="0"/>
              </a:spcAft>
              <a:buNone/>
            </a:pPr>
            <a:endParaRPr lang="en-AU" sz="1200" dirty="0">
              <a:solidFill>
                <a:srgbClr val="FFFFFF"/>
              </a:solidFill>
            </a:endParaRPr>
          </a:p>
          <a:p>
            <a:pPr algn="l">
              <a:spcBef>
                <a:spcPts val="0"/>
              </a:spcBef>
              <a:spcAft>
                <a:spcPts val="0"/>
              </a:spcAft>
              <a:buNone/>
            </a:pPr>
            <a:r>
              <a:rPr lang="en-AU" sz="1200" dirty="0">
                <a:solidFill>
                  <a:srgbClr val="FFFFFF"/>
                </a:solidFill>
              </a:rPr>
              <a:t>Use Case = how the</a:t>
            </a:r>
          </a:p>
          <a:p>
            <a:pPr algn="l">
              <a:spcBef>
                <a:spcPts val="0"/>
              </a:spcBef>
              <a:spcAft>
                <a:spcPts val="0"/>
              </a:spcAft>
              <a:buNone/>
            </a:pPr>
            <a:r>
              <a:rPr lang="en-AU" sz="1200" dirty="0">
                <a:solidFill>
                  <a:srgbClr val="FFFFFF"/>
                </a:solidFill>
              </a:rPr>
              <a:t>system responds to that</a:t>
            </a:r>
          </a:p>
          <a:p>
            <a:pPr algn="l">
              <a:spcBef>
                <a:spcPts val="0"/>
              </a:spcBef>
              <a:spcAft>
                <a:spcPts val="0"/>
              </a:spcAft>
              <a:buNone/>
            </a:pPr>
            <a:endParaRPr lang="en-AU" sz="1200" dirty="0">
              <a:solidFill>
                <a:srgbClr val="FFFFFF"/>
              </a:solidFill>
            </a:endParaRPr>
          </a:p>
          <a:p>
            <a:pPr algn="l">
              <a:spcBef>
                <a:spcPts val="0"/>
              </a:spcBef>
              <a:spcAft>
                <a:spcPts val="0"/>
              </a:spcAft>
              <a:buNone/>
            </a:pPr>
            <a:r>
              <a:rPr lang="en-AU" sz="1200" i="1" dirty="0">
                <a:solidFill>
                  <a:srgbClr val="AAE2CA"/>
                </a:solidFill>
              </a:rPr>
              <a:t>Splitting avoids mixing</a:t>
            </a:r>
          </a:p>
          <a:p>
            <a:pPr algn="l">
              <a:spcBef>
                <a:spcPts val="0"/>
              </a:spcBef>
              <a:spcAft>
                <a:spcPts val="0"/>
              </a:spcAft>
              <a:buNone/>
            </a:pPr>
            <a:r>
              <a:rPr lang="en-AU" sz="1200" i="1" dirty="0">
                <a:solidFill>
                  <a:srgbClr val="AAE2CA"/>
                </a:solidFill>
              </a:rPr>
              <a:t>responsibilities!</a:t>
            </a:r>
          </a:p>
        </p:txBody>
      </p:sp>
      <p:sp>
        <p:nvSpPr>
          <p:cNvPr id="940" name="FootRef"/>
          <p:cNvSpPr/>
          <p:nvPr/>
        </p:nvSpPr>
        <p:spPr>
          <a:xfrm>
            <a:off x="254000" y="6350000"/>
            <a:ext cx="6350000" cy="355600"/>
          </a:xfrm>
          <a:prstGeom prst="rect">
            <a:avLst/>
          </a:prstGeom>
          <a:noFill/>
          <a:ln>
            <a:noFill/>
          </a:ln>
        </p:spPr>
        <p:txBody>
          <a:bodyPr vert="horz" wrap="square" anchor="ctr">
            <a:normAutofit/>
          </a:bodyPr>
          <a:lstStyle/>
          <a:p>
            <a:pPr algn="l">
              <a:spcBef>
                <a:spcPts val="0"/>
              </a:spcBef>
              <a:spcAft>
                <a:spcPts val="0"/>
              </a:spcAft>
              <a:buNone/>
            </a:pPr>
            <a:r>
              <a:rPr lang="en-AU" sz="1100" i="1" dirty="0">
                <a:solidFill>
                  <a:srgbClr val="888888"/>
                </a:solidFill>
              </a:rPr>
              <a:t>Based on: Søren Lauesen, Software Requirements — Style and Techniques (Pearson/Addison-Wesley, 2002)</a:t>
            </a:r>
          </a:p>
        </p:txBody>
      </p:sp>
    </p:spTree>
    <p:extLst>
      <p:ext uri="{BB962C8B-B14F-4D97-AF65-F5344CB8AC3E}">
        <p14:creationId xmlns:p14="http://schemas.microsoft.com/office/powerpoint/2010/main" val="42830590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a:extLst>
              <a:ext uri="{FF2B5EF4-FFF2-40B4-BE49-F238E27FC236}">
                <a16:creationId xmlns:a16="http://schemas.microsoft.com/office/drawing/2014/main" id="{335D7F3A-BF30-EAE5-532A-6069476551CD}"/>
              </a:ext>
            </a:extLst>
          </p:cNvPr>
          <p:cNvSpPr txBox="1">
            <a:spLocks noChangeArrowheads="1"/>
          </p:cNvSpPr>
          <p:nvPr/>
        </p:nvSpPr>
        <p:spPr bwMode="auto">
          <a:xfrm>
            <a:off x="1219200" y="304800"/>
            <a:ext cx="66135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2900" b="1"/>
              <a:t>Postpone split whilst eliciting requirements!</a:t>
            </a:r>
            <a:endParaRPr lang="en-US" altLang="en-US" sz="2900">
              <a:latin typeface="Arial" panose="020B0604020202020204" pitchFamily="34" charset="0"/>
            </a:endParaRPr>
          </a:p>
        </p:txBody>
      </p:sp>
      <p:sp>
        <p:nvSpPr>
          <p:cNvPr id="76803" name="Text Box 3">
            <a:extLst>
              <a:ext uri="{FF2B5EF4-FFF2-40B4-BE49-F238E27FC236}">
                <a16:creationId xmlns:a16="http://schemas.microsoft.com/office/drawing/2014/main" id="{046D6370-6B2D-DBFD-DADB-D2ED1AF1BF6E}"/>
              </a:ext>
            </a:extLst>
          </p:cNvPr>
          <p:cNvSpPr txBox="1">
            <a:spLocks noChangeArrowheads="1"/>
          </p:cNvSpPr>
          <p:nvPr/>
        </p:nvSpPr>
        <p:spPr bwMode="auto">
          <a:xfrm>
            <a:off x="1066800" y="1676400"/>
            <a:ext cx="6030913" cy="355123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44000" tIns="108000" rIns="144000" bIns="108000">
            <a:spAutoFit/>
          </a:bodyPr>
          <a:lstStyle>
            <a:lvl1pPr>
              <a:tabLst>
                <a:tab pos="247650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247650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247650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247650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247650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247650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247650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247650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2476500" algn="l"/>
              </a:tabLst>
              <a:defRPr sz="2400">
                <a:solidFill>
                  <a:schemeClr val="tx1"/>
                </a:solidFill>
                <a:latin typeface="Arial Narrow" panose="020B0606020202030204" pitchFamily="34" charset="0"/>
                <a:ea typeface="MS PGothic" panose="020B0600070205080204" pitchFamily="34" charset="-128"/>
              </a:defRPr>
            </a:lvl9pPr>
          </a:lstStyle>
          <a:p>
            <a:pPr>
              <a:spcAft>
                <a:spcPct val="50000"/>
              </a:spcAft>
            </a:pPr>
            <a:r>
              <a:rPr lang="en-GB" altLang="en-US" sz="1800" b="1" noProof="1">
                <a:latin typeface="Arial" panose="020B0604020202020204" pitchFamily="34" charset="0"/>
              </a:rPr>
              <a:t>Human and computer separated </a:t>
            </a:r>
          </a:p>
          <a:p>
            <a:pPr>
              <a:spcAft>
                <a:spcPct val="50000"/>
              </a:spcAft>
            </a:pPr>
            <a:r>
              <a:rPr lang="en-GB" altLang="en-US" sz="1800" b="1" noProof="1">
                <a:latin typeface="Arial" panose="020B0604020202020204" pitchFamily="34" charset="0"/>
              </a:rPr>
              <a:t>Use case: Check in a booked guest</a:t>
            </a:r>
            <a:endParaRPr lang="en-GB" altLang="en-US" sz="1800" noProof="1">
              <a:latin typeface="Arial" panose="020B0604020202020204" pitchFamily="34" charset="0"/>
            </a:endParaRPr>
          </a:p>
          <a:p>
            <a:r>
              <a:rPr lang="en-GB" altLang="en-US" sz="1800" b="1" noProof="1">
                <a:latin typeface="Arial" panose="020B0604020202020204" pitchFamily="34" charset="0"/>
              </a:rPr>
              <a:t>User action	System action</a:t>
            </a:r>
            <a:endParaRPr lang="en-GB" altLang="en-US" sz="1800" noProof="1">
              <a:latin typeface="Arial" panose="020B0604020202020204" pitchFamily="34" charset="0"/>
            </a:endParaRPr>
          </a:p>
          <a:p>
            <a:r>
              <a:rPr lang="en-GB" altLang="en-US" sz="1800" noProof="1">
                <a:latin typeface="Arial" panose="020B0604020202020204" pitchFamily="34" charset="0"/>
              </a:rPr>
              <a:t>Enter booking number</a:t>
            </a:r>
          </a:p>
          <a:p>
            <a:r>
              <a:rPr lang="en-GB" altLang="en-US" sz="1800" noProof="1">
                <a:latin typeface="Arial" panose="020B0604020202020204" pitchFamily="34" charset="0"/>
              </a:rPr>
              <a:t>	Show guest and booking details</a:t>
            </a:r>
          </a:p>
          <a:p>
            <a:r>
              <a:rPr lang="en-GB" altLang="en-US" sz="1800" noProof="1">
                <a:latin typeface="Arial" panose="020B0604020202020204" pitchFamily="34" charset="0"/>
              </a:rPr>
              <a:t>Edit details (optional)</a:t>
            </a:r>
          </a:p>
          <a:p>
            <a:r>
              <a:rPr lang="en-GB" altLang="en-US" sz="1800" noProof="1">
                <a:latin typeface="Arial" panose="020B0604020202020204" pitchFamily="34" charset="0"/>
              </a:rPr>
              <a:t>	Store modifications</a:t>
            </a:r>
          </a:p>
          <a:p>
            <a:r>
              <a:rPr lang="en-GB" altLang="en-US" sz="1800" noProof="1">
                <a:latin typeface="Arial" panose="020B0604020202020204" pitchFamily="34" charset="0"/>
              </a:rPr>
              <a:t>Push checkin</a:t>
            </a:r>
          </a:p>
          <a:p>
            <a:r>
              <a:rPr lang="en-GB" altLang="en-US" sz="1800" noProof="1">
                <a:latin typeface="Arial" panose="020B0604020202020204" pitchFamily="34" charset="0"/>
              </a:rPr>
              <a:t>	Allocate free room(s)</a:t>
            </a:r>
          </a:p>
          <a:p>
            <a:r>
              <a:rPr lang="en-GB" altLang="en-US" sz="1800" noProof="1">
                <a:latin typeface="Arial" panose="020B0604020202020204" pitchFamily="34" charset="0"/>
              </a:rPr>
              <a:t>	Display room number(s)</a:t>
            </a:r>
          </a:p>
          <a:p>
            <a:r>
              <a:rPr lang="en-GB" altLang="en-US" sz="1800" noProof="1">
                <a:latin typeface="Arial" panose="020B0604020202020204" pitchFamily="34" charset="0"/>
              </a:rPr>
              <a:t>Give guest key(s)</a:t>
            </a:r>
          </a:p>
        </p:txBody>
      </p:sp>
      <p:sp>
        <p:nvSpPr>
          <p:cNvPr id="76804" name="Rectangle 4">
            <a:extLst>
              <a:ext uri="{FF2B5EF4-FFF2-40B4-BE49-F238E27FC236}">
                <a16:creationId xmlns:a16="http://schemas.microsoft.com/office/drawing/2014/main" id="{C86A1488-BDC1-1658-2A16-BEACBA7E4FB6}"/>
              </a:ext>
            </a:extLst>
          </p:cNvPr>
          <p:cNvSpPr>
            <a:spLocks noChangeArrowheads="1"/>
          </p:cNvSpPr>
          <p:nvPr/>
        </p:nvSpPr>
        <p:spPr bwMode="auto">
          <a:xfrm>
            <a:off x="609600" y="62484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GB" altLang="en-US" sz="1200" noProof="1">
                <a:latin typeface="Times New Roman" panose="02020603050405020304" pitchFamily="18" charset="0"/>
              </a:rPr>
              <a:t>From: Soren Lauesen: Software Requirements</a:t>
            </a:r>
          </a:p>
          <a:p>
            <a:r>
              <a:rPr lang="en-GB" altLang="en-US" sz="1200" noProof="1">
                <a:latin typeface="Times New Roman" panose="02020603050405020304" pitchFamily="18" charset="0"/>
              </a:rPr>
              <a:t>© Pearson / Addison-Wesley 2002</a:t>
            </a:r>
          </a:p>
        </p:txBody>
      </p:sp>
      <p:sp>
        <p:nvSpPr>
          <p:cNvPr id="76805" name="Slide Number Placeholder 1">
            <a:extLst>
              <a:ext uri="{FF2B5EF4-FFF2-40B4-BE49-F238E27FC236}">
                <a16:creationId xmlns:a16="http://schemas.microsoft.com/office/drawing/2014/main" id="{125116A2-95DB-B2C9-78DD-168B1EB1547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4BD0C5B5-2566-4740-880D-C2A082E0790D}" type="slidenum">
              <a:rPr lang="en-AU" altLang="en-US" sz="1400" smtClean="0">
                <a:latin typeface="Times New Roman" panose="02020603050405020304" pitchFamily="18" charset="0"/>
              </a:rPr>
              <a:pPr>
                <a:spcBef>
                  <a:spcPct val="0"/>
                </a:spcBef>
                <a:buSzTx/>
                <a:buFontTx/>
                <a:buNone/>
              </a:pPr>
              <a:t>39</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a:extLst>
              <a:ext uri="{FF2B5EF4-FFF2-40B4-BE49-F238E27FC236}">
                <a16:creationId xmlns:a16="http://schemas.microsoft.com/office/drawing/2014/main" id="{8F4593DF-68EC-72DC-9606-83E2FF6292B4}"/>
              </a:ext>
            </a:extLst>
          </p:cNvPr>
          <p:cNvSpPr txBox="1">
            <a:spLocks noChangeArrowheads="1"/>
          </p:cNvSpPr>
          <p:nvPr/>
        </p:nvSpPr>
        <p:spPr bwMode="auto">
          <a:xfrm>
            <a:off x="914400" y="381000"/>
            <a:ext cx="60039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3600" b="1"/>
              <a:t>Good vs. Bad Tasks</a:t>
            </a:r>
            <a:endParaRPr lang="en-US" altLang="en-US" sz="3600"/>
          </a:p>
        </p:txBody>
      </p:sp>
      <p:sp>
        <p:nvSpPr>
          <p:cNvPr id="78851" name="AutoShape 3">
            <a:extLst>
              <a:ext uri="{FF2B5EF4-FFF2-40B4-BE49-F238E27FC236}">
                <a16:creationId xmlns:a16="http://schemas.microsoft.com/office/drawing/2014/main" id="{59381917-90B0-EFFA-6087-833F4884E7AB}"/>
              </a:ext>
            </a:extLst>
          </p:cNvPr>
          <p:cNvSpPr>
            <a:spLocks noChangeArrowheads="1"/>
          </p:cNvSpPr>
          <p:nvPr/>
        </p:nvSpPr>
        <p:spPr bwMode="auto">
          <a:xfrm>
            <a:off x="685800" y="1143000"/>
            <a:ext cx="5549900" cy="1570038"/>
          </a:xfrm>
          <a:prstGeom prst="bevel">
            <a:avLst>
              <a:gd name="adj" fmla="val 8023"/>
            </a:avLst>
          </a:prstGeom>
          <a:solidFill>
            <a:schemeClr val="bg1"/>
          </a:solidFill>
          <a:ln w="19050">
            <a:solidFill>
              <a:schemeClr val="tx1"/>
            </a:solidFill>
            <a:miter lim="800000"/>
            <a:headEnd/>
            <a:tailEnd/>
          </a:ln>
        </p:spPr>
        <p:txBody>
          <a:bodyPr wrap="none" lIns="108000" tIns="108000" rIns="108000" bIns="108000">
            <a:spAutoFit/>
          </a:bodyPr>
          <a:lstStyle>
            <a:lvl1pPr>
              <a:tabLst>
                <a:tab pos="28575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28575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28575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28575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28575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28575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28575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28575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285750" algn="l"/>
              </a:tabLst>
              <a:defRPr sz="2400">
                <a:solidFill>
                  <a:schemeClr val="tx1"/>
                </a:solidFill>
                <a:latin typeface="Arial Narrow" panose="020B0606020202030204" pitchFamily="34" charset="0"/>
                <a:ea typeface="MS PGothic" panose="020B0600070205080204" pitchFamily="34" charset="-128"/>
              </a:defRPr>
            </a:lvl9pPr>
          </a:lstStyle>
          <a:p>
            <a:r>
              <a:rPr lang="en-US" altLang="en-US" sz="1800">
                <a:latin typeface="Arial" panose="020B0604020202020204" pitchFamily="34" charset="0"/>
              </a:rPr>
              <a:t>Good tasks:</a:t>
            </a:r>
          </a:p>
          <a:p>
            <a:r>
              <a:rPr lang="en-US" altLang="en-US" sz="1800">
                <a:latin typeface="Arial" panose="020B0604020202020204" pitchFamily="34" charset="0"/>
              </a:rPr>
              <a:t>•	</a:t>
            </a:r>
            <a:r>
              <a:rPr lang="en-US" altLang="en-US" sz="1800">
                <a:solidFill>
                  <a:srgbClr val="7E0401"/>
                </a:solidFill>
                <a:latin typeface="Arial" panose="020B0604020202020204" pitchFamily="34" charset="0"/>
              </a:rPr>
              <a:t>Closed</a:t>
            </a:r>
            <a:r>
              <a:rPr lang="en-US" altLang="en-US" sz="1800">
                <a:latin typeface="Arial" panose="020B0604020202020204" pitchFamily="34" charset="0"/>
              </a:rPr>
              <a:t>: goal reached, pleasant feeling</a:t>
            </a:r>
          </a:p>
          <a:p>
            <a:r>
              <a:rPr lang="en-US" altLang="en-US" sz="1800">
                <a:latin typeface="Arial" panose="020B0604020202020204" pitchFamily="34" charset="0"/>
              </a:rPr>
              <a:t>•	Session: Small, related tasks in one description</a:t>
            </a:r>
          </a:p>
          <a:p>
            <a:r>
              <a:rPr lang="en-US" altLang="en-US" sz="1800">
                <a:latin typeface="Arial" panose="020B0604020202020204" pitchFamily="34" charset="0"/>
              </a:rPr>
              <a:t>•	Do not program!</a:t>
            </a:r>
          </a:p>
        </p:txBody>
      </p:sp>
      <p:sp>
        <p:nvSpPr>
          <p:cNvPr id="78852" name="Text Box 4">
            <a:extLst>
              <a:ext uri="{FF2B5EF4-FFF2-40B4-BE49-F238E27FC236}">
                <a16:creationId xmlns:a16="http://schemas.microsoft.com/office/drawing/2014/main" id="{C6B483A8-574C-532F-643E-90AD84F7AC50}"/>
              </a:ext>
            </a:extLst>
          </p:cNvPr>
          <p:cNvSpPr txBox="1">
            <a:spLocks noChangeArrowheads="1"/>
          </p:cNvSpPr>
          <p:nvPr/>
        </p:nvSpPr>
        <p:spPr bwMode="auto">
          <a:xfrm>
            <a:off x="625475" y="3028950"/>
            <a:ext cx="3700463" cy="254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a:spcBef>
                <a:spcPct val="40000"/>
              </a:spcBef>
              <a:buSzPct val="75000"/>
              <a:buFont typeface="Wingdings" panose="05000000000000000000" pitchFamily="2" charset="2"/>
              <a:buChar char="n"/>
              <a:tabLst>
                <a:tab pos="285750" algn="l"/>
              </a:tabLst>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tabLst>
                <a:tab pos="285750" algn="l"/>
              </a:tabLst>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tabLst>
                <a:tab pos="285750" algn="l"/>
              </a:tabLst>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tabLst>
                <a:tab pos="285750" algn="l"/>
              </a:tabLst>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tabLst>
                <a:tab pos="285750" algn="l"/>
              </a:tabLst>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tabLst>
                <a:tab pos="285750" algn="l"/>
              </a:tabLst>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tabLst>
                <a:tab pos="285750" algn="l"/>
              </a:tabLst>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tabLst>
                <a:tab pos="285750" algn="l"/>
              </a:tabLst>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tabLst>
                <a:tab pos="285750" algn="l"/>
              </a:tabLst>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r>
              <a:rPr lang="en-US" altLang="en-US" sz="1800" b="1">
                <a:latin typeface="Arial" panose="020B0604020202020204" pitchFamily="34" charset="0"/>
              </a:rPr>
              <a:t>Examples:</a:t>
            </a:r>
            <a:endParaRPr lang="en-US" altLang="en-US" sz="1800">
              <a:latin typeface="Arial" panose="020B0604020202020204" pitchFamily="34" charset="0"/>
            </a:endParaRPr>
          </a:p>
          <a:p>
            <a:pPr>
              <a:spcBef>
                <a:spcPct val="0"/>
              </a:spcBef>
              <a:buSzTx/>
              <a:buFontTx/>
              <a:buNone/>
            </a:pPr>
            <a:r>
              <a:rPr lang="en-US" altLang="en-US" sz="1800">
                <a:latin typeface="Arial" panose="020B0604020202020204" pitchFamily="34" charset="0"/>
              </a:rPr>
              <a:t>1	Manage rooms?</a:t>
            </a:r>
          </a:p>
          <a:p>
            <a:pPr>
              <a:spcBef>
                <a:spcPct val="0"/>
              </a:spcBef>
              <a:buSzTx/>
              <a:buFontTx/>
              <a:buNone/>
            </a:pPr>
            <a:r>
              <a:rPr lang="en-US" altLang="en-US" sz="1800">
                <a:latin typeface="Arial" panose="020B0604020202020204" pitchFamily="34" charset="0"/>
              </a:rPr>
              <a:t>2	Book a guest?</a:t>
            </a:r>
          </a:p>
          <a:p>
            <a:pPr>
              <a:spcBef>
                <a:spcPct val="0"/>
              </a:spcBef>
              <a:buSzTx/>
              <a:buFontTx/>
              <a:buNone/>
            </a:pPr>
            <a:r>
              <a:rPr lang="en-US" altLang="en-US" sz="1800">
                <a:latin typeface="Arial" panose="020B0604020202020204" pitchFamily="34" charset="0"/>
              </a:rPr>
              <a:t>3	Enter guest name?</a:t>
            </a:r>
          </a:p>
          <a:p>
            <a:pPr>
              <a:spcBef>
                <a:spcPct val="0"/>
              </a:spcBef>
              <a:buSzTx/>
              <a:buFontTx/>
              <a:buNone/>
            </a:pPr>
            <a:r>
              <a:rPr lang="en-US" altLang="en-US" sz="1800">
                <a:latin typeface="Arial" panose="020B0604020202020204" pitchFamily="34" charset="0"/>
              </a:rPr>
              <a:t>4	Check in a bus of tourists</a:t>
            </a:r>
          </a:p>
          <a:p>
            <a:pPr>
              <a:spcBef>
                <a:spcPct val="0"/>
              </a:spcBef>
              <a:buSzTx/>
              <a:buFontTx/>
              <a:buNone/>
            </a:pPr>
            <a:r>
              <a:rPr lang="en-US" altLang="en-US" sz="1800">
                <a:latin typeface="Arial" panose="020B0604020202020204" pitchFamily="34" charset="0"/>
              </a:rPr>
              <a:t>5	Stay at the hotel?</a:t>
            </a:r>
          </a:p>
          <a:p>
            <a:pPr>
              <a:spcBef>
                <a:spcPct val="0"/>
              </a:spcBef>
              <a:buSzTx/>
              <a:buFontTx/>
              <a:buNone/>
            </a:pPr>
            <a:r>
              <a:rPr lang="en-US" altLang="en-US" sz="1800">
                <a:latin typeface="Arial" panose="020B0604020202020204" pitchFamily="34" charset="0"/>
              </a:rPr>
              <a:t>6	Change the guest’s address etc?</a:t>
            </a:r>
          </a:p>
          <a:p>
            <a:pPr>
              <a:spcBef>
                <a:spcPct val="0"/>
              </a:spcBef>
              <a:buSzTx/>
              <a:buFontTx/>
              <a:buNone/>
            </a:pPr>
            <a:r>
              <a:rPr lang="en-US" altLang="en-US" sz="1800">
                <a:latin typeface="Arial" panose="020B0604020202020204" pitchFamily="34" charset="0"/>
              </a:rPr>
              <a:t>7	Change booking?</a:t>
            </a:r>
          </a:p>
          <a:p>
            <a:pPr>
              <a:spcBef>
                <a:spcPct val="0"/>
              </a:spcBef>
              <a:buSzTx/>
              <a:buFontTx/>
              <a:buNone/>
            </a:pPr>
            <a:r>
              <a:rPr lang="en-US" altLang="en-US" sz="1800">
                <a:latin typeface="Arial" panose="020B0604020202020204" pitchFamily="34" charset="0"/>
              </a:rPr>
              <a:t>8	Cancel entire booking?</a:t>
            </a:r>
          </a:p>
        </p:txBody>
      </p:sp>
      <p:sp>
        <p:nvSpPr>
          <p:cNvPr id="78853" name="AutoShape 5">
            <a:extLst>
              <a:ext uri="{FF2B5EF4-FFF2-40B4-BE49-F238E27FC236}">
                <a16:creationId xmlns:a16="http://schemas.microsoft.com/office/drawing/2014/main" id="{D05EE737-920A-ADE3-1B32-B67DDD96D7B0}"/>
              </a:ext>
            </a:extLst>
          </p:cNvPr>
          <p:cNvSpPr>
            <a:spLocks noChangeArrowheads="1"/>
          </p:cNvSpPr>
          <p:nvPr/>
        </p:nvSpPr>
        <p:spPr bwMode="auto">
          <a:xfrm>
            <a:off x="3490913" y="3421063"/>
            <a:ext cx="1397000" cy="879475"/>
          </a:xfrm>
          <a:prstGeom prst="wedgeEllipseCallout">
            <a:avLst>
              <a:gd name="adj1" fmla="val -81134"/>
              <a:gd name="adj2" fmla="val 16426"/>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a:latin typeface="Arial" panose="020B0604020202020204" pitchFamily="34" charset="0"/>
              </a:rPr>
              <a:t>Frequent</a:t>
            </a:r>
          </a:p>
          <a:p>
            <a:pPr algn="ctr"/>
            <a:r>
              <a:rPr lang="en-US" altLang="en-US" sz="1800">
                <a:latin typeface="Arial" panose="020B0604020202020204" pitchFamily="34" charset="0"/>
              </a:rPr>
              <a:t>mistake</a:t>
            </a:r>
          </a:p>
        </p:txBody>
      </p:sp>
      <p:sp>
        <p:nvSpPr>
          <p:cNvPr id="78854" name="AutoShape 6">
            <a:extLst>
              <a:ext uri="{FF2B5EF4-FFF2-40B4-BE49-F238E27FC236}">
                <a16:creationId xmlns:a16="http://schemas.microsoft.com/office/drawing/2014/main" id="{33C12201-E1CF-9370-08CD-4DD6C4A628F6}"/>
              </a:ext>
            </a:extLst>
          </p:cNvPr>
          <p:cNvSpPr>
            <a:spLocks noChangeArrowheads="1"/>
          </p:cNvSpPr>
          <p:nvPr/>
        </p:nvSpPr>
        <p:spPr bwMode="auto">
          <a:xfrm>
            <a:off x="5262563" y="3590925"/>
            <a:ext cx="3549650" cy="1836738"/>
          </a:xfrm>
          <a:prstGeom prst="bevel">
            <a:avLst>
              <a:gd name="adj" fmla="val 7083"/>
            </a:avLst>
          </a:prstGeom>
          <a:solidFill>
            <a:schemeClr val="bg1"/>
          </a:solidFill>
          <a:ln w="19050">
            <a:solidFill>
              <a:schemeClr val="tx1"/>
            </a:solidFill>
            <a:miter lim="800000"/>
            <a:headEnd/>
            <a:tailEnd/>
          </a:ln>
        </p:spPr>
        <p:txBody>
          <a:bodyPr wrap="none" lIns="108000" tIns="108000" rIns="108000" bIns="108000">
            <a:spAutoFit/>
          </a:bodyPr>
          <a:lstStyle>
            <a:lvl1pPr>
              <a:tabLst>
                <a:tab pos="28575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28575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28575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28575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28575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28575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28575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28575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285750" algn="l"/>
              </a:tabLs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latin typeface="Arial" panose="020B0604020202020204" pitchFamily="34" charset="0"/>
              </a:rPr>
              <a:t>Got them all?</a:t>
            </a:r>
            <a:endParaRPr lang="en-US" altLang="en-US" sz="1800">
              <a:latin typeface="Arial" panose="020B0604020202020204" pitchFamily="34" charset="0"/>
            </a:endParaRPr>
          </a:p>
          <a:p>
            <a:r>
              <a:rPr lang="en-US" altLang="en-US" sz="1800">
                <a:latin typeface="Arial" panose="020B0604020202020204" pitchFamily="34" charset="0"/>
              </a:rPr>
              <a:t>•	All events covered?</a:t>
            </a:r>
          </a:p>
          <a:p>
            <a:r>
              <a:rPr lang="en-US" altLang="en-US" sz="1800">
                <a:latin typeface="Arial" panose="020B0604020202020204" pitchFamily="34" charset="0"/>
              </a:rPr>
              <a:t>•	Critical tasks covered?</a:t>
            </a:r>
          </a:p>
          <a:p>
            <a:r>
              <a:rPr lang="en-US" altLang="en-US" sz="1800">
                <a:latin typeface="Arial" panose="020B0604020202020204" pitchFamily="34" charset="0"/>
              </a:rPr>
              <a:t>•	At least as good as before?</a:t>
            </a:r>
          </a:p>
          <a:p>
            <a:pPr>
              <a:buFontTx/>
              <a:buChar char="•"/>
            </a:pPr>
            <a:r>
              <a:rPr lang="en-US" altLang="en-US" sz="1800">
                <a:latin typeface="Arial" panose="020B0604020202020204" pitchFamily="34" charset="0"/>
              </a:rPr>
              <a:t> 	CRUD check</a:t>
            </a:r>
          </a:p>
        </p:txBody>
      </p:sp>
      <p:sp>
        <p:nvSpPr>
          <p:cNvPr id="78855" name="AutoShape 7">
            <a:extLst>
              <a:ext uri="{FF2B5EF4-FFF2-40B4-BE49-F238E27FC236}">
                <a16:creationId xmlns:a16="http://schemas.microsoft.com/office/drawing/2014/main" id="{4AF5F3B0-36A3-9B4B-41DE-5D51547C773D}"/>
              </a:ext>
            </a:extLst>
          </p:cNvPr>
          <p:cNvSpPr>
            <a:spLocks noChangeArrowheads="1"/>
          </p:cNvSpPr>
          <p:nvPr/>
        </p:nvSpPr>
        <p:spPr bwMode="auto">
          <a:xfrm>
            <a:off x="6013450" y="6037263"/>
            <a:ext cx="1809750" cy="879475"/>
          </a:xfrm>
          <a:prstGeom prst="wedgeEllipseCallout">
            <a:avLst>
              <a:gd name="adj1" fmla="val 48773"/>
              <a:gd name="adj2" fmla="val -176352"/>
            </a:avLst>
          </a:prstGeom>
          <a:solidFill>
            <a:schemeClr val="bg1"/>
          </a:solidFill>
          <a:ln w="28575">
            <a:solidFill>
              <a:schemeClr val="tx1"/>
            </a:solidFill>
            <a:miter lim="800000"/>
            <a:headEnd/>
            <a:tailEnd/>
          </a:ln>
        </p:spPr>
        <p:txBody>
          <a:bodyPr wrap="none" lIns="36000" tIns="36000" rIns="36000" bIns="360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pPr algn="ctr"/>
            <a:r>
              <a:rPr lang="en-US" altLang="en-US" sz="1800">
                <a:latin typeface="Arial" panose="020B0604020202020204" pitchFamily="34" charset="0"/>
              </a:rPr>
              <a:t>How to deal</a:t>
            </a:r>
          </a:p>
          <a:p>
            <a:pPr algn="ctr"/>
            <a:r>
              <a:rPr lang="en-US" altLang="en-US" sz="1800">
                <a:latin typeface="Arial" panose="020B0604020202020204" pitchFamily="34" charset="0"/>
              </a:rPr>
              <a:t>with that?</a:t>
            </a:r>
          </a:p>
        </p:txBody>
      </p:sp>
      <p:sp>
        <p:nvSpPr>
          <p:cNvPr id="78856" name="Rectangle 8">
            <a:extLst>
              <a:ext uri="{FF2B5EF4-FFF2-40B4-BE49-F238E27FC236}">
                <a16:creationId xmlns:a16="http://schemas.microsoft.com/office/drawing/2014/main" id="{763E76C1-11BD-12D1-65C4-47081EDA3155}"/>
              </a:ext>
            </a:extLst>
          </p:cNvPr>
          <p:cNvSpPr>
            <a:spLocks noChangeArrowheads="1"/>
          </p:cNvSpPr>
          <p:nvPr/>
        </p:nvSpPr>
        <p:spPr bwMode="auto">
          <a:xfrm>
            <a:off x="609600" y="62484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GB" altLang="en-US" sz="1200" noProof="1">
                <a:latin typeface="Times New Roman" panose="02020603050405020304" pitchFamily="18" charset="0"/>
              </a:rPr>
              <a:t>From: Soren Lauesen: Software Requirements</a:t>
            </a:r>
          </a:p>
          <a:p>
            <a:r>
              <a:rPr lang="en-GB" altLang="en-US" sz="1200" noProof="1">
                <a:latin typeface="Times New Roman" panose="02020603050405020304" pitchFamily="18" charset="0"/>
              </a:rPr>
              <a:t>© Pearson / Addison-Wesley 2002</a:t>
            </a:r>
          </a:p>
        </p:txBody>
      </p:sp>
      <p:sp>
        <p:nvSpPr>
          <p:cNvPr id="78857" name="Slide Number Placeholder 1">
            <a:extLst>
              <a:ext uri="{FF2B5EF4-FFF2-40B4-BE49-F238E27FC236}">
                <a16:creationId xmlns:a16="http://schemas.microsoft.com/office/drawing/2014/main" id="{168FEA41-A3BC-B13C-EF94-9F8866BC381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AEDCB57-B111-44B9-A016-9ACD7F570891}" type="slidenum">
              <a:rPr lang="en-AU" altLang="en-US" sz="1400" smtClean="0">
                <a:latin typeface="Times New Roman" panose="02020603050405020304" pitchFamily="18" charset="0"/>
              </a:rPr>
              <a:pPr>
                <a:spcBef>
                  <a:spcPct val="0"/>
                </a:spcBef>
                <a:buSzTx/>
                <a:buFontTx/>
                <a:buNone/>
              </a:pPr>
              <a:t>40</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0FDE075B-2C56-F933-C6B2-6A14743AFEF5}"/>
              </a:ext>
            </a:extLst>
          </p:cNvPr>
          <p:cNvSpPr>
            <a:spLocks noGrp="1" noChangeArrowheads="1"/>
          </p:cNvSpPr>
          <p:nvPr>
            <p:ph type="title"/>
          </p:nvPr>
        </p:nvSpPr>
        <p:spPr/>
        <p:txBody>
          <a:bodyPr/>
          <a:lstStyle/>
          <a:p>
            <a:pPr>
              <a:defRPr/>
            </a:pPr>
            <a:r>
              <a:rPr lang="en-US" dirty="0">
                <a:ea typeface="+mj-ea"/>
                <a:cs typeface="+mj-cs"/>
              </a:rPr>
              <a:t>Workflows</a:t>
            </a:r>
            <a:endParaRPr lang="en-US" sz="3200" dirty="0">
              <a:ea typeface="+mj-ea"/>
              <a:cs typeface="+mj-cs"/>
            </a:endParaRPr>
          </a:p>
        </p:txBody>
      </p:sp>
      <p:sp>
        <p:nvSpPr>
          <p:cNvPr id="80899" name="Rectangle 3">
            <a:extLst>
              <a:ext uri="{FF2B5EF4-FFF2-40B4-BE49-F238E27FC236}">
                <a16:creationId xmlns:a16="http://schemas.microsoft.com/office/drawing/2014/main" id="{BB947EE5-41FF-C095-43ED-582CA6B785CB}"/>
              </a:ext>
            </a:extLst>
          </p:cNvPr>
          <p:cNvSpPr>
            <a:spLocks noGrp="1" noChangeArrowheads="1"/>
          </p:cNvSpPr>
          <p:nvPr>
            <p:ph type="body" idx="1"/>
          </p:nvPr>
        </p:nvSpPr>
        <p:spPr/>
        <p:txBody>
          <a:bodyPr/>
          <a:lstStyle/>
          <a:p>
            <a:r>
              <a:rPr lang="en-US" altLang="en-US"/>
              <a:t>A workflow is a coherent representation of the (temporal) dependencies between </a:t>
            </a:r>
            <a:r>
              <a:rPr lang="en-US" altLang="en-US" u="sng"/>
              <a:t>the major steps of a process.</a:t>
            </a:r>
          </a:p>
          <a:p>
            <a:r>
              <a:rPr lang="en-US" altLang="en-US"/>
              <a:t>It primarily focuses on:</a:t>
            </a:r>
          </a:p>
          <a:p>
            <a:pPr lvl="1"/>
            <a:r>
              <a:rPr lang="en-US" altLang="en-US"/>
              <a:t>Actor(s) of each step</a:t>
            </a:r>
          </a:p>
          <a:p>
            <a:pPr lvl="1"/>
            <a:r>
              <a:rPr lang="en-US" altLang="en-US"/>
              <a:t>Dependencies between steps</a:t>
            </a:r>
          </a:p>
          <a:p>
            <a:pPr lvl="1"/>
            <a:r>
              <a:rPr lang="en-US" altLang="en-US" i="1"/>
              <a:t>Sequencing</a:t>
            </a:r>
          </a:p>
          <a:p>
            <a:r>
              <a:rPr lang="en-US" altLang="en-US"/>
              <a:t>Workflows assist in identifying </a:t>
            </a:r>
            <a:r>
              <a:rPr lang="en-US" altLang="en-US" u="sng"/>
              <a:t>high-level</a:t>
            </a:r>
            <a:r>
              <a:rPr lang="en-US" altLang="en-US"/>
              <a:t> tasks and a sequence of “good” user tasks.</a:t>
            </a:r>
          </a:p>
          <a:p>
            <a:r>
              <a:rPr lang="en-US" altLang="en-US"/>
              <a:t>(client perspective ..)</a:t>
            </a:r>
          </a:p>
        </p:txBody>
      </p:sp>
      <p:sp>
        <p:nvSpPr>
          <p:cNvPr id="80900" name="Slide Number Placeholder 1">
            <a:extLst>
              <a:ext uri="{FF2B5EF4-FFF2-40B4-BE49-F238E27FC236}">
                <a16:creationId xmlns:a16="http://schemas.microsoft.com/office/drawing/2014/main" id="{14855BDD-9D97-2CF1-B96F-D759A3CD25F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FF40ED8D-B157-42DF-A1A0-BC1B08EE9054}" type="slidenum">
              <a:rPr lang="en-AU" altLang="en-US" sz="1400" smtClean="0">
                <a:latin typeface="Times New Roman" panose="02020603050405020304" pitchFamily="18" charset="0"/>
              </a:rPr>
              <a:pPr>
                <a:spcBef>
                  <a:spcPct val="0"/>
                </a:spcBef>
                <a:buSzTx/>
                <a:buFontTx/>
                <a:buNone/>
              </a:pPr>
              <a:t>41</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A452D23E-CC05-DAFF-3471-E882399CAFE5}"/>
              </a:ext>
            </a:extLst>
          </p:cNvPr>
          <p:cNvSpPr>
            <a:spLocks noChangeArrowheads="1"/>
          </p:cNvSpPr>
          <p:nvPr/>
        </p:nvSpPr>
        <p:spPr bwMode="auto">
          <a:xfrm>
            <a:off x="685800" y="838200"/>
            <a:ext cx="7696200" cy="5181600"/>
          </a:xfrm>
          <a:prstGeom prst="rect">
            <a:avLst/>
          </a:prstGeom>
          <a:solidFill>
            <a:schemeClr val="bg1"/>
          </a:solidFill>
          <a:ln w="38100">
            <a:solidFill>
              <a:schemeClr val="tx1"/>
            </a:solidFill>
            <a:miter lim="800000"/>
            <a:headEnd/>
            <a:tailEnd/>
          </a:ln>
        </p:spPr>
        <p:txBody>
          <a:bodyPr wrap="none" anchor="ct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endParaRPr lang="en-US" altLang="en-US"/>
          </a:p>
        </p:txBody>
      </p:sp>
      <p:sp>
        <p:nvSpPr>
          <p:cNvPr id="82947" name="Text Box 3">
            <a:extLst>
              <a:ext uri="{FF2B5EF4-FFF2-40B4-BE49-F238E27FC236}">
                <a16:creationId xmlns:a16="http://schemas.microsoft.com/office/drawing/2014/main" id="{42F61F2F-4084-9298-0934-7BC646D157A4}"/>
              </a:ext>
            </a:extLst>
          </p:cNvPr>
          <p:cNvSpPr txBox="1">
            <a:spLocks noChangeArrowheads="1"/>
          </p:cNvSpPr>
          <p:nvPr/>
        </p:nvSpPr>
        <p:spPr bwMode="auto">
          <a:xfrm>
            <a:off x="609600" y="76200"/>
            <a:ext cx="6003925"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3600" b="1"/>
              <a:t>High-level Tasks</a:t>
            </a:r>
            <a:endParaRPr lang="en-US" altLang="en-US" sz="3200">
              <a:latin typeface="Arial" panose="020B0604020202020204" pitchFamily="34" charset="0"/>
            </a:endParaRPr>
          </a:p>
        </p:txBody>
      </p:sp>
      <p:sp>
        <p:nvSpPr>
          <p:cNvPr id="82948" name="Text Box 4">
            <a:extLst>
              <a:ext uri="{FF2B5EF4-FFF2-40B4-BE49-F238E27FC236}">
                <a16:creationId xmlns:a16="http://schemas.microsoft.com/office/drawing/2014/main" id="{E7E0CFE4-EC8D-ABCC-2E39-B1CBAFFDEE46}"/>
              </a:ext>
            </a:extLst>
          </p:cNvPr>
          <p:cNvSpPr txBox="1">
            <a:spLocks noChangeArrowheads="1"/>
          </p:cNvSpPr>
          <p:nvPr/>
        </p:nvSpPr>
        <p:spPr bwMode="auto">
          <a:xfrm>
            <a:off x="679450" y="1843088"/>
            <a:ext cx="4121150" cy="41767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44000" tIns="72000" rIns="72000" bIns="72000"/>
          <a:lstStyle>
            <a:lvl1pPr>
              <a:spcBef>
                <a:spcPct val="40000"/>
              </a:spcBef>
              <a:buSzPct val="75000"/>
              <a:buFont typeface="Wingdings" panose="05000000000000000000" pitchFamily="2" charset="2"/>
              <a:buChar char="n"/>
              <a:tabLst>
                <a:tab pos="381000" algn="l"/>
                <a:tab pos="1238250" algn="l"/>
                <a:tab pos="2667000" algn="l"/>
              </a:tabLst>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tabLst>
                <a:tab pos="381000" algn="l"/>
                <a:tab pos="1238250" algn="l"/>
                <a:tab pos="2667000" algn="l"/>
              </a:tabLst>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tabLst>
                <a:tab pos="381000" algn="l"/>
                <a:tab pos="1238250" algn="l"/>
                <a:tab pos="2667000" algn="l"/>
              </a:tabLst>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tabLst>
                <a:tab pos="381000" algn="l"/>
                <a:tab pos="1238250" algn="l"/>
                <a:tab pos="2667000" algn="l"/>
              </a:tabLst>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tabLst>
                <a:tab pos="381000" algn="l"/>
                <a:tab pos="1238250" algn="l"/>
                <a:tab pos="2667000" algn="l"/>
              </a:tabLst>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tabLst>
                <a:tab pos="381000" algn="l"/>
                <a:tab pos="1238250" algn="l"/>
                <a:tab pos="2667000" algn="l"/>
              </a:tabLst>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tabLst>
                <a:tab pos="381000" algn="l"/>
                <a:tab pos="1238250" algn="l"/>
                <a:tab pos="2667000" algn="l"/>
              </a:tabLst>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tabLst>
                <a:tab pos="381000" algn="l"/>
                <a:tab pos="1238250" algn="l"/>
                <a:tab pos="2667000" algn="l"/>
              </a:tabLst>
              <a:defRPr sz="1600">
                <a:solidFill>
                  <a:schemeClr val="tx1"/>
                </a:solidFill>
                <a:latin typeface="Arial Narrow" panose="020B0606020202030204" pitchFamily="34" charset="0"/>
                <a:ea typeface="MS PGothic" panose="020B0600070205080204" pitchFamily="34" charset="-128"/>
              </a:defRPr>
            </a:lvl9pPr>
          </a:lstStyle>
          <a:p>
            <a:pPr>
              <a:spcBef>
                <a:spcPct val="0"/>
              </a:spcBef>
              <a:spcAft>
                <a:spcPct val="20000"/>
              </a:spcAft>
              <a:buSzTx/>
              <a:buFontTx/>
              <a:buNone/>
            </a:pPr>
            <a:r>
              <a:rPr lang="en-US" altLang="en-US" sz="1800" b="1">
                <a:latin typeface="Arial" panose="020B0604020202020204" pitchFamily="34" charset="0"/>
              </a:rPr>
              <a:t>Sub-tasks:</a:t>
            </a:r>
            <a:endParaRPr lang="en-US" altLang="en-US" sz="1800">
              <a:latin typeface="Arial" panose="020B0604020202020204" pitchFamily="34" charset="0"/>
            </a:endParaRPr>
          </a:p>
          <a:p>
            <a:pPr>
              <a:spcBef>
                <a:spcPct val="0"/>
              </a:spcBef>
              <a:buSzTx/>
              <a:buFontTx/>
              <a:buNone/>
            </a:pPr>
            <a:r>
              <a:rPr lang="en-US" altLang="en-US" sz="1800">
                <a:latin typeface="Arial" panose="020B0604020202020204" pitchFamily="34" charset="0"/>
              </a:rPr>
              <a:t>1.	Select a hotel.</a:t>
            </a:r>
          </a:p>
          <a:p>
            <a:pPr>
              <a:spcBef>
                <a:spcPct val="0"/>
              </a:spcBef>
              <a:spcAft>
                <a:spcPct val="20000"/>
              </a:spcAft>
              <a:buSzTx/>
              <a:buFontTx/>
              <a:buNone/>
            </a:pPr>
            <a:r>
              <a:rPr lang="en-US" altLang="en-US" sz="1800" b="1">
                <a:latin typeface="Arial" panose="020B0604020202020204" pitchFamily="34" charset="0"/>
              </a:rPr>
              <a:t>Problem:</a:t>
            </a:r>
            <a:r>
              <a:rPr lang="en-US" altLang="en-US" sz="1800">
                <a:latin typeface="Arial" panose="020B0604020202020204" pitchFamily="34" charset="0"/>
              </a:rPr>
              <a:t> We aren’t visible enough.</a:t>
            </a:r>
          </a:p>
          <a:p>
            <a:pPr>
              <a:spcBef>
                <a:spcPct val="0"/>
              </a:spcBef>
              <a:buSzTx/>
              <a:buFontTx/>
              <a:buNone/>
            </a:pPr>
            <a:r>
              <a:rPr lang="en-US" altLang="en-US" sz="1800">
                <a:latin typeface="Arial" panose="020B0604020202020204" pitchFamily="34" charset="0"/>
              </a:rPr>
              <a:t>2.	Booking.</a:t>
            </a:r>
          </a:p>
          <a:p>
            <a:pPr>
              <a:spcBef>
                <a:spcPct val="0"/>
              </a:spcBef>
              <a:spcAft>
                <a:spcPct val="20000"/>
              </a:spcAft>
              <a:buSzTx/>
              <a:buFontTx/>
              <a:buNone/>
            </a:pPr>
            <a:r>
              <a:rPr lang="en-US" altLang="en-US" sz="1800" b="1">
                <a:latin typeface="Arial" panose="020B0604020202020204" pitchFamily="34" charset="0"/>
              </a:rPr>
              <a:t>Problem: </a:t>
            </a:r>
            <a:r>
              <a:rPr lang="en-US" altLang="en-US" sz="1800">
                <a:latin typeface="Arial" panose="020B0604020202020204" pitchFamily="34" charset="0"/>
              </a:rPr>
              <a:t>Language and time zones. Guest wants two neighbor rooms</a:t>
            </a:r>
          </a:p>
          <a:p>
            <a:pPr>
              <a:spcBef>
                <a:spcPct val="0"/>
              </a:spcBef>
              <a:buSzTx/>
              <a:buFontTx/>
              <a:buNone/>
            </a:pPr>
            <a:r>
              <a:rPr lang="en-US" altLang="en-US" sz="1800">
                <a:latin typeface="Arial" panose="020B0604020202020204" pitchFamily="34" charset="0"/>
              </a:rPr>
              <a:t>3.	Check in.</a:t>
            </a:r>
            <a:endParaRPr lang="en-US" altLang="en-US" sz="1800" u="sng">
              <a:latin typeface="Arial" panose="020B0604020202020204" pitchFamily="34" charset="0"/>
            </a:endParaRPr>
          </a:p>
          <a:p>
            <a:pPr>
              <a:spcBef>
                <a:spcPct val="0"/>
              </a:spcBef>
              <a:spcAft>
                <a:spcPct val="20000"/>
              </a:spcAft>
              <a:buSzTx/>
              <a:buFontTx/>
              <a:buNone/>
            </a:pPr>
            <a:r>
              <a:rPr lang="en-US" altLang="en-US" sz="1800" b="1">
                <a:latin typeface="Arial" panose="020B0604020202020204" pitchFamily="34" charset="0"/>
              </a:rPr>
              <a:t>Problem:</a:t>
            </a:r>
            <a:r>
              <a:rPr lang="en-US" altLang="en-US" sz="1800">
                <a:latin typeface="Arial" panose="020B0604020202020204" pitchFamily="34" charset="0"/>
              </a:rPr>
              <a:t> Guests want two keys</a:t>
            </a:r>
          </a:p>
          <a:p>
            <a:pPr>
              <a:spcBef>
                <a:spcPct val="0"/>
              </a:spcBef>
              <a:spcAft>
                <a:spcPct val="20000"/>
              </a:spcAft>
              <a:buSzTx/>
              <a:buFontTx/>
              <a:buNone/>
            </a:pPr>
            <a:r>
              <a:rPr lang="en-US" altLang="en-US" sz="1800">
                <a:latin typeface="Arial" panose="020B0604020202020204" pitchFamily="34" charset="0"/>
              </a:rPr>
              <a:t>4. Receive service</a:t>
            </a:r>
          </a:p>
          <a:p>
            <a:pPr>
              <a:spcBef>
                <a:spcPct val="0"/>
              </a:spcBef>
              <a:buSzTx/>
              <a:buFontTx/>
              <a:buNone/>
            </a:pPr>
            <a:r>
              <a:rPr lang="en-US" altLang="en-US" sz="1800">
                <a:latin typeface="Arial" panose="020B0604020202020204" pitchFamily="34" charset="0"/>
              </a:rPr>
              <a:t>5. Check out</a:t>
            </a:r>
          </a:p>
          <a:p>
            <a:pPr>
              <a:spcBef>
                <a:spcPct val="0"/>
              </a:spcBef>
              <a:spcAft>
                <a:spcPct val="20000"/>
              </a:spcAft>
              <a:buSzTx/>
              <a:buFontTx/>
              <a:buNone/>
            </a:pPr>
            <a:r>
              <a:rPr lang="en-US" altLang="en-US" sz="1800" b="1">
                <a:latin typeface="Arial" panose="020B0604020202020204" pitchFamily="34" charset="0"/>
              </a:rPr>
              <a:t>Problem:</a:t>
            </a:r>
            <a:r>
              <a:rPr lang="en-US" altLang="en-US" sz="1800">
                <a:latin typeface="Arial" panose="020B0604020202020204" pitchFamily="34" charset="0"/>
              </a:rPr>
              <a:t> Long queue in the morning</a:t>
            </a:r>
          </a:p>
          <a:p>
            <a:pPr>
              <a:spcBef>
                <a:spcPct val="0"/>
              </a:spcBef>
              <a:buSzTx/>
              <a:buFontTx/>
              <a:buNone/>
            </a:pPr>
            <a:r>
              <a:rPr lang="en-US" altLang="en-US" sz="1800">
                <a:latin typeface="Arial" panose="020B0604020202020204" pitchFamily="34" charset="0"/>
              </a:rPr>
              <a:t>6. Reimburse expenses</a:t>
            </a:r>
          </a:p>
          <a:p>
            <a:pPr>
              <a:spcBef>
                <a:spcPct val="0"/>
              </a:spcBef>
              <a:buSzTx/>
              <a:buFontTx/>
              <a:buNone/>
            </a:pPr>
            <a:r>
              <a:rPr lang="en-US" altLang="en-US" sz="1800" b="1">
                <a:latin typeface="Arial" panose="020B0604020202020204" pitchFamily="34" charset="0"/>
              </a:rPr>
              <a:t>Problem:</a:t>
            </a:r>
            <a:r>
              <a:rPr lang="en-US" altLang="en-US" sz="1800">
                <a:latin typeface="Arial" panose="020B0604020202020204" pitchFamily="34" charset="0"/>
              </a:rPr>
              <a:t> Private services on the bill</a:t>
            </a:r>
          </a:p>
        </p:txBody>
      </p:sp>
      <p:sp>
        <p:nvSpPr>
          <p:cNvPr id="82949" name="Text Box 5">
            <a:extLst>
              <a:ext uri="{FF2B5EF4-FFF2-40B4-BE49-F238E27FC236}">
                <a16:creationId xmlns:a16="http://schemas.microsoft.com/office/drawing/2014/main" id="{934E203D-15C5-E210-53B6-2D3C41E598C0}"/>
              </a:ext>
            </a:extLst>
          </p:cNvPr>
          <p:cNvSpPr txBox="1">
            <a:spLocks noChangeArrowheads="1"/>
          </p:cNvSpPr>
          <p:nvPr/>
        </p:nvSpPr>
        <p:spPr bwMode="auto">
          <a:xfrm>
            <a:off x="4800600" y="1843088"/>
            <a:ext cx="3581400" cy="41767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44000" tIns="72000" rIns="72000" bIns="72000"/>
          <a:lstStyle>
            <a:lvl1pPr>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9pPr>
          </a:lstStyle>
          <a:p>
            <a:pPr>
              <a:spcAft>
                <a:spcPct val="20000"/>
              </a:spcAft>
            </a:pPr>
            <a:r>
              <a:rPr lang="en-US" altLang="en-US" sz="1800" b="1">
                <a:latin typeface="Arial" panose="020B0604020202020204" pitchFamily="34" charset="0"/>
              </a:rPr>
              <a:t>Example solution:</a:t>
            </a:r>
            <a:endParaRPr lang="en-US" altLang="en-US" sz="1800">
              <a:latin typeface="Arial" panose="020B0604020202020204" pitchFamily="34" charset="0"/>
            </a:endParaRPr>
          </a:p>
          <a:p>
            <a:endParaRPr lang="en-US" altLang="en-US" sz="1800">
              <a:latin typeface="Arial" panose="020B0604020202020204" pitchFamily="34" charset="0"/>
            </a:endParaRPr>
          </a:p>
          <a:p>
            <a:pPr>
              <a:spcAft>
                <a:spcPct val="20000"/>
              </a:spcAft>
            </a:pPr>
            <a:r>
              <a:rPr lang="en-US" altLang="en-US" sz="1800">
                <a:latin typeface="Arial" panose="020B0604020202020204" pitchFamily="34" charset="0"/>
              </a:rPr>
              <a:t>?</a:t>
            </a:r>
          </a:p>
          <a:p>
            <a:endParaRPr lang="en-US" altLang="en-US" sz="1800">
              <a:latin typeface="Arial" panose="020B0604020202020204" pitchFamily="34" charset="0"/>
            </a:endParaRPr>
          </a:p>
          <a:p>
            <a:r>
              <a:rPr lang="en-US" altLang="en-US" sz="1800">
                <a:latin typeface="Arial" panose="020B0604020202020204" pitchFamily="34" charset="0"/>
              </a:rPr>
              <a:t>Web-booking.</a:t>
            </a:r>
          </a:p>
          <a:p>
            <a:pPr>
              <a:spcAft>
                <a:spcPct val="20000"/>
              </a:spcAft>
            </a:pPr>
            <a:r>
              <a:rPr lang="en-US" altLang="en-US" sz="1800">
                <a:latin typeface="Arial" panose="020B0604020202020204" pitchFamily="34" charset="0"/>
              </a:rPr>
              <a:t>Choose rooms on web at a fee.</a:t>
            </a:r>
          </a:p>
          <a:p>
            <a:endParaRPr lang="en-US" altLang="en-US" sz="1800">
              <a:latin typeface="Arial" panose="020B0604020202020204" pitchFamily="34" charset="0"/>
            </a:endParaRPr>
          </a:p>
          <a:p>
            <a:pPr>
              <a:spcAft>
                <a:spcPct val="20000"/>
              </a:spcAft>
            </a:pPr>
            <a:r>
              <a:rPr lang="en-US" altLang="en-US" sz="1800">
                <a:latin typeface="Arial" panose="020B0604020202020204" pitchFamily="34" charset="0"/>
              </a:rPr>
              <a:t>Electronic keys.</a:t>
            </a:r>
          </a:p>
          <a:p>
            <a:pPr>
              <a:spcAft>
                <a:spcPct val="20000"/>
              </a:spcAft>
            </a:pPr>
            <a:endParaRPr lang="en-US" altLang="en-US" sz="1800">
              <a:latin typeface="Arial" panose="020B0604020202020204" pitchFamily="34" charset="0"/>
            </a:endParaRPr>
          </a:p>
          <a:p>
            <a:pPr>
              <a:spcAft>
                <a:spcPct val="20000"/>
              </a:spcAft>
            </a:pPr>
            <a:r>
              <a:rPr lang="en-US" altLang="en-US" sz="1800">
                <a:latin typeface="Arial" panose="020B0604020202020204" pitchFamily="34" charset="0"/>
              </a:rPr>
              <a:t>Use electronic key for self- checkout.</a:t>
            </a:r>
          </a:p>
          <a:p>
            <a:pPr>
              <a:spcAft>
                <a:spcPct val="20000"/>
              </a:spcAft>
            </a:pPr>
            <a:r>
              <a:rPr lang="en-US" altLang="en-US" sz="1800">
                <a:latin typeface="Arial" panose="020B0604020202020204" pitchFamily="34" charset="0"/>
              </a:rPr>
              <a:t>Split into two invoices, e.g. through room TV. </a:t>
            </a:r>
          </a:p>
        </p:txBody>
      </p:sp>
      <p:sp>
        <p:nvSpPr>
          <p:cNvPr id="82950" name="Text Box 6">
            <a:extLst>
              <a:ext uri="{FF2B5EF4-FFF2-40B4-BE49-F238E27FC236}">
                <a16:creationId xmlns:a16="http://schemas.microsoft.com/office/drawing/2014/main" id="{86B5CDC7-02A6-EF22-F09A-A33F839ED13E}"/>
              </a:ext>
            </a:extLst>
          </p:cNvPr>
          <p:cNvSpPr txBox="1">
            <a:spLocks noChangeArrowheads="1"/>
          </p:cNvSpPr>
          <p:nvPr/>
        </p:nvSpPr>
        <p:spPr bwMode="auto">
          <a:xfrm>
            <a:off x="679450" y="838200"/>
            <a:ext cx="7702550" cy="9953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44000" tIns="72000" rIns="72000" bIns="72000">
            <a:spAutoFit/>
          </a:bodyPr>
          <a:lstStyle>
            <a:lvl1pPr>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381000" algn="l"/>
                <a:tab pos="1238250" algn="l"/>
                <a:tab pos="2667000" algn="l"/>
              </a:tabLst>
              <a:defRPr sz="2400">
                <a:solidFill>
                  <a:schemeClr val="tx1"/>
                </a:solidFill>
                <a:latin typeface="Arial Narrow" panose="020B0606020202030204" pitchFamily="34" charset="0"/>
                <a:ea typeface="MS PGothic" panose="020B0600070205080204" pitchFamily="34" charset="-128"/>
              </a:defRPr>
            </a:lvl9pPr>
          </a:lstStyle>
          <a:p>
            <a:r>
              <a:rPr lang="en-US" altLang="en-US" sz="1800" b="1">
                <a:latin typeface="Arial" panose="020B0604020202020204" pitchFamily="34" charset="0"/>
              </a:rPr>
              <a:t>Task:	1.  A stay at the hotel</a:t>
            </a:r>
            <a:endParaRPr lang="en-US" altLang="en-US" sz="1800">
              <a:latin typeface="Arial" panose="020B0604020202020204" pitchFamily="34" charset="0"/>
            </a:endParaRPr>
          </a:p>
          <a:p>
            <a:r>
              <a:rPr lang="en-US" altLang="en-US" sz="1800">
                <a:latin typeface="Arial" panose="020B0604020202020204" pitchFamily="34" charset="0"/>
              </a:rPr>
              <a:t>Actor:	The guest</a:t>
            </a:r>
          </a:p>
          <a:p>
            <a:r>
              <a:rPr lang="en-US" altLang="en-US" sz="1800">
                <a:latin typeface="Arial" panose="020B0604020202020204" pitchFamily="34" charset="0"/>
              </a:rPr>
              <a:t>Purpose:	. . .</a:t>
            </a:r>
          </a:p>
        </p:txBody>
      </p:sp>
      <p:sp>
        <p:nvSpPr>
          <p:cNvPr id="82951" name="Line 7">
            <a:extLst>
              <a:ext uri="{FF2B5EF4-FFF2-40B4-BE49-F238E27FC236}">
                <a16:creationId xmlns:a16="http://schemas.microsoft.com/office/drawing/2014/main" id="{D4D127AC-5189-0487-16B4-1E3227A91B7F}"/>
              </a:ext>
            </a:extLst>
          </p:cNvPr>
          <p:cNvSpPr>
            <a:spLocks noChangeShapeType="1"/>
          </p:cNvSpPr>
          <p:nvPr/>
        </p:nvSpPr>
        <p:spPr bwMode="auto">
          <a:xfrm>
            <a:off x="685800" y="2228850"/>
            <a:ext cx="7696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2952" name="Line 8">
            <a:extLst>
              <a:ext uri="{FF2B5EF4-FFF2-40B4-BE49-F238E27FC236}">
                <a16:creationId xmlns:a16="http://schemas.microsoft.com/office/drawing/2014/main" id="{FC3248E0-432F-AA1A-ADBB-4F4E15964FF8}"/>
              </a:ext>
            </a:extLst>
          </p:cNvPr>
          <p:cNvSpPr>
            <a:spLocks noChangeShapeType="1"/>
          </p:cNvSpPr>
          <p:nvPr/>
        </p:nvSpPr>
        <p:spPr bwMode="auto">
          <a:xfrm>
            <a:off x="685800" y="2838450"/>
            <a:ext cx="7696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2953" name="Line 9">
            <a:extLst>
              <a:ext uri="{FF2B5EF4-FFF2-40B4-BE49-F238E27FC236}">
                <a16:creationId xmlns:a16="http://schemas.microsoft.com/office/drawing/2014/main" id="{D488902E-B69F-C105-EC52-EC1FD1A546AA}"/>
              </a:ext>
            </a:extLst>
          </p:cNvPr>
          <p:cNvSpPr>
            <a:spLocks noChangeShapeType="1"/>
          </p:cNvSpPr>
          <p:nvPr/>
        </p:nvSpPr>
        <p:spPr bwMode="auto">
          <a:xfrm>
            <a:off x="685800" y="3714750"/>
            <a:ext cx="7696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2954" name="Line 10">
            <a:extLst>
              <a:ext uri="{FF2B5EF4-FFF2-40B4-BE49-F238E27FC236}">
                <a16:creationId xmlns:a16="http://schemas.microsoft.com/office/drawing/2014/main" id="{B7B2AFCA-74F7-1901-B919-25104DAEF83B}"/>
              </a:ext>
            </a:extLst>
          </p:cNvPr>
          <p:cNvSpPr>
            <a:spLocks noChangeShapeType="1"/>
          </p:cNvSpPr>
          <p:nvPr/>
        </p:nvSpPr>
        <p:spPr bwMode="auto">
          <a:xfrm>
            <a:off x="685800" y="4324350"/>
            <a:ext cx="7696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2955" name="Line 11">
            <a:extLst>
              <a:ext uri="{FF2B5EF4-FFF2-40B4-BE49-F238E27FC236}">
                <a16:creationId xmlns:a16="http://schemas.microsoft.com/office/drawing/2014/main" id="{6FC05714-C4C5-24C0-26EF-9812AAD39813}"/>
              </a:ext>
            </a:extLst>
          </p:cNvPr>
          <p:cNvSpPr>
            <a:spLocks noChangeShapeType="1"/>
          </p:cNvSpPr>
          <p:nvPr/>
        </p:nvSpPr>
        <p:spPr bwMode="auto">
          <a:xfrm>
            <a:off x="685800" y="4648200"/>
            <a:ext cx="7696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2956" name="Line 12">
            <a:extLst>
              <a:ext uri="{FF2B5EF4-FFF2-40B4-BE49-F238E27FC236}">
                <a16:creationId xmlns:a16="http://schemas.microsoft.com/office/drawing/2014/main" id="{E7881490-FA66-6949-048A-3CF15A2EF320}"/>
              </a:ext>
            </a:extLst>
          </p:cNvPr>
          <p:cNvSpPr>
            <a:spLocks noChangeShapeType="1"/>
          </p:cNvSpPr>
          <p:nvPr/>
        </p:nvSpPr>
        <p:spPr bwMode="auto">
          <a:xfrm>
            <a:off x="685800" y="5257800"/>
            <a:ext cx="7696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sp>
        <p:nvSpPr>
          <p:cNvPr id="82957" name="Rectangle 13">
            <a:extLst>
              <a:ext uri="{FF2B5EF4-FFF2-40B4-BE49-F238E27FC236}">
                <a16:creationId xmlns:a16="http://schemas.microsoft.com/office/drawing/2014/main" id="{1F9FB06A-C8C1-5D41-C786-ECFDB72AC362}"/>
              </a:ext>
            </a:extLst>
          </p:cNvPr>
          <p:cNvSpPr>
            <a:spLocks noChangeArrowheads="1"/>
          </p:cNvSpPr>
          <p:nvPr/>
        </p:nvSpPr>
        <p:spPr bwMode="auto">
          <a:xfrm>
            <a:off x="609600" y="62484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GB" altLang="en-US" sz="1200" noProof="1">
                <a:latin typeface="Times New Roman" panose="02020603050405020304" pitchFamily="18" charset="0"/>
              </a:rPr>
              <a:t>From: Soren Lauesen: Software Requirements</a:t>
            </a:r>
          </a:p>
          <a:p>
            <a:r>
              <a:rPr lang="en-GB" altLang="en-US" sz="1200" noProof="1">
                <a:latin typeface="Times New Roman" panose="02020603050405020304" pitchFamily="18" charset="0"/>
              </a:rPr>
              <a:t>© Pearson / Addison-Wesley 2002</a:t>
            </a:r>
          </a:p>
        </p:txBody>
      </p:sp>
      <p:sp>
        <p:nvSpPr>
          <p:cNvPr id="82958" name="Slide Number Placeholder 1">
            <a:extLst>
              <a:ext uri="{FF2B5EF4-FFF2-40B4-BE49-F238E27FC236}">
                <a16:creationId xmlns:a16="http://schemas.microsoft.com/office/drawing/2014/main" id="{D02C5461-A006-FC27-70C8-0849C59E283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23BA7800-1995-48FC-8519-0236B550CADE}" type="slidenum">
              <a:rPr lang="en-AU" altLang="en-US" sz="1400" smtClean="0">
                <a:latin typeface="Times New Roman" panose="02020603050405020304" pitchFamily="18" charset="0"/>
              </a:rPr>
              <a:pPr>
                <a:spcBef>
                  <a:spcPct val="0"/>
                </a:spcBef>
                <a:buSzTx/>
                <a:buFontTx/>
                <a:buNone/>
              </a:pPr>
              <a:t>42</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0B62B666-85D3-8058-C331-526CA0BBD0AE}"/>
              </a:ext>
            </a:extLst>
          </p:cNvPr>
          <p:cNvSpPr>
            <a:spLocks noGrp="1" noChangeArrowheads="1"/>
          </p:cNvSpPr>
          <p:nvPr>
            <p:ph type="title"/>
          </p:nvPr>
        </p:nvSpPr>
        <p:spPr>
          <a:xfrm>
            <a:off x="1079500" y="358775"/>
            <a:ext cx="6997700" cy="549275"/>
          </a:xfrm>
        </p:spPr>
        <p:txBody>
          <a:bodyPr/>
          <a:lstStyle/>
          <a:p>
            <a:pPr>
              <a:defRPr/>
            </a:pPr>
            <a:r>
              <a:rPr lang="en-AU" dirty="0">
                <a:ea typeface="+mj-ea"/>
                <a:cs typeface="+mj-cs"/>
              </a:rPr>
              <a:t>Questions for Consideration</a:t>
            </a:r>
            <a:endParaRPr lang="en-US" dirty="0">
              <a:ea typeface="+mj-ea"/>
              <a:cs typeface="+mj-cs"/>
            </a:endParaRPr>
          </a:p>
        </p:txBody>
      </p:sp>
      <p:sp>
        <p:nvSpPr>
          <p:cNvPr id="84995" name="Rectangle 3">
            <a:extLst>
              <a:ext uri="{FF2B5EF4-FFF2-40B4-BE49-F238E27FC236}">
                <a16:creationId xmlns:a16="http://schemas.microsoft.com/office/drawing/2014/main" id="{4FF887B3-ACD6-1EC1-586E-30628D5685CC}"/>
              </a:ext>
            </a:extLst>
          </p:cNvPr>
          <p:cNvSpPr>
            <a:spLocks noGrp="1" noChangeArrowheads="1"/>
          </p:cNvSpPr>
          <p:nvPr>
            <p:ph type="body" idx="1"/>
          </p:nvPr>
        </p:nvSpPr>
        <p:spPr/>
        <p:txBody>
          <a:bodyPr/>
          <a:lstStyle/>
          <a:p>
            <a:pPr marL="360363" indent="-360363">
              <a:lnSpc>
                <a:spcPct val="90000"/>
              </a:lnSpc>
              <a:buFont typeface="Arial Narrow" panose="020B0606020202030204" pitchFamily="34" charset="0"/>
              <a:buAutoNum type="arabicPeriod"/>
            </a:pPr>
            <a:r>
              <a:rPr lang="en-US" altLang="en-US" sz="2300"/>
              <a:t>What is a drawback of using Task Descriptions over other styles of functional requirements? How could this be managed?</a:t>
            </a:r>
          </a:p>
          <a:p>
            <a:pPr marL="360363" indent="-360363">
              <a:lnSpc>
                <a:spcPct val="90000"/>
              </a:lnSpc>
              <a:buFont typeface="Arial Narrow" panose="020B0606020202030204" pitchFamily="34" charset="0"/>
              <a:buAutoNum type="arabicPeriod"/>
            </a:pPr>
            <a:r>
              <a:rPr lang="en-US" altLang="en-US" sz="2300"/>
              <a:t>What is the difference between subtasks and variants when designing a Task Description?</a:t>
            </a:r>
          </a:p>
          <a:p>
            <a:pPr marL="360363" indent="-360363">
              <a:lnSpc>
                <a:spcPct val="90000"/>
              </a:lnSpc>
              <a:buFont typeface="Arial Narrow" panose="020B0606020202030204" pitchFamily="34" charset="0"/>
              <a:buAutoNum type="arabicPeriod"/>
            </a:pPr>
            <a:r>
              <a:rPr lang="en-US" altLang="en-US" sz="2300"/>
              <a:t>Within a Task Description, what is the difference between a Trigger and a Precondition?</a:t>
            </a:r>
          </a:p>
          <a:p>
            <a:pPr marL="360363" indent="-360363">
              <a:lnSpc>
                <a:spcPct val="90000"/>
              </a:lnSpc>
              <a:buFont typeface="Arial Narrow" panose="020B0606020202030204" pitchFamily="34" charset="0"/>
              <a:buAutoNum type="arabicPeriod"/>
            </a:pPr>
            <a:r>
              <a:rPr lang="en-US" altLang="en-US" sz="2300"/>
              <a:t>Task descriptions don’t cover quality requirements such as response time and usability, but they point out where quality is crucial. How does a task description point out quality requirements?</a:t>
            </a:r>
          </a:p>
          <a:p>
            <a:pPr marL="360363" indent="-360363">
              <a:lnSpc>
                <a:spcPct val="90000"/>
              </a:lnSpc>
              <a:buFont typeface="Arial Narrow" panose="020B0606020202030204" pitchFamily="34" charset="0"/>
              <a:buAutoNum type="arabicPeriod"/>
            </a:pPr>
            <a:r>
              <a:rPr lang="en-US" altLang="en-US" sz="2300"/>
              <a:t>How do you relate the different task descriptions to different actors when using the Task and Support method? How is this relation shown when the same tasks are applicable to different users of the system?</a:t>
            </a:r>
          </a:p>
        </p:txBody>
      </p:sp>
      <p:sp>
        <p:nvSpPr>
          <p:cNvPr id="84996" name="Slide Number Placeholder 1">
            <a:extLst>
              <a:ext uri="{FF2B5EF4-FFF2-40B4-BE49-F238E27FC236}">
                <a16:creationId xmlns:a16="http://schemas.microsoft.com/office/drawing/2014/main" id="{237FE535-86C6-D170-B923-928CD393B7C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D823D823-499A-4F3B-9E8C-7E3B8D6719D8}" type="slidenum">
              <a:rPr lang="en-AU" altLang="en-US" sz="1400" smtClean="0">
                <a:latin typeface="Times New Roman" panose="02020603050405020304" pitchFamily="18" charset="0"/>
              </a:rPr>
              <a:pPr>
                <a:spcBef>
                  <a:spcPct val="0"/>
                </a:spcBef>
                <a:buSzTx/>
                <a:buFontTx/>
                <a:buNone/>
              </a:pPr>
              <a:t>43</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1F1C0352-C43F-298D-AA96-76AF79826DD9}"/>
              </a:ext>
            </a:extLst>
          </p:cNvPr>
          <p:cNvSpPr>
            <a:spLocks noGrp="1" noChangeArrowheads="1"/>
          </p:cNvSpPr>
          <p:nvPr>
            <p:ph type="title"/>
          </p:nvPr>
        </p:nvSpPr>
        <p:spPr>
          <a:xfrm>
            <a:off x="1079500" y="358775"/>
            <a:ext cx="6997700" cy="549275"/>
          </a:xfrm>
        </p:spPr>
        <p:txBody>
          <a:bodyPr/>
          <a:lstStyle/>
          <a:p>
            <a:pPr>
              <a:defRPr/>
            </a:pPr>
            <a:r>
              <a:rPr lang="en-AU" dirty="0">
                <a:ea typeface="+mj-ea"/>
                <a:cs typeface="+mj-cs"/>
              </a:rPr>
              <a:t>Question to Answer - Week 2</a:t>
            </a:r>
            <a:endParaRPr lang="en-US" dirty="0">
              <a:ea typeface="+mj-ea"/>
              <a:cs typeface="+mj-cs"/>
            </a:endParaRPr>
          </a:p>
        </p:txBody>
      </p:sp>
      <p:sp>
        <p:nvSpPr>
          <p:cNvPr id="133123" name="Rectangle 3">
            <a:extLst>
              <a:ext uri="{FF2B5EF4-FFF2-40B4-BE49-F238E27FC236}">
                <a16:creationId xmlns:a16="http://schemas.microsoft.com/office/drawing/2014/main" id="{53E6D17A-C234-8F1C-FC98-14DC28032259}"/>
              </a:ext>
            </a:extLst>
          </p:cNvPr>
          <p:cNvSpPr>
            <a:spLocks noGrp="1" noChangeArrowheads="1"/>
          </p:cNvSpPr>
          <p:nvPr>
            <p:ph type="body" idx="1"/>
          </p:nvPr>
        </p:nvSpPr>
        <p:spPr/>
        <p:txBody>
          <a:bodyPr/>
          <a:lstStyle/>
          <a:p>
            <a:pPr marL="193675" indent="-193675">
              <a:buFont typeface="Wingdings" charset="0"/>
              <a:buNone/>
              <a:defRPr/>
            </a:pPr>
            <a:endParaRPr lang="en-AU" dirty="0">
              <a:ea typeface="+mn-ea"/>
              <a:cs typeface="+mn-cs"/>
            </a:endParaRPr>
          </a:p>
          <a:p>
            <a:pPr marL="193675" indent="-193675">
              <a:buFont typeface="Wingdings" charset="0"/>
              <a:buNone/>
              <a:defRPr/>
            </a:pPr>
            <a:r>
              <a:rPr lang="en-AU" dirty="0">
                <a:ea typeface="+mn-ea"/>
                <a:cs typeface="+mn-cs"/>
              </a:rPr>
              <a:t>	</a:t>
            </a:r>
            <a:r>
              <a:rPr lang="en-AU" dirty="0">
                <a:ea typeface="+mn-ea"/>
              </a:rPr>
              <a:t>Describe the difference between Use Case diagrams and Task Descriptions. What are the advantages of using Task Descriptions as opposed to User Cases? Provide a situation where Task Descriptions are more suitable for use than Use Case Diagrams.</a:t>
            </a:r>
          </a:p>
        </p:txBody>
      </p:sp>
      <p:sp>
        <p:nvSpPr>
          <p:cNvPr id="87044" name="Slide Number Placeholder 1">
            <a:extLst>
              <a:ext uri="{FF2B5EF4-FFF2-40B4-BE49-F238E27FC236}">
                <a16:creationId xmlns:a16="http://schemas.microsoft.com/office/drawing/2014/main" id="{94100FB7-645D-2C43-E61C-1F462F46255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3B5932D1-44F3-4E1B-AE5F-3B557B5C403F}" type="slidenum">
              <a:rPr lang="en-AU" altLang="en-US" sz="1400" smtClean="0">
                <a:latin typeface="Times New Roman" panose="02020603050405020304" pitchFamily="18" charset="0"/>
              </a:rPr>
              <a:pPr>
                <a:spcBef>
                  <a:spcPct val="0"/>
                </a:spcBef>
                <a:buSzTx/>
                <a:buFontTx/>
                <a:buNone/>
              </a:pPr>
              <a:t>44</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a:extLst>
              <a:ext uri="{FF2B5EF4-FFF2-40B4-BE49-F238E27FC236}">
                <a16:creationId xmlns:a16="http://schemas.microsoft.com/office/drawing/2014/main" id="{32841F49-1CA5-5238-14B0-8F3342934FD0}"/>
              </a:ext>
            </a:extLst>
          </p:cNvPr>
          <p:cNvSpPr txBox="1">
            <a:spLocks noChangeArrowheads="1"/>
          </p:cNvSpPr>
          <p:nvPr/>
        </p:nvSpPr>
        <p:spPr bwMode="auto">
          <a:xfrm>
            <a:off x="1042988" y="304800"/>
            <a:ext cx="7110412"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2400">
                <a:solidFill>
                  <a:schemeClr val="tx1"/>
                </a:solidFill>
                <a:latin typeface="Arial Narrow" panose="020B0606020202030204" pitchFamily="34" charset="0"/>
                <a:ea typeface="MS PGothic" panose="020B0600070205080204" pitchFamily="34" charset="-128"/>
              </a:defRPr>
            </a:lvl1pPr>
            <a:lvl2pPr marL="742950" indent="-285750">
              <a:defRPr sz="2400">
                <a:solidFill>
                  <a:schemeClr val="tx1"/>
                </a:solidFill>
                <a:latin typeface="Arial Narrow" panose="020B0606020202030204" pitchFamily="34" charset="0"/>
                <a:ea typeface="MS PGothic" panose="020B0600070205080204" pitchFamily="34" charset="-128"/>
              </a:defRPr>
            </a:lvl2pPr>
            <a:lvl3pPr marL="1143000" indent="-228600">
              <a:defRPr sz="2400">
                <a:solidFill>
                  <a:schemeClr val="tx1"/>
                </a:solidFill>
                <a:latin typeface="Arial Narrow" panose="020B0606020202030204" pitchFamily="34" charset="0"/>
                <a:ea typeface="MS PGothic" panose="020B0600070205080204" pitchFamily="34" charset="-128"/>
              </a:defRPr>
            </a:lvl3pPr>
            <a:lvl4pPr marL="1600200" indent="-228600">
              <a:defRPr sz="2400">
                <a:solidFill>
                  <a:schemeClr val="tx1"/>
                </a:solidFill>
                <a:latin typeface="Arial Narrow" panose="020B0606020202030204" pitchFamily="34" charset="0"/>
                <a:ea typeface="MS PGothic" panose="020B0600070205080204" pitchFamily="34" charset="-128"/>
              </a:defRPr>
            </a:lvl4pPr>
            <a:lvl5pPr marL="2057400" indent="-228600">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Narrow" panose="020B0606020202030204" pitchFamily="34" charset="0"/>
                <a:ea typeface="MS PGothic" panose="020B0600070205080204" pitchFamily="34" charset="-128"/>
              </a:defRPr>
            </a:lvl9pPr>
          </a:lstStyle>
          <a:p>
            <a:r>
              <a:rPr lang="en-US" altLang="en-US" sz="3600" b="1"/>
              <a:t>Exercise for Week 3</a:t>
            </a:r>
            <a:endParaRPr lang="en-US" altLang="en-US" sz="3200" b="1">
              <a:latin typeface="Arial" panose="020B0604020202020204" pitchFamily="34" charset="0"/>
            </a:endParaRPr>
          </a:p>
        </p:txBody>
      </p:sp>
      <p:sp>
        <p:nvSpPr>
          <p:cNvPr id="89091" name="Text Box 3">
            <a:extLst>
              <a:ext uri="{FF2B5EF4-FFF2-40B4-BE49-F238E27FC236}">
                <a16:creationId xmlns:a16="http://schemas.microsoft.com/office/drawing/2014/main" id="{7C0B40AE-EA33-6E3E-CFFB-10EDCFAC168F}"/>
              </a:ext>
            </a:extLst>
          </p:cNvPr>
          <p:cNvSpPr txBox="1">
            <a:spLocks noChangeArrowheads="1"/>
          </p:cNvSpPr>
          <p:nvPr/>
        </p:nvSpPr>
        <p:spPr bwMode="auto">
          <a:xfrm>
            <a:off x="685800" y="1219200"/>
            <a:ext cx="7569200" cy="408146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44000" tIns="72000" rIns="72000" bIns="72000">
            <a:spAutoFit/>
          </a:bodyPr>
          <a:lstStyle>
            <a:lvl1pPr>
              <a:tabLst>
                <a:tab pos="381000" algn="l"/>
              </a:tabLst>
              <a:defRPr sz="2400">
                <a:solidFill>
                  <a:schemeClr val="tx1"/>
                </a:solidFill>
                <a:latin typeface="Arial Narrow" panose="020B0606020202030204" pitchFamily="34" charset="0"/>
                <a:ea typeface="MS PGothic" panose="020B0600070205080204" pitchFamily="34" charset="-128"/>
              </a:defRPr>
            </a:lvl1pPr>
            <a:lvl2pPr marL="742950" indent="-285750">
              <a:tabLst>
                <a:tab pos="381000" algn="l"/>
              </a:tabLst>
              <a:defRPr sz="2400">
                <a:solidFill>
                  <a:schemeClr val="tx1"/>
                </a:solidFill>
                <a:latin typeface="Arial Narrow" panose="020B0606020202030204" pitchFamily="34" charset="0"/>
                <a:ea typeface="MS PGothic" panose="020B0600070205080204" pitchFamily="34" charset="-128"/>
              </a:defRPr>
            </a:lvl2pPr>
            <a:lvl3pPr marL="1143000" indent="-228600">
              <a:tabLst>
                <a:tab pos="381000" algn="l"/>
              </a:tabLst>
              <a:defRPr sz="2400">
                <a:solidFill>
                  <a:schemeClr val="tx1"/>
                </a:solidFill>
                <a:latin typeface="Arial Narrow" panose="020B0606020202030204" pitchFamily="34" charset="0"/>
                <a:ea typeface="MS PGothic" panose="020B0600070205080204" pitchFamily="34" charset="-128"/>
              </a:defRPr>
            </a:lvl3pPr>
            <a:lvl4pPr marL="1600200" indent="-228600">
              <a:tabLst>
                <a:tab pos="381000" algn="l"/>
              </a:tabLst>
              <a:defRPr sz="2400">
                <a:solidFill>
                  <a:schemeClr val="tx1"/>
                </a:solidFill>
                <a:latin typeface="Arial Narrow" panose="020B0606020202030204" pitchFamily="34" charset="0"/>
                <a:ea typeface="MS PGothic" panose="020B0600070205080204" pitchFamily="34" charset="-128"/>
              </a:defRPr>
            </a:lvl4pPr>
            <a:lvl5pPr marL="2057400" indent="-228600">
              <a:tabLst>
                <a:tab pos="381000" algn="l"/>
              </a:tabLst>
              <a:defRPr sz="24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0"/>
              </a:spcBef>
              <a:spcAft>
                <a:spcPct val="0"/>
              </a:spcAft>
              <a:tabLst>
                <a:tab pos="381000" algn="l"/>
              </a:tabLst>
              <a:defRPr sz="24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0"/>
              </a:spcBef>
              <a:spcAft>
                <a:spcPct val="0"/>
              </a:spcAft>
              <a:tabLst>
                <a:tab pos="381000" algn="l"/>
              </a:tabLst>
              <a:defRPr sz="24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0"/>
              </a:spcBef>
              <a:spcAft>
                <a:spcPct val="0"/>
              </a:spcAft>
              <a:tabLst>
                <a:tab pos="381000" algn="l"/>
              </a:tabLst>
              <a:defRPr sz="24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0"/>
              </a:spcBef>
              <a:spcAft>
                <a:spcPct val="0"/>
              </a:spcAft>
              <a:tabLst>
                <a:tab pos="381000" algn="l"/>
              </a:tabLst>
              <a:defRPr sz="2400">
                <a:solidFill>
                  <a:schemeClr val="tx1"/>
                </a:solidFill>
                <a:latin typeface="Arial Narrow" panose="020B0606020202030204" pitchFamily="34" charset="0"/>
                <a:ea typeface="MS PGothic" panose="020B0600070205080204" pitchFamily="34" charset="-128"/>
              </a:defRPr>
            </a:lvl9pPr>
          </a:lstStyle>
          <a:p>
            <a:pPr>
              <a:spcAft>
                <a:spcPct val="50000"/>
              </a:spcAft>
            </a:pPr>
            <a:r>
              <a:rPr lang="en-GB" altLang="en-US" b="1" noProof="1">
                <a:latin typeface="Arial" panose="020B0604020202020204" pitchFamily="34" charset="0"/>
              </a:rPr>
              <a:t>Roster planning, Midland Hospital</a:t>
            </a:r>
            <a:endParaRPr lang="en-GB" altLang="en-US" sz="2000" noProof="1">
              <a:latin typeface="Arial" panose="020B0604020202020204" pitchFamily="34" charset="0"/>
            </a:endParaRPr>
          </a:p>
          <a:p>
            <a:pPr>
              <a:spcAft>
                <a:spcPct val="50000"/>
              </a:spcAft>
            </a:pPr>
            <a:r>
              <a:rPr lang="en-GB" altLang="en-US" sz="2000" b="1" noProof="1">
                <a:latin typeface="Arial" panose="020B0604020202020204" pitchFamily="34" charset="0"/>
              </a:rPr>
              <a:t>R47.</a:t>
            </a:r>
            <a:r>
              <a:rPr lang="en-GB" altLang="en-US" sz="2000" noProof="1">
                <a:latin typeface="Arial" panose="020B0604020202020204" pitchFamily="34" charset="0"/>
              </a:rPr>
              <a:t>	It must be possible to attach a duty type code (first duty, end duty, etc.) to the individual employee.</a:t>
            </a:r>
          </a:p>
          <a:p>
            <a:pPr>
              <a:spcAft>
                <a:spcPct val="50000"/>
              </a:spcAft>
            </a:pPr>
            <a:r>
              <a:rPr lang="en-US" altLang="en-US" sz="2000" b="1">
                <a:latin typeface="Arial" panose="020B0604020202020204" pitchFamily="34" charset="0"/>
              </a:rPr>
              <a:t>R</a:t>
            </a:r>
            <a:r>
              <a:rPr lang="en-US" altLang="en-US" sz="2000" b="1" noProof="1">
                <a:latin typeface="Arial" panose="020B0604020202020204" pitchFamily="34" charset="0"/>
              </a:rPr>
              <a:t>475.</a:t>
            </a:r>
            <a:r>
              <a:rPr lang="en-US" altLang="en-US" sz="2000" noProof="1">
                <a:latin typeface="Arial" panose="020B0604020202020204" pitchFamily="34" charset="0"/>
              </a:rPr>
              <a:t>	The system must be able to calculate the financial consequences of a given duty roster - in hours and in money terms.</a:t>
            </a:r>
          </a:p>
          <a:p>
            <a:pPr>
              <a:spcAft>
                <a:spcPct val="50000"/>
              </a:spcAft>
            </a:pPr>
            <a:r>
              <a:rPr lang="en-US" altLang="en-US" sz="2000" b="1" noProof="1">
                <a:latin typeface="Arial" panose="020B0604020202020204" pitchFamily="34" charset="0"/>
              </a:rPr>
              <a:t>R479.</a:t>
            </a:r>
            <a:r>
              <a:rPr lang="en-US" altLang="en-US" sz="2000" noProof="1">
                <a:latin typeface="Arial" panose="020B0604020202020204" pitchFamily="34" charset="0"/>
              </a:rPr>
              <a:t>	The system must give notice if a duty roster implies use of a temporary worker for more than three months.</a:t>
            </a:r>
          </a:p>
          <a:p>
            <a:pPr>
              <a:spcAft>
                <a:spcPct val="50000"/>
              </a:spcAft>
            </a:pPr>
            <a:r>
              <a:rPr lang="en-US" altLang="en-US" sz="2000" b="1" noProof="1">
                <a:latin typeface="Arial" panose="020B0604020202020204" pitchFamily="34" charset="0"/>
              </a:rPr>
              <a:t>R669.</a:t>
            </a:r>
            <a:r>
              <a:rPr lang="en-US" altLang="en-US" sz="2000" noProof="1">
                <a:latin typeface="Arial" panose="020B0604020202020204" pitchFamily="34" charset="0"/>
              </a:rPr>
              <a:t>	The system must give understandable messages in text form in the event of errors, and instruct the user on what to do.</a:t>
            </a:r>
            <a:endParaRPr lang="en-US" altLang="en-US" sz="2000">
              <a:latin typeface="Times New Roman" panose="02020603050405020304" pitchFamily="18" charset="0"/>
            </a:endParaRPr>
          </a:p>
        </p:txBody>
      </p:sp>
      <p:sp>
        <p:nvSpPr>
          <p:cNvPr id="89092" name="Text Box 4">
            <a:extLst>
              <a:ext uri="{FF2B5EF4-FFF2-40B4-BE49-F238E27FC236}">
                <a16:creationId xmlns:a16="http://schemas.microsoft.com/office/drawing/2014/main" id="{1266B6B9-43D1-21D4-9979-3065A7C581EC}"/>
              </a:ext>
            </a:extLst>
          </p:cNvPr>
          <p:cNvSpPr txBox="1">
            <a:spLocks noChangeArrowheads="1"/>
          </p:cNvSpPr>
          <p:nvPr/>
        </p:nvSpPr>
        <p:spPr bwMode="auto">
          <a:xfrm>
            <a:off x="755650" y="5589588"/>
            <a:ext cx="7488238" cy="884237"/>
          </a:xfrm>
          <a:prstGeom prst="rect">
            <a:avLst/>
          </a:prstGeom>
          <a:solidFill>
            <a:schemeClr val="bg1"/>
          </a:solidFill>
          <a:ln w="76200" cmpd="tri">
            <a:solidFill>
              <a:schemeClr val="tx1"/>
            </a:solidFill>
            <a:miter lim="800000"/>
            <a:headEnd/>
            <a:tailEnd/>
          </a:ln>
        </p:spPr>
        <p:txBody>
          <a:bodyPr lIns="72000" tIns="72000" rIns="72000" bIns="72000">
            <a:spAutoFit/>
          </a:bodyPr>
          <a:lstStyle>
            <a:lvl1pPr defTabSz="1238250">
              <a:tabLst>
                <a:tab pos="1238250" algn="l"/>
              </a:tabLst>
              <a:defRPr sz="2400">
                <a:solidFill>
                  <a:schemeClr val="tx1"/>
                </a:solidFill>
                <a:latin typeface="Arial Narrow" panose="020B0606020202030204" pitchFamily="34" charset="0"/>
                <a:ea typeface="MS PGothic" panose="020B0600070205080204" pitchFamily="34" charset="-128"/>
              </a:defRPr>
            </a:lvl1pPr>
            <a:lvl2pPr marL="742950" indent="-285750" defTabSz="1238250">
              <a:tabLst>
                <a:tab pos="1238250" algn="l"/>
              </a:tabLst>
              <a:defRPr sz="2400">
                <a:solidFill>
                  <a:schemeClr val="tx1"/>
                </a:solidFill>
                <a:latin typeface="Arial Narrow" panose="020B0606020202030204" pitchFamily="34" charset="0"/>
                <a:ea typeface="MS PGothic" panose="020B0600070205080204" pitchFamily="34" charset="-128"/>
              </a:defRPr>
            </a:lvl2pPr>
            <a:lvl3pPr marL="1143000" indent="-228600" defTabSz="1238250">
              <a:tabLst>
                <a:tab pos="1238250" algn="l"/>
              </a:tabLst>
              <a:defRPr sz="2400">
                <a:solidFill>
                  <a:schemeClr val="tx1"/>
                </a:solidFill>
                <a:latin typeface="Arial Narrow" panose="020B0606020202030204" pitchFamily="34" charset="0"/>
                <a:ea typeface="MS PGothic" panose="020B0600070205080204" pitchFamily="34" charset="-128"/>
              </a:defRPr>
            </a:lvl3pPr>
            <a:lvl4pPr marL="1600200" indent="-228600" defTabSz="1238250">
              <a:tabLst>
                <a:tab pos="1238250" algn="l"/>
              </a:tabLst>
              <a:defRPr sz="2400">
                <a:solidFill>
                  <a:schemeClr val="tx1"/>
                </a:solidFill>
                <a:latin typeface="Arial Narrow" panose="020B0606020202030204" pitchFamily="34" charset="0"/>
                <a:ea typeface="MS PGothic" panose="020B0600070205080204" pitchFamily="34" charset="-128"/>
              </a:defRPr>
            </a:lvl4pPr>
            <a:lvl5pPr marL="2057400" indent="-228600" defTabSz="1238250">
              <a:tabLst>
                <a:tab pos="1238250" algn="l"/>
              </a:tabLst>
              <a:defRPr sz="2400">
                <a:solidFill>
                  <a:schemeClr val="tx1"/>
                </a:solidFill>
                <a:latin typeface="Arial Narrow" panose="020B0606020202030204" pitchFamily="34" charset="0"/>
                <a:ea typeface="MS PGothic" panose="020B0600070205080204" pitchFamily="34" charset="-128"/>
              </a:defRPr>
            </a:lvl5pPr>
            <a:lvl6pPr marL="2514600" indent="-228600" defTabSz="1238250" eaLnBrk="0" fontAlgn="base" hangingPunct="0">
              <a:spcBef>
                <a:spcPct val="0"/>
              </a:spcBef>
              <a:spcAft>
                <a:spcPct val="0"/>
              </a:spcAft>
              <a:tabLst>
                <a:tab pos="1238250" algn="l"/>
              </a:tabLst>
              <a:defRPr sz="2400">
                <a:solidFill>
                  <a:schemeClr val="tx1"/>
                </a:solidFill>
                <a:latin typeface="Arial Narrow" panose="020B0606020202030204" pitchFamily="34" charset="0"/>
                <a:ea typeface="MS PGothic" panose="020B0600070205080204" pitchFamily="34" charset="-128"/>
              </a:defRPr>
            </a:lvl6pPr>
            <a:lvl7pPr marL="2971800" indent="-228600" defTabSz="1238250" eaLnBrk="0" fontAlgn="base" hangingPunct="0">
              <a:spcBef>
                <a:spcPct val="0"/>
              </a:spcBef>
              <a:spcAft>
                <a:spcPct val="0"/>
              </a:spcAft>
              <a:tabLst>
                <a:tab pos="1238250" algn="l"/>
              </a:tabLst>
              <a:defRPr sz="2400">
                <a:solidFill>
                  <a:schemeClr val="tx1"/>
                </a:solidFill>
                <a:latin typeface="Arial Narrow" panose="020B0606020202030204" pitchFamily="34" charset="0"/>
                <a:ea typeface="MS PGothic" panose="020B0600070205080204" pitchFamily="34" charset="-128"/>
              </a:defRPr>
            </a:lvl7pPr>
            <a:lvl8pPr marL="3429000" indent="-228600" defTabSz="1238250" eaLnBrk="0" fontAlgn="base" hangingPunct="0">
              <a:spcBef>
                <a:spcPct val="0"/>
              </a:spcBef>
              <a:spcAft>
                <a:spcPct val="0"/>
              </a:spcAft>
              <a:tabLst>
                <a:tab pos="1238250" algn="l"/>
              </a:tabLst>
              <a:defRPr sz="2400">
                <a:solidFill>
                  <a:schemeClr val="tx1"/>
                </a:solidFill>
                <a:latin typeface="Arial Narrow" panose="020B0606020202030204" pitchFamily="34" charset="0"/>
                <a:ea typeface="MS PGothic" panose="020B0600070205080204" pitchFamily="34" charset="-128"/>
              </a:defRPr>
            </a:lvl8pPr>
            <a:lvl9pPr marL="3886200" indent="-228600" defTabSz="1238250" eaLnBrk="0" fontAlgn="base" hangingPunct="0">
              <a:spcBef>
                <a:spcPct val="0"/>
              </a:spcBef>
              <a:spcAft>
                <a:spcPct val="0"/>
              </a:spcAft>
              <a:tabLst>
                <a:tab pos="1238250" algn="l"/>
              </a:tabLst>
              <a:defRPr sz="2400">
                <a:solidFill>
                  <a:schemeClr val="tx1"/>
                </a:solidFill>
                <a:latin typeface="Arial Narrow" panose="020B0606020202030204" pitchFamily="34" charset="0"/>
                <a:ea typeface="MS PGothic" panose="020B0600070205080204" pitchFamily="34" charset="-128"/>
              </a:defRPr>
            </a:lvl9pPr>
          </a:lstStyle>
          <a:p>
            <a:r>
              <a:rPr lang="en-US" altLang="en-US" b="1">
                <a:solidFill>
                  <a:srgbClr val="0C3A80"/>
                </a:solidFill>
                <a:latin typeface="Arial" panose="020B0604020202020204" pitchFamily="34" charset="0"/>
              </a:rPr>
              <a:t>Using your own words, write these requirements up in a </a:t>
            </a:r>
            <a:r>
              <a:rPr lang="en-US" altLang="en-US" b="1" i="1">
                <a:solidFill>
                  <a:srgbClr val="0C3A80"/>
                </a:solidFill>
                <a:latin typeface="Arial" panose="020B0604020202020204" pitchFamily="34" charset="0"/>
              </a:rPr>
              <a:t>verifiable</a:t>
            </a:r>
            <a:r>
              <a:rPr lang="en-US" altLang="en-US" b="1">
                <a:solidFill>
                  <a:srgbClr val="0C3A80"/>
                </a:solidFill>
                <a:latin typeface="Arial" panose="020B0604020202020204" pitchFamily="34" charset="0"/>
              </a:rPr>
              <a:t> way!</a:t>
            </a:r>
          </a:p>
        </p:txBody>
      </p:sp>
      <p:sp>
        <p:nvSpPr>
          <p:cNvPr id="89093" name="Slide Number Placeholder 1">
            <a:extLst>
              <a:ext uri="{FF2B5EF4-FFF2-40B4-BE49-F238E27FC236}">
                <a16:creationId xmlns:a16="http://schemas.microsoft.com/office/drawing/2014/main" id="{F9457CA1-406C-F966-268A-6AE9D9D71CB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A31541FA-82E1-400F-830F-4B4446DEBE6D}" type="slidenum">
              <a:rPr lang="en-AU" altLang="en-US" sz="1400" smtClean="0">
                <a:latin typeface="Times New Roman" panose="02020603050405020304" pitchFamily="18" charset="0"/>
              </a:rPr>
              <a:pPr>
                <a:spcBef>
                  <a:spcPct val="0"/>
                </a:spcBef>
                <a:buSzTx/>
                <a:buFontTx/>
                <a:buNone/>
              </a:pPr>
              <a:t>45</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CA41E832-B241-BABA-2CD3-F712E8A8E549}"/>
              </a:ext>
            </a:extLst>
          </p:cNvPr>
          <p:cNvSpPr>
            <a:spLocks noGrp="1" noChangeArrowheads="1"/>
          </p:cNvSpPr>
          <p:nvPr>
            <p:ph type="title"/>
          </p:nvPr>
        </p:nvSpPr>
        <p:spPr>
          <a:xfrm>
            <a:off x="684213" y="358775"/>
            <a:ext cx="7632700" cy="685800"/>
          </a:xfrm>
        </p:spPr>
        <p:txBody>
          <a:bodyPr/>
          <a:lstStyle/>
          <a:p>
            <a:pPr>
              <a:defRPr/>
            </a:pPr>
            <a:r>
              <a:rPr lang="en-US">
                <a:ea typeface="+mj-ea"/>
                <a:cs typeface="+mj-cs"/>
              </a:rPr>
              <a:t>Required </a:t>
            </a:r>
            <a:r>
              <a:rPr lang="en-US" dirty="0">
                <a:ea typeface="+mj-ea"/>
                <a:cs typeface="+mj-cs"/>
              </a:rPr>
              <a:t>Pre-Reading for Lecture 3</a:t>
            </a:r>
            <a:endParaRPr lang="en-US" sz="3200" dirty="0">
              <a:ea typeface="+mj-ea"/>
              <a:cs typeface="+mj-cs"/>
            </a:endParaRPr>
          </a:p>
        </p:txBody>
      </p:sp>
      <p:sp>
        <p:nvSpPr>
          <p:cNvPr id="142339" name="Rectangle 3">
            <a:extLst>
              <a:ext uri="{FF2B5EF4-FFF2-40B4-BE49-F238E27FC236}">
                <a16:creationId xmlns:a16="http://schemas.microsoft.com/office/drawing/2014/main" id="{BE24D84D-3ABA-EF29-C3AA-4B6F35129199}"/>
              </a:ext>
            </a:extLst>
          </p:cNvPr>
          <p:cNvSpPr>
            <a:spLocks noGrp="1" noChangeArrowheads="1"/>
          </p:cNvSpPr>
          <p:nvPr>
            <p:ph type="body" idx="1"/>
          </p:nvPr>
        </p:nvSpPr>
        <p:spPr/>
        <p:txBody>
          <a:bodyPr/>
          <a:lstStyle/>
          <a:p>
            <a:pPr marL="0" indent="0">
              <a:buFont typeface="Wingdings" charset="0"/>
              <a:buNone/>
              <a:defRPr/>
            </a:pPr>
            <a:endParaRPr lang="en-GB" sz="1000" dirty="0">
              <a:ea typeface="+mn-ea"/>
              <a:cs typeface="+mn-cs"/>
            </a:endParaRPr>
          </a:p>
          <a:p>
            <a:pPr>
              <a:buFont typeface="Wingdings" charset="0"/>
              <a:buChar char="n"/>
              <a:defRPr/>
            </a:pPr>
            <a:r>
              <a:rPr lang="en-GB" dirty="0">
                <a:ea typeface="+mn-ea"/>
                <a:cs typeface="+mn-cs"/>
              </a:rPr>
              <a:t>Len Bass, Paul Clements, and Rick </a:t>
            </a:r>
            <a:r>
              <a:rPr lang="en-GB" dirty="0" err="1">
                <a:ea typeface="+mn-ea"/>
                <a:cs typeface="+mn-cs"/>
              </a:rPr>
              <a:t>Kazman</a:t>
            </a:r>
            <a:r>
              <a:rPr lang="en-GB" dirty="0">
                <a:ea typeface="+mn-ea"/>
                <a:cs typeface="+mn-cs"/>
              </a:rPr>
              <a:t>, </a:t>
            </a:r>
            <a:r>
              <a:rPr lang="en-GB" i="1" dirty="0">
                <a:solidFill>
                  <a:srgbClr val="7E0401"/>
                </a:solidFill>
                <a:ea typeface="+mn-ea"/>
                <a:cs typeface="+mn-cs"/>
              </a:rPr>
              <a:t>Software Architecture in Practice</a:t>
            </a:r>
            <a:r>
              <a:rPr lang="en-GB" i="1" dirty="0">
                <a:ea typeface="+mn-ea"/>
                <a:cs typeface="+mn-cs"/>
              </a:rPr>
              <a:t> (4th Edition)</a:t>
            </a:r>
            <a:r>
              <a:rPr lang="en-GB" dirty="0">
                <a:ea typeface="+mn-ea"/>
                <a:cs typeface="+mn-cs"/>
              </a:rPr>
              <a:t>, Addison-Wesley, 2021, Chapter 3 (Understanding Quality Attributes).</a:t>
            </a:r>
            <a:br>
              <a:rPr lang="en-GB" dirty="0">
                <a:ea typeface="+mn-ea"/>
                <a:cs typeface="+mn-cs"/>
              </a:rPr>
            </a:br>
            <a:r>
              <a:rPr lang="en-GB" dirty="0">
                <a:ea typeface="+mn-ea"/>
                <a:cs typeface="+mn-cs"/>
              </a:rPr>
              <a:t>(Chapter 4 in the 3</a:t>
            </a:r>
            <a:r>
              <a:rPr lang="en-GB" baseline="30000" dirty="0">
                <a:ea typeface="+mn-ea"/>
                <a:cs typeface="+mn-cs"/>
              </a:rPr>
              <a:t>rd</a:t>
            </a:r>
            <a:r>
              <a:rPr lang="en-GB" dirty="0">
                <a:ea typeface="+mn-ea"/>
                <a:cs typeface="+mn-cs"/>
              </a:rPr>
              <a:t> or 2</a:t>
            </a:r>
            <a:r>
              <a:rPr lang="en-GB" baseline="30000" dirty="0">
                <a:ea typeface="+mn-ea"/>
                <a:cs typeface="+mn-cs"/>
              </a:rPr>
              <a:t>nd</a:t>
            </a:r>
            <a:r>
              <a:rPr lang="en-GB" dirty="0">
                <a:ea typeface="+mn-ea"/>
                <a:cs typeface="+mn-cs"/>
              </a:rPr>
              <a:t> Edition is a suitable replacement</a:t>
            </a:r>
            <a:r>
              <a:rPr lang="en-GB" i="1" dirty="0">
                <a:ea typeface="+mn-ea"/>
                <a:cs typeface="+mn-cs"/>
              </a:rPr>
              <a:t>)</a:t>
            </a:r>
            <a:endParaRPr lang="en-GB" dirty="0">
              <a:ea typeface="+mn-ea"/>
              <a:cs typeface="+mn-cs"/>
            </a:endParaRPr>
          </a:p>
          <a:p>
            <a:pPr>
              <a:buFont typeface="Wingdings" charset="0"/>
              <a:buChar char="n"/>
              <a:defRPr/>
            </a:pPr>
            <a:r>
              <a:rPr lang="en-GB" dirty="0">
                <a:ea typeface="+mn-ea"/>
                <a:cs typeface="+mn-cs"/>
              </a:rPr>
              <a:t>Ian Gorton, </a:t>
            </a:r>
            <a:r>
              <a:rPr lang="en-GB" i="1" dirty="0">
                <a:solidFill>
                  <a:srgbClr val="7E0401"/>
                </a:solidFill>
                <a:ea typeface="+mn-ea"/>
                <a:cs typeface="+mn-cs"/>
              </a:rPr>
              <a:t>Essential Software Architecture</a:t>
            </a:r>
            <a:r>
              <a:rPr lang="en-GB" dirty="0">
                <a:ea typeface="+mn-ea"/>
                <a:cs typeface="+mn-cs"/>
              </a:rPr>
              <a:t>, Springer, 2006, Chapter 3 (available from Canvas).</a:t>
            </a:r>
          </a:p>
          <a:p>
            <a:pPr marL="0" indent="0">
              <a:buFont typeface="Wingdings" charset="0"/>
              <a:buNone/>
              <a:defRPr/>
            </a:pPr>
            <a:endParaRPr lang="en-GB" sz="1000" dirty="0">
              <a:ea typeface="+mn-ea"/>
              <a:cs typeface="+mn-cs"/>
            </a:endParaRPr>
          </a:p>
          <a:p>
            <a:pPr>
              <a:buFont typeface="Wingdings" charset="0"/>
              <a:buChar char="F"/>
              <a:defRPr/>
            </a:pPr>
            <a:r>
              <a:rPr lang="en-GB" i="1" dirty="0">
                <a:ea typeface="+mn-ea"/>
                <a:cs typeface="+mn-cs"/>
              </a:rPr>
              <a:t>Note: the question to be submitted by next week are expected to come from one of these two chapters!</a:t>
            </a:r>
            <a:endParaRPr lang="en-US" dirty="0">
              <a:ea typeface="+mn-ea"/>
              <a:cs typeface="+mn-cs"/>
            </a:endParaRPr>
          </a:p>
        </p:txBody>
      </p:sp>
      <p:sp>
        <p:nvSpPr>
          <p:cNvPr id="91140" name="Slide Number Placeholder 1">
            <a:extLst>
              <a:ext uri="{FF2B5EF4-FFF2-40B4-BE49-F238E27FC236}">
                <a16:creationId xmlns:a16="http://schemas.microsoft.com/office/drawing/2014/main" id="{29689142-9113-1E75-D555-04264F687E8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99828307-081C-4839-A1DF-6BC093BBDE4C}" type="slidenum">
              <a:rPr lang="en-AU" altLang="en-US" sz="1400" smtClean="0">
                <a:latin typeface="Times New Roman" panose="02020603050405020304" pitchFamily="18" charset="0"/>
              </a:rPr>
              <a:pPr>
                <a:spcBef>
                  <a:spcPct val="0"/>
                </a:spcBef>
                <a:buSzTx/>
                <a:buFontTx/>
                <a:buNone/>
              </a:pPr>
              <a:t>46</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FE7A64F3-79EA-C5AC-3F51-54A1D777DA30}"/>
              </a:ext>
            </a:extLst>
          </p:cNvPr>
          <p:cNvSpPr>
            <a:spLocks noGrp="1" noChangeArrowheads="1"/>
          </p:cNvSpPr>
          <p:nvPr>
            <p:ph type="title"/>
          </p:nvPr>
        </p:nvSpPr>
        <p:spPr/>
        <p:txBody>
          <a:bodyPr/>
          <a:lstStyle/>
          <a:p>
            <a:pPr>
              <a:defRPr/>
            </a:pPr>
            <a:r>
              <a:rPr lang="en-US" dirty="0">
                <a:ea typeface="+mj-ea"/>
                <a:cs typeface="+mj-cs"/>
              </a:rPr>
              <a:t>Assignment 1 SRS</a:t>
            </a:r>
            <a:endParaRPr lang="en-US" sz="3200" dirty="0">
              <a:ea typeface="+mj-ea"/>
              <a:cs typeface="+mj-cs"/>
            </a:endParaRPr>
          </a:p>
        </p:txBody>
      </p:sp>
      <p:sp>
        <p:nvSpPr>
          <p:cNvPr id="93187" name="Rectangle 3">
            <a:extLst>
              <a:ext uri="{FF2B5EF4-FFF2-40B4-BE49-F238E27FC236}">
                <a16:creationId xmlns:a16="http://schemas.microsoft.com/office/drawing/2014/main" id="{434E9396-B2F7-F3F7-A327-68DB0E444D5D}"/>
              </a:ext>
            </a:extLst>
          </p:cNvPr>
          <p:cNvSpPr>
            <a:spLocks noGrp="1" noChangeArrowheads="1"/>
          </p:cNvSpPr>
          <p:nvPr>
            <p:ph type="body" idx="1"/>
          </p:nvPr>
        </p:nvSpPr>
        <p:spPr/>
        <p:txBody>
          <a:bodyPr/>
          <a:lstStyle/>
          <a:p>
            <a:r>
              <a:rPr lang="en-US" altLang="en-US" sz="2400"/>
              <a:t>An online Healthy Foods Store system</a:t>
            </a:r>
            <a:endParaRPr lang="en-US" altLang="en-US" sz="2400" u="sng"/>
          </a:p>
          <a:p>
            <a:r>
              <a:rPr lang="en-US" altLang="en-US" sz="2400"/>
              <a:t>Things the client/store wants to achieve … “not clear enough” – deliberate …</a:t>
            </a:r>
            <a:endParaRPr lang="en-US" altLang="en-US" sz="2400" i="1"/>
          </a:p>
          <a:p>
            <a:r>
              <a:rPr lang="en-US" altLang="en-US" sz="2400"/>
              <a:t>Requirements elicitation and specification: role play, analysis, reasonable assumptions</a:t>
            </a:r>
          </a:p>
          <a:p>
            <a:r>
              <a:rPr lang="en-US" altLang="en-US" sz="2400"/>
              <a:t>Domain/data model: high level ER + explanation</a:t>
            </a:r>
          </a:p>
          <a:p>
            <a:r>
              <a:rPr lang="en-US" altLang="en-US" sz="2400"/>
              <a:t>Functional requirements: Tasks&amp;Support + explanation</a:t>
            </a:r>
          </a:p>
          <a:p>
            <a:r>
              <a:rPr lang="en-US" altLang="en-US" sz="2400"/>
              <a:t>Non-functional (quality) requirements: next week</a:t>
            </a:r>
          </a:p>
          <a:p>
            <a:r>
              <a:rPr lang="en-US" altLang="en-US" sz="2400"/>
              <a:t>Requirements validation: next week</a:t>
            </a:r>
          </a:p>
          <a:p>
            <a:r>
              <a:rPr lang="en-US" altLang="en-US" sz="2400"/>
              <a:t>True collaboration … </a:t>
            </a:r>
          </a:p>
          <a:p>
            <a:r>
              <a:rPr lang="en-US" altLang="en-US" sz="2400"/>
              <a:t>Use discussion board …</a:t>
            </a:r>
          </a:p>
          <a:p>
            <a:r>
              <a:rPr lang="en-US" altLang="en-US" sz="2400"/>
              <a:t>… …</a:t>
            </a:r>
          </a:p>
        </p:txBody>
      </p:sp>
      <p:sp>
        <p:nvSpPr>
          <p:cNvPr id="93188" name="Slide Number Placeholder 1">
            <a:extLst>
              <a:ext uri="{FF2B5EF4-FFF2-40B4-BE49-F238E27FC236}">
                <a16:creationId xmlns:a16="http://schemas.microsoft.com/office/drawing/2014/main" id="{6CFD5259-667D-9017-C8D7-2471C78490E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SzPct val="75000"/>
              <a:buFont typeface="Wingdings" panose="05000000000000000000" pitchFamily="2" charset="2"/>
              <a:buChar char="n"/>
              <a:defRPr sz="2800">
                <a:solidFill>
                  <a:schemeClr val="tx1"/>
                </a:solidFill>
                <a:latin typeface="Arial Narrow" panose="020B0606020202030204" pitchFamily="34" charset="0"/>
                <a:ea typeface="MS PGothic" panose="020B0600070205080204" pitchFamily="34" charset="-128"/>
              </a:defRPr>
            </a:lvl1pPr>
            <a:lvl2pPr marL="742950" indent="-285750">
              <a:spcBef>
                <a:spcPct val="40000"/>
              </a:spcBef>
              <a:buClr>
                <a:schemeClr val="tx1"/>
              </a:buClr>
              <a:buSzPct val="85000"/>
              <a:buFont typeface="Wingdings" panose="05000000000000000000" pitchFamily="2" charset="2"/>
              <a:buChar char="¨"/>
              <a:defRPr sz="2400">
                <a:solidFill>
                  <a:schemeClr val="tx1"/>
                </a:solidFill>
                <a:latin typeface="Arial Narrow" panose="020B0606020202030204" pitchFamily="34" charset="0"/>
                <a:ea typeface="MS PGothic" panose="020B0600070205080204" pitchFamily="34" charset="-128"/>
              </a:defRPr>
            </a:lvl2pPr>
            <a:lvl3pPr marL="1143000" indent="-228600">
              <a:spcBef>
                <a:spcPct val="40000"/>
              </a:spcBef>
              <a:buClr>
                <a:schemeClr val="tx1"/>
              </a:buClr>
              <a:buSzPct val="85000"/>
              <a:buFont typeface="Wingdings" panose="05000000000000000000" pitchFamily="2" charset="2"/>
              <a:buChar char="¨"/>
              <a:defRPr sz="2000">
                <a:solidFill>
                  <a:schemeClr val="tx1"/>
                </a:solidFill>
                <a:latin typeface="Arial Narrow" panose="020B0606020202030204" pitchFamily="34" charset="0"/>
                <a:ea typeface="MS PGothic" panose="020B0600070205080204" pitchFamily="34" charset="-128"/>
              </a:defRPr>
            </a:lvl3pPr>
            <a:lvl4pPr marL="1600200" indent="-228600">
              <a:spcBef>
                <a:spcPct val="40000"/>
              </a:spcBef>
              <a:buClr>
                <a:schemeClr val="tx1"/>
              </a:buClr>
              <a:buSzPct val="85000"/>
              <a:buFont typeface="Wingdings" panose="05000000000000000000" pitchFamily="2" charset="2"/>
              <a:buChar char="¨"/>
              <a:defRPr>
                <a:solidFill>
                  <a:schemeClr val="tx1"/>
                </a:solidFill>
                <a:latin typeface="Arial Narrow" panose="020B0606020202030204" pitchFamily="34" charset="0"/>
                <a:ea typeface="MS PGothic" panose="020B0600070205080204" pitchFamily="34" charset="-128"/>
              </a:defRPr>
            </a:lvl4pPr>
            <a:lvl5pPr marL="2057400" indent="-228600">
              <a:spcBef>
                <a:spcPct val="40000"/>
              </a:spcBef>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40000"/>
              </a:spcBef>
              <a:spcAft>
                <a:spcPct val="0"/>
              </a:spcAft>
              <a:buClr>
                <a:schemeClr val="tx1"/>
              </a:buClr>
              <a:buSzPct val="85000"/>
              <a:buFont typeface="Wingdings" panose="05000000000000000000" pitchFamily="2" charset="2"/>
              <a:buChar char="¨"/>
              <a:defRPr sz="1600">
                <a:solidFill>
                  <a:schemeClr val="tx1"/>
                </a:solidFill>
                <a:latin typeface="Arial Narrow" panose="020B0606020202030204" pitchFamily="34" charset="0"/>
                <a:ea typeface="MS PGothic" panose="020B0600070205080204" pitchFamily="34" charset="-128"/>
              </a:defRPr>
            </a:lvl9pPr>
          </a:lstStyle>
          <a:p>
            <a:pPr>
              <a:spcBef>
                <a:spcPct val="0"/>
              </a:spcBef>
              <a:buSzTx/>
              <a:buFontTx/>
              <a:buNone/>
            </a:pPr>
            <a:fld id="{B82157F8-DA7F-42F3-91FC-67EE669D77DA}" type="slidenum">
              <a:rPr lang="en-AU" altLang="en-US" sz="1400" smtClean="0">
                <a:latin typeface="Times New Roman" panose="02020603050405020304" pitchFamily="18" charset="0"/>
              </a:rPr>
              <a:pPr>
                <a:spcBef>
                  <a:spcPct val="0"/>
                </a:spcBef>
                <a:buSzTx/>
                <a:buFontTx/>
                <a:buNone/>
              </a:pPr>
              <a:t>47</a:t>
            </a:fld>
            <a:endParaRPr lang="en-AU" altLang="en-US" sz="1400">
              <a:latin typeface="Times New Roman" panose="02020603050405020304" pitchFamily="18" charset="0"/>
            </a:endParaRPr>
          </a:p>
          <a:p>
            <a:pPr>
              <a:spcBef>
                <a:spcPct val="0"/>
              </a:spcBef>
              <a:buSzTx/>
              <a:buFontTx/>
              <a:buNone/>
            </a:pPr>
            <a:endParaRPr lang="en-AU" altLang="en-US" sz="1400">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00CC99"/>
      </a:accent1>
      <a:accent2>
        <a:srgbClr val="FF0000"/>
      </a:accent2>
      <a:accent3>
        <a:srgbClr val="FFFFFF"/>
      </a:accent3>
      <a:accent4>
        <a:srgbClr val="000000"/>
      </a:accent4>
      <a:accent5>
        <a:srgbClr val="AAE2CA"/>
      </a:accent5>
      <a:accent6>
        <a:srgbClr val="E70000"/>
      </a:accent6>
      <a:hlink>
        <a:srgbClr val="5F5F5F"/>
      </a:hlink>
      <a:folHlink>
        <a:srgbClr val="B2B2B2"/>
      </a:folHlink>
    </a:clrScheme>
    <a:fontScheme name="Default Design">
      <a:majorFont>
        <a:latin typeface="Arial Narrow"/>
        <a:ea typeface="ＭＳ Ｐゴシック"/>
        <a:cs typeface=""/>
      </a:majorFont>
      <a:minorFont>
        <a:latin typeface="Arial Narrow"/>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400" b="0" i="0" u="none" strike="noStrike" cap="none" normalizeH="0" baseline="0">
            <a:ln>
              <a:noFill/>
            </a:ln>
            <a:solidFill>
              <a:srgbClr val="000000"/>
            </a:solidFill>
            <a:effectLst/>
            <a:latin typeface="Arial Narrow" charset="0"/>
            <a:ea typeface="ＭＳ Ｐゴシック"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sz="2400" b="0" i="0" u="none" strike="noStrike" cap="none" normalizeH="0" baseline="0">
            <a:ln>
              <a:noFill/>
            </a:ln>
            <a:solidFill>
              <a:srgbClr val="000000"/>
            </a:solidFill>
            <a:effectLst/>
            <a:latin typeface="Arial Narrow" charset="0"/>
            <a:ea typeface="ＭＳ Ｐゴシック"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684B1A8-185F-415E-8A26-AB9FBE627D56}">
  <we:reference id="wa200010001" version="1.0.0.1" store="en-US" storeType="OMEX"/>
  <we:alternateReferences>
    <we:reference id="wa200010001" version="1.0.0.1" store="" storeType="OMEX"/>
  </we:alternateReferences>
  <we:properties>
    <we:property name="claude.fileId" value="&quot;fb0c8c65-8c5e-4d5d-8a3a-abf367391aa4&quot;"/>
  </we:properties>
  <we:bindings/>
  <we:snapshot xmlns:r="http://schemas.openxmlformats.org/officeDocument/2006/relationships"/>
</we:webextension>
</file>

<file path=docMetadata/LabelInfo.xml><?xml version="1.0" encoding="utf-8"?>
<clbl:labelList xmlns:clbl="http://schemas.microsoft.com/office/2020/mipLabelMetadata">
  <clbl:label id="{5583b3fa-365b-4fa2-9885-a560b35483b3}" enabled="1" method="Standard" siteId="{df7f7579-3e9c-4a7e-b844-420280f53859}" removed="0"/>
</clbl:labelList>
</file>

<file path=docProps/app.xml><?xml version="1.0" encoding="utf-8"?>
<Properties xmlns="http://schemas.openxmlformats.org/officeDocument/2006/extended-properties" xmlns:vt="http://schemas.openxmlformats.org/officeDocument/2006/docPropsVTypes">
  <Template/>
  <TotalTime>2061</TotalTime>
  <Words>4624</Words>
  <Application>Microsoft Office PowerPoint</Application>
  <PresentationFormat>On-screen Show (4:3)</PresentationFormat>
  <Paragraphs>901</Paragraphs>
  <Slides>47</Slides>
  <Notes>43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6" baseType="lpstr">
      <vt:lpstr>ＭＳ Ｐゴシック</vt:lpstr>
      <vt:lpstr>Aptos</vt:lpstr>
      <vt:lpstr>Arial</vt:lpstr>
      <vt:lpstr>Arial Narrow</vt:lpstr>
      <vt:lpstr>Helvetica</vt:lpstr>
      <vt:lpstr>Times New Roman</vt:lpstr>
      <vt:lpstr>Wingdings</vt:lpstr>
      <vt:lpstr>Default Design</vt:lpstr>
      <vt:lpstr>Clip</vt:lpstr>
      <vt:lpstr>SWE30003 Software Architectures and Design</vt:lpstr>
      <vt:lpstr>Logistical matters</vt:lpstr>
      <vt:lpstr>Question to Answer from Week 1</vt:lpstr>
      <vt:lpstr>Activities in Software Development</vt:lpstr>
      <vt:lpstr>Principal References</vt:lpstr>
      <vt:lpstr>Outline</vt:lpstr>
      <vt:lpstr>PowerPoint Presentation</vt:lpstr>
      <vt:lpstr>The Requirements Engineering Process</vt:lpstr>
      <vt:lpstr>Requirements Engineering Activities</vt:lpstr>
      <vt:lpstr>Requirements Elicitation</vt:lpstr>
      <vt:lpstr>Elicitation Example: Library System</vt:lpstr>
      <vt:lpstr>Requirements Analysis</vt:lpstr>
      <vt:lpstr>PowerPoint Presentation</vt:lpstr>
      <vt:lpstr>PowerPoint Presentation</vt:lpstr>
      <vt:lpstr>PowerPoint Presentation</vt:lpstr>
      <vt:lpstr>PowerPoint Presentation</vt:lpstr>
      <vt:lpstr>Outline</vt:lpstr>
      <vt:lpstr>Users Perspective</vt:lpstr>
      <vt:lpstr>Scenarios</vt:lpstr>
      <vt:lpstr>Scenarios (cont.)</vt:lpstr>
      <vt:lpstr>Use Case</vt:lpstr>
      <vt:lpstr>Actors</vt:lpstr>
      <vt:lpstr>But…</vt:lpstr>
      <vt:lpstr>Outline</vt:lpstr>
      <vt:lpstr>PowerPoint Presentation</vt:lpstr>
      <vt:lpstr>The Goal-Design Scale</vt:lpstr>
      <vt:lpstr>PowerPoint Presentation</vt:lpstr>
      <vt:lpstr>PowerPoint Presentation</vt:lpstr>
      <vt:lpstr>PowerPoint Presentation</vt:lpstr>
      <vt:lpstr>Outline</vt:lpstr>
      <vt:lpstr>Recap - Domain Model Development</vt:lpstr>
      <vt:lpstr>PowerPoint Presentation</vt:lpstr>
      <vt:lpstr>PowerPoint Presentation</vt:lpstr>
      <vt:lpstr>Outline</vt:lpstr>
      <vt:lpstr>PowerPoint Presentation</vt:lpstr>
      <vt:lpstr>PowerPoint Presentation</vt:lpstr>
      <vt:lpstr>PowerPoint Presentation</vt:lpstr>
      <vt:lpstr>PowerPoint Presentation</vt:lpstr>
      <vt:lpstr>PowerPoint Presentation</vt:lpstr>
      <vt:lpstr>PowerPoint Presentation</vt:lpstr>
      <vt:lpstr>Workflows</vt:lpstr>
      <vt:lpstr>PowerPoint Presentation</vt:lpstr>
      <vt:lpstr>Questions for Consideration</vt:lpstr>
      <vt:lpstr>Question to Answer - Week 2</vt:lpstr>
      <vt:lpstr>PowerPoint Presentation</vt:lpstr>
      <vt:lpstr>Required Pre-Reading for Lecture 3</vt:lpstr>
      <vt:lpstr>Assignment 1 SRS</vt:lpstr>
    </vt:vector>
  </TitlesOfParts>
  <Company>Swinburne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Swinburne Marketing Strategy</dc:title>
  <dc:creator>Swinburne University</dc:creator>
  <cp:lastModifiedBy>Vinh Hoang</cp:lastModifiedBy>
  <cp:revision>256</cp:revision>
  <cp:lastPrinted>2022-03-09T10:31:14Z</cp:lastPrinted>
  <dcterms:created xsi:type="dcterms:W3CDTF">1999-08-10T04:13:56Z</dcterms:created>
  <dcterms:modified xsi:type="dcterms:W3CDTF">2026-05-13T13:21:38Z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Default Design:4</vt:lpwstr>
  </property>
  <property fmtid="{D5CDD505-2E9C-101B-9397-08002B2CF9AE}" pid="3" name="ClassificationContentMarkingHeaderText">
    <vt:lpwstr>Internal</vt:lpwstr>
  </property>
</Properties>
</file>